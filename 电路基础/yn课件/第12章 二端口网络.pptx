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92" r:id="rId10"/>
    <p:sldId id="265" r:id="rId11"/>
    <p:sldId id="264" r:id="rId12"/>
    <p:sldId id="266" r:id="rId13"/>
    <p:sldId id="267" r:id="rId14"/>
    <p:sldId id="269" r:id="rId15"/>
    <p:sldId id="270" r:id="rId16"/>
    <p:sldId id="268"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6858000" type="screen4x3"/>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09" autoAdjust="0"/>
  </p:normalViewPr>
  <p:slideViewPr>
    <p:cSldViewPr showGuides="1">
      <p:cViewPr varScale="1">
        <p:scale>
          <a:sx n="69" d="100"/>
          <a:sy n="69" d="100"/>
        </p:scale>
        <p:origin x="1200" y="4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_rels/viewProps.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slide" Target="slides/slide2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image" Target="../media/image10.wmf"/><Relationship Id="rId1" Type="http://schemas.openxmlformats.org/officeDocument/2006/relationships/image" Target="../media/image9.e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9"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4.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11" Type="http://schemas.openxmlformats.org/officeDocument/2006/relationships/image" Target="../media/image11.wmf"/><Relationship Id="rId5" Type="http://schemas.openxmlformats.org/officeDocument/2006/relationships/image" Target="../media/image22.wmf"/><Relationship Id="rId10" Type="http://schemas.openxmlformats.org/officeDocument/2006/relationships/image" Target="../media/image10.wmf"/><Relationship Id="rId4" Type="http://schemas.openxmlformats.org/officeDocument/2006/relationships/image" Target="../media/image21.wmf"/><Relationship Id="rId9"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10" Type="http://schemas.openxmlformats.org/officeDocument/2006/relationships/image" Target="../media/image11.wmf"/><Relationship Id="rId4" Type="http://schemas.openxmlformats.org/officeDocument/2006/relationships/image" Target="../media/image30.wmf"/><Relationship Id="rId9"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emf"/><Relationship Id="rId1" Type="http://schemas.openxmlformats.org/officeDocument/2006/relationships/image" Target="../media/image35.emf"/><Relationship Id="rId5" Type="http://schemas.openxmlformats.org/officeDocument/2006/relationships/image" Target="../media/image39.emf"/><Relationship Id="rId4"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 Id="rId9" Type="http://schemas.openxmlformats.org/officeDocument/2006/relationships/image" Target="../media/image17.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10" Type="http://schemas.openxmlformats.org/officeDocument/2006/relationships/image" Target="../media/image57.wmf"/><Relationship Id="rId4" Type="http://schemas.openxmlformats.org/officeDocument/2006/relationships/image" Target="../media/image51.wmf"/><Relationship Id="rId9"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5" Type="http://schemas.openxmlformats.org/officeDocument/2006/relationships/image" Target="../media/image62.emf"/><Relationship Id="rId4" Type="http://schemas.openxmlformats.org/officeDocument/2006/relationships/image" Target="../media/image6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7.wmf"/><Relationship Id="rId12" Type="http://schemas.openxmlformats.org/officeDocument/2006/relationships/image" Target="../media/image82.emf"/><Relationship Id="rId2" Type="http://schemas.openxmlformats.org/officeDocument/2006/relationships/image" Target="../media/image72.emf"/><Relationship Id="rId1" Type="http://schemas.openxmlformats.org/officeDocument/2006/relationships/image" Target="../media/image71.emf"/><Relationship Id="rId6" Type="http://schemas.openxmlformats.org/officeDocument/2006/relationships/image" Target="../media/image76.wmf"/><Relationship Id="rId11" Type="http://schemas.openxmlformats.org/officeDocument/2006/relationships/image" Target="../media/image81.wmf"/><Relationship Id="rId5" Type="http://schemas.openxmlformats.org/officeDocument/2006/relationships/image" Target="../media/image75.wmf"/><Relationship Id="rId10" Type="http://schemas.openxmlformats.org/officeDocument/2006/relationships/image" Target="../media/image80.wmf"/><Relationship Id="rId4" Type="http://schemas.openxmlformats.org/officeDocument/2006/relationships/image" Target="../media/image74.wmf"/><Relationship Id="rId9" Type="http://schemas.openxmlformats.org/officeDocument/2006/relationships/image" Target="../media/image7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emf"/><Relationship Id="rId6" Type="http://schemas.openxmlformats.org/officeDocument/2006/relationships/image" Target="../media/image71.emf"/><Relationship Id="rId5" Type="http://schemas.openxmlformats.org/officeDocument/2006/relationships/image" Target="../media/image87.emf"/><Relationship Id="rId4" Type="http://schemas.openxmlformats.org/officeDocument/2006/relationships/image" Target="../media/image86.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 Id="rId4" Type="http://schemas.openxmlformats.org/officeDocument/2006/relationships/image" Target="../media/image99.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image" Target="../media/image102.wmf"/><Relationship Id="rId7" Type="http://schemas.openxmlformats.org/officeDocument/2006/relationships/image" Target="../media/image106.emf"/><Relationship Id="rId2" Type="http://schemas.openxmlformats.org/officeDocument/2006/relationships/image" Target="../media/image101.wmf"/><Relationship Id="rId1" Type="http://schemas.openxmlformats.org/officeDocument/2006/relationships/image" Target="../media/image100.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 Id="rId9" Type="http://schemas.openxmlformats.org/officeDocument/2006/relationships/image" Target="../media/image108.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6.wmf"/><Relationship Id="rId13" Type="http://schemas.openxmlformats.org/officeDocument/2006/relationships/image" Target="../media/image121.wmf"/><Relationship Id="rId3" Type="http://schemas.openxmlformats.org/officeDocument/2006/relationships/image" Target="../media/image111.wmf"/><Relationship Id="rId7" Type="http://schemas.openxmlformats.org/officeDocument/2006/relationships/image" Target="../media/image115.wmf"/><Relationship Id="rId12" Type="http://schemas.openxmlformats.org/officeDocument/2006/relationships/image" Target="../media/image120.wmf"/><Relationship Id="rId2" Type="http://schemas.openxmlformats.org/officeDocument/2006/relationships/image" Target="../media/image110.wmf"/><Relationship Id="rId16" Type="http://schemas.openxmlformats.org/officeDocument/2006/relationships/image" Target="../media/image124.emf"/><Relationship Id="rId1" Type="http://schemas.openxmlformats.org/officeDocument/2006/relationships/image" Target="../media/image109.emf"/><Relationship Id="rId6" Type="http://schemas.openxmlformats.org/officeDocument/2006/relationships/image" Target="../media/image114.wmf"/><Relationship Id="rId11" Type="http://schemas.openxmlformats.org/officeDocument/2006/relationships/image" Target="../media/image119.wmf"/><Relationship Id="rId5" Type="http://schemas.openxmlformats.org/officeDocument/2006/relationships/image" Target="../media/image113.wmf"/><Relationship Id="rId15" Type="http://schemas.openxmlformats.org/officeDocument/2006/relationships/image" Target="../media/image123.wmf"/><Relationship Id="rId10" Type="http://schemas.openxmlformats.org/officeDocument/2006/relationships/image" Target="../media/image118.wmf"/><Relationship Id="rId4" Type="http://schemas.openxmlformats.org/officeDocument/2006/relationships/image" Target="../media/image112.wmf"/><Relationship Id="rId9" Type="http://schemas.openxmlformats.org/officeDocument/2006/relationships/image" Target="../media/image117.wmf"/><Relationship Id="rId14" Type="http://schemas.openxmlformats.org/officeDocument/2006/relationships/image" Target="../media/image122.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image" Target="../media/image127.wmf"/><Relationship Id="rId7" Type="http://schemas.openxmlformats.org/officeDocument/2006/relationships/image" Target="../media/image131.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wmf"/><Relationship Id="rId5" Type="http://schemas.openxmlformats.org/officeDocument/2006/relationships/image" Target="../media/image129.wmf"/><Relationship Id="rId10" Type="http://schemas.openxmlformats.org/officeDocument/2006/relationships/image" Target="../media/image134.emf"/><Relationship Id="rId4" Type="http://schemas.openxmlformats.org/officeDocument/2006/relationships/image" Target="../media/image128.wmf"/><Relationship Id="rId9" Type="http://schemas.openxmlformats.org/officeDocument/2006/relationships/image" Target="../media/image13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5" Type="http://schemas.openxmlformats.org/officeDocument/2006/relationships/image" Target="../media/image139.wmf"/><Relationship Id="rId4" Type="http://schemas.openxmlformats.org/officeDocument/2006/relationships/image" Target="../media/image13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14.wmf"/><Relationship Id="rId1" Type="http://schemas.openxmlformats.org/officeDocument/2006/relationships/image" Target="../media/image140.emf"/><Relationship Id="rId6" Type="http://schemas.openxmlformats.org/officeDocument/2006/relationships/image" Target="../media/image144.emf"/><Relationship Id="rId5" Type="http://schemas.openxmlformats.org/officeDocument/2006/relationships/image" Target="../media/image143.wmf"/><Relationship Id="rId4" Type="http://schemas.openxmlformats.org/officeDocument/2006/relationships/image" Target="../media/image142.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52.wmf"/><Relationship Id="rId13" Type="http://schemas.openxmlformats.org/officeDocument/2006/relationships/image" Target="../media/image157.wmf"/><Relationship Id="rId3" Type="http://schemas.openxmlformats.org/officeDocument/2006/relationships/image" Target="../media/image147.wmf"/><Relationship Id="rId7" Type="http://schemas.openxmlformats.org/officeDocument/2006/relationships/image" Target="../media/image151.wmf"/><Relationship Id="rId12" Type="http://schemas.openxmlformats.org/officeDocument/2006/relationships/image" Target="../media/image156.wmf"/><Relationship Id="rId2" Type="http://schemas.openxmlformats.org/officeDocument/2006/relationships/image" Target="../media/image146.wmf"/><Relationship Id="rId16" Type="http://schemas.openxmlformats.org/officeDocument/2006/relationships/image" Target="../media/image160.emf"/><Relationship Id="rId1" Type="http://schemas.openxmlformats.org/officeDocument/2006/relationships/image" Target="../media/image145.wmf"/><Relationship Id="rId6" Type="http://schemas.openxmlformats.org/officeDocument/2006/relationships/image" Target="../media/image150.wmf"/><Relationship Id="rId11" Type="http://schemas.openxmlformats.org/officeDocument/2006/relationships/image" Target="../media/image155.wmf"/><Relationship Id="rId5" Type="http://schemas.openxmlformats.org/officeDocument/2006/relationships/image" Target="../media/image149.wmf"/><Relationship Id="rId15" Type="http://schemas.openxmlformats.org/officeDocument/2006/relationships/image" Target="../media/image159.wmf"/><Relationship Id="rId10" Type="http://schemas.openxmlformats.org/officeDocument/2006/relationships/image" Target="../media/image154.wmf"/><Relationship Id="rId4" Type="http://schemas.openxmlformats.org/officeDocument/2006/relationships/image" Target="../media/image148.wmf"/><Relationship Id="rId9" Type="http://schemas.openxmlformats.org/officeDocument/2006/relationships/image" Target="../media/image153.wmf"/><Relationship Id="rId14" Type="http://schemas.openxmlformats.org/officeDocument/2006/relationships/image" Target="../media/image15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68.emf"/><Relationship Id="rId3" Type="http://schemas.openxmlformats.org/officeDocument/2006/relationships/image" Target="../media/image163.wmf"/><Relationship Id="rId7" Type="http://schemas.openxmlformats.org/officeDocument/2006/relationships/image" Target="../media/image167.emf"/><Relationship Id="rId2" Type="http://schemas.openxmlformats.org/officeDocument/2006/relationships/image" Target="../media/image162.wmf"/><Relationship Id="rId1" Type="http://schemas.openxmlformats.org/officeDocument/2006/relationships/image" Target="../media/image161.e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5.emf"/><Relationship Id="rId3" Type="http://schemas.openxmlformats.org/officeDocument/2006/relationships/image" Target="../media/image170.wmf"/><Relationship Id="rId7" Type="http://schemas.openxmlformats.org/officeDocument/2006/relationships/image" Target="../media/image174.wmf"/><Relationship Id="rId2" Type="http://schemas.openxmlformats.org/officeDocument/2006/relationships/image" Target="../media/image114.wmf"/><Relationship Id="rId1" Type="http://schemas.openxmlformats.org/officeDocument/2006/relationships/image" Target="../media/image169.emf"/><Relationship Id="rId6" Type="http://schemas.openxmlformats.org/officeDocument/2006/relationships/image" Target="../media/image173.wmf"/><Relationship Id="rId11" Type="http://schemas.openxmlformats.org/officeDocument/2006/relationships/image" Target="../media/image178.emf"/><Relationship Id="rId5" Type="http://schemas.openxmlformats.org/officeDocument/2006/relationships/image" Target="../media/image172.wmf"/><Relationship Id="rId10" Type="http://schemas.openxmlformats.org/officeDocument/2006/relationships/image" Target="../media/image177.wmf"/><Relationship Id="rId4" Type="http://schemas.openxmlformats.org/officeDocument/2006/relationships/image" Target="../media/image171.wmf"/><Relationship Id="rId9" Type="http://schemas.openxmlformats.org/officeDocument/2006/relationships/image" Target="../media/image176.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image" Target="../media/image191.wmf"/><Relationship Id="rId3" Type="http://schemas.openxmlformats.org/officeDocument/2006/relationships/image" Target="../media/image181.emf"/><Relationship Id="rId7" Type="http://schemas.openxmlformats.org/officeDocument/2006/relationships/image" Target="../media/image185.emf"/><Relationship Id="rId12" Type="http://schemas.openxmlformats.org/officeDocument/2006/relationships/image" Target="../media/image190.wmf"/><Relationship Id="rId2" Type="http://schemas.openxmlformats.org/officeDocument/2006/relationships/image" Target="../media/image180.wmf"/><Relationship Id="rId1" Type="http://schemas.openxmlformats.org/officeDocument/2006/relationships/image" Target="../media/image179.emf"/><Relationship Id="rId6" Type="http://schemas.openxmlformats.org/officeDocument/2006/relationships/image" Target="../media/image184.wmf"/><Relationship Id="rId11" Type="http://schemas.openxmlformats.org/officeDocument/2006/relationships/image" Target="../media/image189.wmf"/><Relationship Id="rId5" Type="http://schemas.openxmlformats.org/officeDocument/2006/relationships/image" Target="../media/image183.wmf"/><Relationship Id="rId10" Type="http://schemas.openxmlformats.org/officeDocument/2006/relationships/image" Target="../media/image188.wmf"/><Relationship Id="rId4" Type="http://schemas.openxmlformats.org/officeDocument/2006/relationships/image" Target="../media/image182.wmf"/><Relationship Id="rId9" Type="http://schemas.openxmlformats.org/officeDocument/2006/relationships/image" Target="../media/image187.wmf"/><Relationship Id="rId14" Type="http://schemas.openxmlformats.org/officeDocument/2006/relationships/image" Target="../media/image19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emf"/><Relationship Id="rId6" Type="http://schemas.openxmlformats.org/officeDocument/2006/relationships/image" Target="../media/image198.emf"/><Relationship Id="rId5" Type="http://schemas.openxmlformats.org/officeDocument/2006/relationships/image" Target="../media/image197.wmf"/><Relationship Id="rId4" Type="http://schemas.openxmlformats.org/officeDocument/2006/relationships/image" Target="../media/image196.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200.emf"/><Relationship Id="rId1" Type="http://schemas.openxmlformats.org/officeDocument/2006/relationships/image" Target="../media/image199.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08.wmf"/><Relationship Id="rId3" Type="http://schemas.openxmlformats.org/officeDocument/2006/relationships/image" Target="../media/image203.wmf"/><Relationship Id="rId7" Type="http://schemas.openxmlformats.org/officeDocument/2006/relationships/image" Target="../media/image207.wmf"/><Relationship Id="rId2" Type="http://schemas.openxmlformats.org/officeDocument/2006/relationships/image" Target="../media/image202.wmf"/><Relationship Id="rId1" Type="http://schemas.openxmlformats.org/officeDocument/2006/relationships/image" Target="../media/image201.e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16.emf"/><Relationship Id="rId13" Type="http://schemas.openxmlformats.org/officeDocument/2006/relationships/image" Target="../media/image221.wmf"/><Relationship Id="rId3" Type="http://schemas.openxmlformats.org/officeDocument/2006/relationships/image" Target="../media/image211.wmf"/><Relationship Id="rId7" Type="http://schemas.openxmlformats.org/officeDocument/2006/relationships/image" Target="../media/image215.emf"/><Relationship Id="rId12" Type="http://schemas.openxmlformats.org/officeDocument/2006/relationships/image" Target="../media/image220.wmf"/><Relationship Id="rId2" Type="http://schemas.openxmlformats.org/officeDocument/2006/relationships/image" Target="../media/image210.wmf"/><Relationship Id="rId1" Type="http://schemas.openxmlformats.org/officeDocument/2006/relationships/image" Target="../media/image209.emf"/><Relationship Id="rId6" Type="http://schemas.openxmlformats.org/officeDocument/2006/relationships/image" Target="../media/image214.wmf"/><Relationship Id="rId11" Type="http://schemas.openxmlformats.org/officeDocument/2006/relationships/image" Target="../media/image219.wmf"/><Relationship Id="rId5" Type="http://schemas.openxmlformats.org/officeDocument/2006/relationships/image" Target="../media/image213.wmf"/><Relationship Id="rId15" Type="http://schemas.openxmlformats.org/officeDocument/2006/relationships/image" Target="../media/image223.wmf"/><Relationship Id="rId10" Type="http://schemas.openxmlformats.org/officeDocument/2006/relationships/image" Target="../media/image218.wmf"/><Relationship Id="rId4" Type="http://schemas.openxmlformats.org/officeDocument/2006/relationships/image" Target="../media/image212.wmf"/><Relationship Id="rId9" Type="http://schemas.openxmlformats.org/officeDocument/2006/relationships/image" Target="../media/image217.wmf"/><Relationship Id="rId14" Type="http://schemas.openxmlformats.org/officeDocument/2006/relationships/image" Target="../media/image22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31.wmf"/><Relationship Id="rId13" Type="http://schemas.openxmlformats.org/officeDocument/2006/relationships/image" Target="../media/image236.wmf"/><Relationship Id="rId3" Type="http://schemas.openxmlformats.org/officeDocument/2006/relationships/image" Target="../media/image226.wmf"/><Relationship Id="rId7" Type="http://schemas.openxmlformats.org/officeDocument/2006/relationships/image" Target="../media/image230.wmf"/><Relationship Id="rId12" Type="http://schemas.openxmlformats.org/officeDocument/2006/relationships/image" Target="../media/image235.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wmf"/><Relationship Id="rId11" Type="http://schemas.openxmlformats.org/officeDocument/2006/relationships/image" Target="../media/image234.wmf"/><Relationship Id="rId5" Type="http://schemas.openxmlformats.org/officeDocument/2006/relationships/image" Target="../media/image228.emf"/><Relationship Id="rId10" Type="http://schemas.openxmlformats.org/officeDocument/2006/relationships/image" Target="../media/image233.wmf"/><Relationship Id="rId4" Type="http://schemas.openxmlformats.org/officeDocument/2006/relationships/image" Target="../media/image227.wmf"/><Relationship Id="rId9" Type="http://schemas.openxmlformats.org/officeDocument/2006/relationships/image" Target="../media/image232.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44.wmf"/><Relationship Id="rId3" Type="http://schemas.openxmlformats.org/officeDocument/2006/relationships/image" Target="../media/image239.wmf"/><Relationship Id="rId7" Type="http://schemas.openxmlformats.org/officeDocument/2006/relationships/image" Target="../media/image243.wmf"/><Relationship Id="rId12" Type="http://schemas.openxmlformats.org/officeDocument/2006/relationships/image" Target="../media/image248.wmf"/><Relationship Id="rId2" Type="http://schemas.openxmlformats.org/officeDocument/2006/relationships/image" Target="../media/image238.wmf"/><Relationship Id="rId1" Type="http://schemas.openxmlformats.org/officeDocument/2006/relationships/image" Target="../media/image237.wmf"/><Relationship Id="rId6" Type="http://schemas.openxmlformats.org/officeDocument/2006/relationships/image" Target="../media/image242.wmf"/><Relationship Id="rId11" Type="http://schemas.openxmlformats.org/officeDocument/2006/relationships/image" Target="../media/image247.wmf"/><Relationship Id="rId5" Type="http://schemas.openxmlformats.org/officeDocument/2006/relationships/image" Target="../media/image241.wmf"/><Relationship Id="rId10" Type="http://schemas.openxmlformats.org/officeDocument/2006/relationships/image" Target="../media/image246.emf"/><Relationship Id="rId4" Type="http://schemas.openxmlformats.org/officeDocument/2006/relationships/image" Target="../media/image240.wmf"/><Relationship Id="rId9" Type="http://schemas.openxmlformats.org/officeDocument/2006/relationships/image" Target="../media/image245.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image" Target="../media/image251.wmf"/><Relationship Id="rId7" Type="http://schemas.openxmlformats.org/officeDocument/2006/relationships/image" Target="../media/image255.wmf"/><Relationship Id="rId2" Type="http://schemas.openxmlformats.org/officeDocument/2006/relationships/image" Target="../media/image250.emf"/><Relationship Id="rId1" Type="http://schemas.openxmlformats.org/officeDocument/2006/relationships/image" Target="../media/image249.wmf"/><Relationship Id="rId6" Type="http://schemas.openxmlformats.org/officeDocument/2006/relationships/image" Target="../media/image254.wmf"/><Relationship Id="rId11" Type="http://schemas.openxmlformats.org/officeDocument/2006/relationships/image" Target="../media/image259.emf"/><Relationship Id="rId5" Type="http://schemas.openxmlformats.org/officeDocument/2006/relationships/image" Target="../media/image253.wmf"/><Relationship Id="rId10" Type="http://schemas.openxmlformats.org/officeDocument/2006/relationships/image" Target="../media/image258.emf"/><Relationship Id="rId4" Type="http://schemas.openxmlformats.org/officeDocument/2006/relationships/image" Target="../media/image252.wmf"/><Relationship Id="rId9" Type="http://schemas.openxmlformats.org/officeDocument/2006/relationships/image" Target="../media/image257.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image" Target="../media/image262.wmf"/><Relationship Id="rId7" Type="http://schemas.openxmlformats.org/officeDocument/2006/relationships/image" Target="../media/image266.wmf"/><Relationship Id="rId12" Type="http://schemas.openxmlformats.org/officeDocument/2006/relationships/image" Target="../media/image271.wmf"/><Relationship Id="rId2" Type="http://schemas.openxmlformats.org/officeDocument/2006/relationships/image" Target="../media/image261.wmf"/><Relationship Id="rId1" Type="http://schemas.openxmlformats.org/officeDocument/2006/relationships/image" Target="../media/image260.wmf"/><Relationship Id="rId6" Type="http://schemas.openxmlformats.org/officeDocument/2006/relationships/image" Target="../media/image265.wmf"/><Relationship Id="rId11" Type="http://schemas.openxmlformats.org/officeDocument/2006/relationships/image" Target="../media/image270.wmf"/><Relationship Id="rId5" Type="http://schemas.openxmlformats.org/officeDocument/2006/relationships/image" Target="../media/image264.wmf"/><Relationship Id="rId10" Type="http://schemas.openxmlformats.org/officeDocument/2006/relationships/image" Target="../media/image269.wmf"/><Relationship Id="rId4" Type="http://schemas.openxmlformats.org/officeDocument/2006/relationships/image" Target="../media/image263.wmf"/><Relationship Id="rId9" Type="http://schemas.openxmlformats.org/officeDocument/2006/relationships/image" Target="../media/image268.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79.wmf"/><Relationship Id="rId3" Type="http://schemas.openxmlformats.org/officeDocument/2006/relationships/image" Target="../media/image274.wmf"/><Relationship Id="rId7" Type="http://schemas.openxmlformats.org/officeDocument/2006/relationships/image" Target="../media/image278.wmf"/><Relationship Id="rId2" Type="http://schemas.openxmlformats.org/officeDocument/2006/relationships/image" Target="../media/image273.emf"/><Relationship Id="rId1" Type="http://schemas.openxmlformats.org/officeDocument/2006/relationships/image" Target="../media/image272.emf"/><Relationship Id="rId6" Type="http://schemas.openxmlformats.org/officeDocument/2006/relationships/image" Target="../media/image277.emf"/><Relationship Id="rId5" Type="http://schemas.openxmlformats.org/officeDocument/2006/relationships/image" Target="../media/image276.wmf"/><Relationship Id="rId4" Type="http://schemas.openxmlformats.org/officeDocument/2006/relationships/image" Target="../media/image275.wmf"/><Relationship Id="rId9" Type="http://schemas.openxmlformats.org/officeDocument/2006/relationships/image" Target="../media/image280.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83.emf"/><Relationship Id="rId2" Type="http://schemas.openxmlformats.org/officeDocument/2006/relationships/image" Target="../media/image282.wmf"/><Relationship Id="rId1" Type="http://schemas.openxmlformats.org/officeDocument/2006/relationships/image" Target="../media/image281.wmf"/><Relationship Id="rId6" Type="http://schemas.openxmlformats.org/officeDocument/2006/relationships/image" Target="../media/image286.wmf"/><Relationship Id="rId5" Type="http://schemas.openxmlformats.org/officeDocument/2006/relationships/image" Target="../media/image285.wmf"/><Relationship Id="rId4" Type="http://schemas.openxmlformats.org/officeDocument/2006/relationships/image" Target="../media/image284.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94.emf"/><Relationship Id="rId13" Type="http://schemas.openxmlformats.org/officeDocument/2006/relationships/image" Target="../media/image299.wmf"/><Relationship Id="rId3" Type="http://schemas.openxmlformats.org/officeDocument/2006/relationships/image" Target="../media/image289.wmf"/><Relationship Id="rId7" Type="http://schemas.openxmlformats.org/officeDocument/2006/relationships/image" Target="../media/image293.wmf"/><Relationship Id="rId12" Type="http://schemas.openxmlformats.org/officeDocument/2006/relationships/image" Target="../media/image298.wmf"/><Relationship Id="rId2" Type="http://schemas.openxmlformats.org/officeDocument/2006/relationships/image" Target="../media/image288.wmf"/><Relationship Id="rId1" Type="http://schemas.openxmlformats.org/officeDocument/2006/relationships/image" Target="../media/image287.emf"/><Relationship Id="rId6" Type="http://schemas.openxmlformats.org/officeDocument/2006/relationships/image" Target="../media/image292.wmf"/><Relationship Id="rId11" Type="http://schemas.openxmlformats.org/officeDocument/2006/relationships/image" Target="../media/image297.wmf"/><Relationship Id="rId5" Type="http://schemas.openxmlformats.org/officeDocument/2006/relationships/image" Target="../media/image291.wmf"/><Relationship Id="rId15" Type="http://schemas.openxmlformats.org/officeDocument/2006/relationships/image" Target="../media/image301.wmf"/><Relationship Id="rId10" Type="http://schemas.openxmlformats.org/officeDocument/2006/relationships/image" Target="../media/image296.wmf"/><Relationship Id="rId4" Type="http://schemas.openxmlformats.org/officeDocument/2006/relationships/image" Target="../media/image290.wmf"/><Relationship Id="rId9" Type="http://schemas.openxmlformats.org/officeDocument/2006/relationships/image" Target="../media/image295.emf"/><Relationship Id="rId14" Type="http://schemas.openxmlformats.org/officeDocument/2006/relationships/image" Target="../media/image30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304.wmf"/><Relationship Id="rId2" Type="http://schemas.openxmlformats.org/officeDocument/2006/relationships/image" Target="../media/image303.wmf"/><Relationship Id="rId1" Type="http://schemas.openxmlformats.org/officeDocument/2006/relationships/image" Target="../media/image302.wmf"/><Relationship Id="rId4" Type="http://schemas.openxmlformats.org/officeDocument/2006/relationships/image" Target="../media/image30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2024/6/7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slide" Target="slide17.xml"/><Relationship Id="rId7" Type="http://schemas.openxmlformats.org/officeDocument/2006/relationships/slide" Target="slide4.xml"/><Relationship Id="rId12" Type="http://schemas.openxmlformats.org/officeDocument/2006/relationships/image" Target="../media/image1.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slide" Target="slide16.xml"/><Relationship Id="rId11" Type="http://schemas.openxmlformats.org/officeDocument/2006/relationships/oleObject" Target="../embeddings/oleObject1.bin"/><Relationship Id="rId5" Type="http://schemas.openxmlformats.org/officeDocument/2006/relationships/slide" Target="slide2.xml"/><Relationship Id="rId10" Type="http://schemas.openxmlformats.org/officeDocument/2006/relationships/slide" Target="slide33.xml"/><Relationship Id="rId4" Type="http://schemas.openxmlformats.org/officeDocument/2006/relationships/audio" Target="../media/audio1.wav"/><Relationship Id="rId9" Type="http://schemas.openxmlformats.org/officeDocument/2006/relationships/slide" Target="slide25.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3.bin"/><Relationship Id="rId10" Type="http://schemas.openxmlformats.org/officeDocument/2006/relationships/image" Target="../media/image5.wmf"/><Relationship Id="rId4" Type="http://schemas.openxmlformats.org/officeDocument/2006/relationships/image" Target="../media/image2.emf"/><Relationship Id="rId9"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4.bin"/><Relationship Id="rId18" Type="http://schemas.openxmlformats.org/officeDocument/2006/relationships/image" Target="../media/image16.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3.wmf"/><Relationship Id="rId17" Type="http://schemas.openxmlformats.org/officeDocument/2006/relationships/oleObject" Target="../embeddings/oleObject16.bin"/><Relationship Id="rId2" Type="http://schemas.openxmlformats.org/officeDocument/2006/relationships/slideLayout" Target="../slideLayouts/slideLayout1.xml"/><Relationship Id="rId16" Type="http://schemas.openxmlformats.org/officeDocument/2006/relationships/image" Target="../media/image15.wmf"/><Relationship Id="rId20" Type="http://schemas.openxmlformats.org/officeDocument/2006/relationships/image" Target="../media/image17.emf"/><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2.wmf"/><Relationship Id="rId19" Type="http://schemas.openxmlformats.org/officeDocument/2006/relationships/oleObject" Target="../embeddings/oleObject17.bin"/><Relationship Id="rId4" Type="http://schemas.openxmlformats.org/officeDocument/2006/relationships/image" Target="../media/image9.emf"/><Relationship Id="rId9" Type="http://schemas.openxmlformats.org/officeDocument/2006/relationships/oleObject" Target="../embeddings/oleObject12.bin"/><Relationship Id="rId14" Type="http://schemas.openxmlformats.org/officeDocument/2006/relationships/image" Target="../media/image14.wmf"/></Relationships>
</file>

<file path=ppt/slides/_rels/slide5.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23.bin"/><Relationship Id="rId18" Type="http://schemas.openxmlformats.org/officeDocument/2006/relationships/image" Target="../media/image25.wmf"/><Relationship Id="rId3" Type="http://schemas.openxmlformats.org/officeDocument/2006/relationships/oleObject" Target="../embeddings/oleObject18.bin"/><Relationship Id="rId21" Type="http://schemas.openxmlformats.org/officeDocument/2006/relationships/oleObject" Target="../embeddings/oleObject27.bin"/><Relationship Id="rId7" Type="http://schemas.openxmlformats.org/officeDocument/2006/relationships/oleObject" Target="../embeddings/oleObject20.bin"/><Relationship Id="rId12" Type="http://schemas.openxmlformats.org/officeDocument/2006/relationships/image" Target="../media/image22.wmf"/><Relationship Id="rId17" Type="http://schemas.openxmlformats.org/officeDocument/2006/relationships/oleObject" Target="../embeddings/oleObject25.bin"/><Relationship Id="rId2" Type="http://schemas.openxmlformats.org/officeDocument/2006/relationships/slideLayout" Target="../slideLayouts/slideLayout1.xml"/><Relationship Id="rId16" Type="http://schemas.openxmlformats.org/officeDocument/2006/relationships/image" Target="../media/image24.wmf"/><Relationship Id="rId20" Type="http://schemas.openxmlformats.org/officeDocument/2006/relationships/image" Target="../media/image26.emf"/><Relationship Id="rId1" Type="http://schemas.openxmlformats.org/officeDocument/2006/relationships/vmlDrawing" Target="../drawings/vmlDrawing5.vml"/><Relationship Id="rId6" Type="http://schemas.openxmlformats.org/officeDocument/2006/relationships/image" Target="../media/image19.wmf"/><Relationship Id="rId11" Type="http://schemas.openxmlformats.org/officeDocument/2006/relationships/oleObject" Target="../embeddings/oleObject22.bin"/><Relationship Id="rId24" Type="http://schemas.openxmlformats.org/officeDocument/2006/relationships/image" Target="../media/image11.wmf"/><Relationship Id="rId5" Type="http://schemas.openxmlformats.org/officeDocument/2006/relationships/oleObject" Target="../embeddings/oleObject19.bin"/><Relationship Id="rId15" Type="http://schemas.openxmlformats.org/officeDocument/2006/relationships/oleObject" Target="../embeddings/oleObject24.bin"/><Relationship Id="rId23" Type="http://schemas.openxmlformats.org/officeDocument/2006/relationships/oleObject" Target="../embeddings/oleObject28.bin"/><Relationship Id="rId10" Type="http://schemas.openxmlformats.org/officeDocument/2006/relationships/image" Target="../media/image21.wmf"/><Relationship Id="rId19" Type="http://schemas.openxmlformats.org/officeDocument/2006/relationships/oleObject" Target="../embeddings/oleObject26.bin"/><Relationship Id="rId4" Type="http://schemas.openxmlformats.org/officeDocument/2006/relationships/image" Target="../media/image18.wmf"/><Relationship Id="rId9" Type="http://schemas.openxmlformats.org/officeDocument/2006/relationships/oleObject" Target="../embeddings/oleObject21.bin"/><Relationship Id="rId14" Type="http://schemas.openxmlformats.org/officeDocument/2006/relationships/image" Target="../media/image23.wmf"/><Relationship Id="rId22"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34.bin"/><Relationship Id="rId18" Type="http://schemas.openxmlformats.org/officeDocument/2006/relationships/image" Target="../media/image34.emf"/><Relationship Id="rId3" Type="http://schemas.openxmlformats.org/officeDocument/2006/relationships/oleObject" Target="../embeddings/oleObject29.bin"/><Relationship Id="rId21" Type="http://schemas.openxmlformats.org/officeDocument/2006/relationships/oleObject" Target="../embeddings/oleObject38.bin"/><Relationship Id="rId7" Type="http://schemas.openxmlformats.org/officeDocument/2006/relationships/oleObject" Target="../embeddings/oleObject31.bin"/><Relationship Id="rId12" Type="http://schemas.openxmlformats.org/officeDocument/2006/relationships/image" Target="../media/image31.wmf"/><Relationship Id="rId17" Type="http://schemas.openxmlformats.org/officeDocument/2006/relationships/oleObject" Target="../embeddings/oleObject36.bin"/><Relationship Id="rId2" Type="http://schemas.openxmlformats.org/officeDocument/2006/relationships/slideLayout" Target="../slideLayouts/slideLayout1.xml"/><Relationship Id="rId16" Type="http://schemas.openxmlformats.org/officeDocument/2006/relationships/image" Target="../media/image33.wmf"/><Relationship Id="rId20" Type="http://schemas.openxmlformats.org/officeDocument/2006/relationships/image" Target="../media/image10.wmf"/><Relationship Id="rId1" Type="http://schemas.openxmlformats.org/officeDocument/2006/relationships/vmlDrawing" Target="../drawings/vmlDrawing6.vml"/><Relationship Id="rId6" Type="http://schemas.openxmlformats.org/officeDocument/2006/relationships/image" Target="../media/image28.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30.wmf"/><Relationship Id="rId19" Type="http://schemas.openxmlformats.org/officeDocument/2006/relationships/oleObject" Target="../embeddings/oleObject37.bin"/><Relationship Id="rId4" Type="http://schemas.openxmlformats.org/officeDocument/2006/relationships/image" Target="../media/image27.wmf"/><Relationship Id="rId9" Type="http://schemas.openxmlformats.org/officeDocument/2006/relationships/oleObject" Target="../embeddings/oleObject32.bin"/><Relationship Id="rId14" Type="http://schemas.openxmlformats.org/officeDocument/2006/relationships/image" Target="../media/image32.wmf"/><Relationship Id="rId22" Type="http://schemas.openxmlformats.org/officeDocument/2006/relationships/image" Target="../media/image11.wmf"/></Relationships>
</file>

<file path=ppt/slides/_rels/slide7.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39.e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36.e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38.wmf"/><Relationship Id="rId4" Type="http://schemas.openxmlformats.org/officeDocument/2006/relationships/image" Target="../media/image35.emf"/><Relationship Id="rId9" Type="http://schemas.openxmlformats.org/officeDocument/2006/relationships/oleObject" Target="../embeddings/oleObject42.bin"/></Relationships>
</file>

<file path=ppt/slides/_rels/slide8.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49.bin"/><Relationship Id="rId18" Type="http://schemas.openxmlformats.org/officeDocument/2006/relationships/image" Target="../media/image47.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44.wmf"/><Relationship Id="rId17" Type="http://schemas.openxmlformats.org/officeDocument/2006/relationships/oleObject" Target="../embeddings/oleObject51.bin"/><Relationship Id="rId2" Type="http://schemas.openxmlformats.org/officeDocument/2006/relationships/slideLayout" Target="../slideLayouts/slideLayout1.xml"/><Relationship Id="rId16" Type="http://schemas.openxmlformats.org/officeDocument/2006/relationships/image" Target="../media/image46.wmf"/><Relationship Id="rId20" Type="http://schemas.openxmlformats.org/officeDocument/2006/relationships/image" Target="../media/image17.emf"/><Relationship Id="rId1" Type="http://schemas.openxmlformats.org/officeDocument/2006/relationships/vmlDrawing" Target="../drawings/vmlDrawing8.vml"/><Relationship Id="rId6" Type="http://schemas.openxmlformats.org/officeDocument/2006/relationships/image" Target="../media/image41.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43.wmf"/><Relationship Id="rId19" Type="http://schemas.openxmlformats.org/officeDocument/2006/relationships/oleObject" Target="../embeddings/oleObject52.bin"/><Relationship Id="rId4" Type="http://schemas.openxmlformats.org/officeDocument/2006/relationships/image" Target="../media/image40.wmf"/><Relationship Id="rId9" Type="http://schemas.openxmlformats.org/officeDocument/2006/relationships/oleObject" Target="../embeddings/oleObject47.bin"/><Relationship Id="rId14" Type="http://schemas.openxmlformats.org/officeDocument/2006/relationships/image" Target="../media/image45.wmf"/></Relationships>
</file>

<file path=ppt/slides/_rels/slide9.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57.bin"/><Relationship Id="rId18" Type="http://schemas.openxmlformats.org/officeDocument/2006/relationships/image" Target="../media/image54.wmf"/><Relationship Id="rId3" Type="http://schemas.openxmlformats.org/officeDocument/2006/relationships/oleObject" Target="../embeddings/oleObject53.bin"/><Relationship Id="rId21" Type="http://schemas.openxmlformats.org/officeDocument/2006/relationships/oleObject" Target="../embeddings/oleObject61.bin"/><Relationship Id="rId7" Type="http://schemas.openxmlformats.org/officeDocument/2006/relationships/oleObject" Target="../embeddings/oleObject54.bin"/><Relationship Id="rId12" Type="http://schemas.openxmlformats.org/officeDocument/2006/relationships/image" Target="../media/image51.wmf"/><Relationship Id="rId17" Type="http://schemas.openxmlformats.org/officeDocument/2006/relationships/oleObject" Target="../embeddings/oleObject59.bin"/><Relationship Id="rId2" Type="http://schemas.openxmlformats.org/officeDocument/2006/relationships/slideLayout" Target="../slideLayouts/slideLayout2.xml"/><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vmlDrawing" Target="../drawings/vmlDrawing9.vml"/><Relationship Id="rId6" Type="http://schemas.openxmlformats.org/officeDocument/2006/relationships/image" Target="../media/image50.png"/><Relationship Id="rId11" Type="http://schemas.openxmlformats.org/officeDocument/2006/relationships/oleObject" Target="../embeddings/oleObject56.bin"/><Relationship Id="rId24" Type="http://schemas.openxmlformats.org/officeDocument/2006/relationships/image" Target="../media/image57.wmf"/><Relationship Id="rId5" Type="http://schemas.openxmlformats.org/officeDocument/2006/relationships/image" Target="../media/image49.png"/><Relationship Id="rId15" Type="http://schemas.openxmlformats.org/officeDocument/2006/relationships/oleObject" Target="../embeddings/oleObject58.bin"/><Relationship Id="rId23" Type="http://schemas.openxmlformats.org/officeDocument/2006/relationships/oleObject" Target="../embeddings/oleObject62.bin"/><Relationship Id="rId10" Type="http://schemas.openxmlformats.org/officeDocument/2006/relationships/image" Target="../media/image50.wmf"/><Relationship Id="rId19" Type="http://schemas.openxmlformats.org/officeDocument/2006/relationships/oleObject" Target="../embeddings/oleObject60.bin"/><Relationship Id="rId4" Type="http://schemas.openxmlformats.org/officeDocument/2006/relationships/image" Target="../media/image48.wmf"/><Relationship Id="rId9" Type="http://schemas.openxmlformats.org/officeDocument/2006/relationships/oleObject" Target="../embeddings/oleObject55.bin"/><Relationship Id="rId14" Type="http://schemas.openxmlformats.org/officeDocument/2006/relationships/image" Target="../media/image52.wmf"/><Relationship Id="rId22" Type="http://schemas.openxmlformats.org/officeDocument/2006/relationships/image" Target="../media/image56.wmf"/></Relationships>
</file>

<file path=ppt/slides/_rels/slide10.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68.bin"/><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62.emf"/><Relationship Id="rId2" Type="http://schemas.openxmlformats.org/officeDocument/2006/relationships/slideLayout" Target="../slideLayouts/slideLayout1.xml"/><Relationship Id="rId16" Type="http://schemas.openxmlformats.org/officeDocument/2006/relationships/image" Target="../media/image64.wmf"/><Relationship Id="rId1" Type="http://schemas.openxmlformats.org/officeDocument/2006/relationships/vmlDrawing" Target="../drawings/vmlDrawing10.vml"/><Relationship Id="rId6" Type="http://schemas.openxmlformats.org/officeDocument/2006/relationships/image" Target="../media/image59.wmf"/><Relationship Id="rId11" Type="http://schemas.openxmlformats.org/officeDocument/2006/relationships/oleObject" Target="../embeddings/oleObject67.bin"/><Relationship Id="rId5" Type="http://schemas.openxmlformats.org/officeDocument/2006/relationships/oleObject" Target="../embeddings/oleObject64.bin"/><Relationship Id="rId15" Type="http://schemas.openxmlformats.org/officeDocument/2006/relationships/oleObject" Target="../embeddings/oleObject69.bin"/><Relationship Id="rId10" Type="http://schemas.openxmlformats.org/officeDocument/2006/relationships/image" Target="../media/image61.wmf"/><Relationship Id="rId4" Type="http://schemas.openxmlformats.org/officeDocument/2006/relationships/image" Target="../media/image58.wmf"/><Relationship Id="rId9" Type="http://schemas.openxmlformats.org/officeDocument/2006/relationships/oleObject" Target="../embeddings/oleObject66.bin"/><Relationship Id="rId14" Type="http://schemas.openxmlformats.org/officeDocument/2006/relationships/image" Target="../media/image63.wmf"/></Relationships>
</file>

<file path=ppt/slides/_rels/slide11.xml.rels><?xml version="1.0" encoding="UTF-8" standalone="yes"?>
<Relationships xmlns="http://schemas.openxmlformats.org/package/2006/relationships"><Relationship Id="rId8" Type="http://schemas.openxmlformats.org/officeDocument/2006/relationships/image" Target="../media/image67.emf"/><Relationship Id="rId13" Type="http://schemas.openxmlformats.org/officeDocument/2006/relationships/oleObject" Target="../embeddings/oleObject75.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69.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66.wmf"/><Relationship Id="rId11" Type="http://schemas.openxmlformats.org/officeDocument/2006/relationships/oleObject" Target="../embeddings/oleObject74.bin"/><Relationship Id="rId5" Type="http://schemas.openxmlformats.org/officeDocument/2006/relationships/oleObject" Target="../embeddings/oleObject71.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73.bin"/><Relationship Id="rId14" Type="http://schemas.openxmlformats.org/officeDocument/2006/relationships/image" Target="../media/image70.wmf"/></Relationships>
</file>

<file path=ppt/slides/_rels/slide12.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81.bin"/><Relationship Id="rId18" Type="http://schemas.openxmlformats.org/officeDocument/2006/relationships/image" Target="../media/image78.wmf"/><Relationship Id="rId26" Type="http://schemas.openxmlformats.org/officeDocument/2006/relationships/image" Target="../media/image82.emf"/><Relationship Id="rId3" Type="http://schemas.openxmlformats.org/officeDocument/2006/relationships/oleObject" Target="../embeddings/oleObject76.bin"/><Relationship Id="rId21" Type="http://schemas.openxmlformats.org/officeDocument/2006/relationships/oleObject" Target="../embeddings/oleObject85.bin"/><Relationship Id="rId7" Type="http://schemas.openxmlformats.org/officeDocument/2006/relationships/oleObject" Target="../embeddings/oleObject78.bin"/><Relationship Id="rId12" Type="http://schemas.openxmlformats.org/officeDocument/2006/relationships/image" Target="../media/image75.wmf"/><Relationship Id="rId17" Type="http://schemas.openxmlformats.org/officeDocument/2006/relationships/oleObject" Target="../embeddings/oleObject83.bin"/><Relationship Id="rId25" Type="http://schemas.openxmlformats.org/officeDocument/2006/relationships/oleObject" Target="../embeddings/oleObject87.bin"/><Relationship Id="rId2" Type="http://schemas.openxmlformats.org/officeDocument/2006/relationships/slideLayout" Target="../slideLayouts/slideLayout1.xml"/><Relationship Id="rId16" Type="http://schemas.openxmlformats.org/officeDocument/2006/relationships/image" Target="../media/image77.wmf"/><Relationship Id="rId20" Type="http://schemas.openxmlformats.org/officeDocument/2006/relationships/image" Target="../media/image79.wmf"/><Relationship Id="rId1" Type="http://schemas.openxmlformats.org/officeDocument/2006/relationships/vmlDrawing" Target="../drawings/vmlDrawing12.vml"/><Relationship Id="rId6" Type="http://schemas.openxmlformats.org/officeDocument/2006/relationships/image" Target="../media/image72.emf"/><Relationship Id="rId11" Type="http://schemas.openxmlformats.org/officeDocument/2006/relationships/oleObject" Target="../embeddings/oleObject80.bin"/><Relationship Id="rId24" Type="http://schemas.openxmlformats.org/officeDocument/2006/relationships/image" Target="../media/image81.wmf"/><Relationship Id="rId5" Type="http://schemas.openxmlformats.org/officeDocument/2006/relationships/oleObject" Target="../embeddings/oleObject77.bin"/><Relationship Id="rId15" Type="http://schemas.openxmlformats.org/officeDocument/2006/relationships/oleObject" Target="../embeddings/oleObject82.bin"/><Relationship Id="rId23" Type="http://schemas.openxmlformats.org/officeDocument/2006/relationships/oleObject" Target="../embeddings/oleObject86.bin"/><Relationship Id="rId10" Type="http://schemas.openxmlformats.org/officeDocument/2006/relationships/image" Target="../media/image74.wmf"/><Relationship Id="rId19" Type="http://schemas.openxmlformats.org/officeDocument/2006/relationships/oleObject" Target="../embeddings/oleObject84.bin"/><Relationship Id="rId4" Type="http://schemas.openxmlformats.org/officeDocument/2006/relationships/image" Target="../media/image71.emf"/><Relationship Id="rId9" Type="http://schemas.openxmlformats.org/officeDocument/2006/relationships/oleObject" Target="../embeddings/oleObject79.bin"/><Relationship Id="rId14" Type="http://schemas.openxmlformats.org/officeDocument/2006/relationships/image" Target="../media/image76.wmf"/><Relationship Id="rId22" Type="http://schemas.openxmlformats.org/officeDocument/2006/relationships/image" Target="../media/image80.wmf"/></Relationships>
</file>

<file path=ppt/slides/_rels/slide13.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87.emf"/><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84.wmf"/><Relationship Id="rId11" Type="http://schemas.openxmlformats.org/officeDocument/2006/relationships/oleObject" Target="../embeddings/oleObject92.bin"/><Relationship Id="rId5" Type="http://schemas.openxmlformats.org/officeDocument/2006/relationships/oleObject" Target="../embeddings/oleObject89.bin"/><Relationship Id="rId10" Type="http://schemas.openxmlformats.org/officeDocument/2006/relationships/image" Target="../media/image86.emf"/><Relationship Id="rId4" Type="http://schemas.openxmlformats.org/officeDocument/2006/relationships/image" Target="../media/image83.emf"/><Relationship Id="rId9" Type="http://schemas.openxmlformats.org/officeDocument/2006/relationships/oleObject" Target="../embeddings/oleObject91.bin"/><Relationship Id="rId14" Type="http://schemas.openxmlformats.org/officeDocument/2006/relationships/image" Target="../media/image71.emf"/></Relationships>
</file>

<file path=ppt/slides/_rels/slide14.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99.bin"/><Relationship Id="rId18" Type="http://schemas.openxmlformats.org/officeDocument/2006/relationships/image" Target="../media/image95.wmf"/><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92.wmf"/><Relationship Id="rId17" Type="http://schemas.openxmlformats.org/officeDocument/2006/relationships/oleObject" Target="../embeddings/oleObject101.bin"/><Relationship Id="rId2" Type="http://schemas.openxmlformats.org/officeDocument/2006/relationships/slideLayout" Target="../slideLayouts/slideLayout1.xml"/><Relationship Id="rId16" Type="http://schemas.openxmlformats.org/officeDocument/2006/relationships/image" Target="../media/image94.wmf"/><Relationship Id="rId1" Type="http://schemas.openxmlformats.org/officeDocument/2006/relationships/vmlDrawing" Target="../drawings/vmlDrawing14.vml"/><Relationship Id="rId6" Type="http://schemas.openxmlformats.org/officeDocument/2006/relationships/image" Target="../media/image89.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00.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97.bin"/><Relationship Id="rId14" Type="http://schemas.openxmlformats.org/officeDocument/2006/relationships/image" Target="../media/image93.wmf"/></Relationships>
</file>

<file path=ppt/slides/_rels/slide15.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102.bin"/><Relationship Id="rId7" Type="http://schemas.openxmlformats.org/officeDocument/2006/relationships/oleObject" Target="../embeddings/oleObject104.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97.wmf"/><Relationship Id="rId5" Type="http://schemas.openxmlformats.org/officeDocument/2006/relationships/oleObject" Target="../embeddings/oleObject103.bin"/><Relationship Id="rId10" Type="http://schemas.openxmlformats.org/officeDocument/2006/relationships/image" Target="../media/image99.emf"/><Relationship Id="rId4" Type="http://schemas.openxmlformats.org/officeDocument/2006/relationships/image" Target="../media/image96.wmf"/><Relationship Id="rId9" Type="http://schemas.openxmlformats.org/officeDocument/2006/relationships/oleObject" Target="../embeddings/oleObject105.bin"/></Relationships>
</file>

<file path=ppt/slides/_rels/slide16.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11.bin"/><Relationship Id="rId18" Type="http://schemas.openxmlformats.org/officeDocument/2006/relationships/image" Target="../media/image107.w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04.wmf"/><Relationship Id="rId17" Type="http://schemas.openxmlformats.org/officeDocument/2006/relationships/oleObject" Target="../embeddings/oleObject113.bin"/><Relationship Id="rId2" Type="http://schemas.openxmlformats.org/officeDocument/2006/relationships/slideLayout" Target="../slideLayouts/slideLayout1.xml"/><Relationship Id="rId16" Type="http://schemas.openxmlformats.org/officeDocument/2006/relationships/image" Target="../media/image106.emf"/><Relationship Id="rId20" Type="http://schemas.openxmlformats.org/officeDocument/2006/relationships/image" Target="../media/image108.emf"/><Relationship Id="rId1" Type="http://schemas.openxmlformats.org/officeDocument/2006/relationships/vmlDrawing" Target="../drawings/vmlDrawing16.vml"/><Relationship Id="rId6" Type="http://schemas.openxmlformats.org/officeDocument/2006/relationships/image" Target="../media/image101.wmf"/><Relationship Id="rId11" Type="http://schemas.openxmlformats.org/officeDocument/2006/relationships/oleObject" Target="../embeddings/oleObject110.bin"/><Relationship Id="rId5" Type="http://schemas.openxmlformats.org/officeDocument/2006/relationships/oleObject" Target="../embeddings/oleObject107.bin"/><Relationship Id="rId15" Type="http://schemas.openxmlformats.org/officeDocument/2006/relationships/oleObject" Target="../embeddings/oleObject112.bin"/><Relationship Id="rId10" Type="http://schemas.openxmlformats.org/officeDocument/2006/relationships/image" Target="../media/image103.wmf"/><Relationship Id="rId19" Type="http://schemas.openxmlformats.org/officeDocument/2006/relationships/oleObject" Target="../embeddings/oleObject114.bin"/><Relationship Id="rId4" Type="http://schemas.openxmlformats.org/officeDocument/2006/relationships/image" Target="../media/image100.wmf"/><Relationship Id="rId9" Type="http://schemas.openxmlformats.org/officeDocument/2006/relationships/oleObject" Target="../embeddings/oleObject109.bin"/><Relationship Id="rId14" Type="http://schemas.openxmlformats.org/officeDocument/2006/relationships/image" Target="../media/image105.wmf"/></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120.bin"/><Relationship Id="rId18" Type="http://schemas.openxmlformats.org/officeDocument/2006/relationships/image" Target="../media/image116.wmf"/><Relationship Id="rId26" Type="http://schemas.openxmlformats.org/officeDocument/2006/relationships/image" Target="../media/image120.wmf"/><Relationship Id="rId3" Type="http://schemas.openxmlformats.org/officeDocument/2006/relationships/oleObject" Target="../embeddings/oleObject115.bin"/><Relationship Id="rId21" Type="http://schemas.openxmlformats.org/officeDocument/2006/relationships/oleObject" Target="../embeddings/oleObject124.bin"/><Relationship Id="rId34" Type="http://schemas.openxmlformats.org/officeDocument/2006/relationships/image" Target="../media/image124.emf"/><Relationship Id="rId7" Type="http://schemas.openxmlformats.org/officeDocument/2006/relationships/oleObject" Target="../embeddings/oleObject117.bin"/><Relationship Id="rId12" Type="http://schemas.openxmlformats.org/officeDocument/2006/relationships/image" Target="../media/image113.wmf"/><Relationship Id="rId17" Type="http://schemas.openxmlformats.org/officeDocument/2006/relationships/oleObject" Target="../embeddings/oleObject122.bin"/><Relationship Id="rId25" Type="http://schemas.openxmlformats.org/officeDocument/2006/relationships/oleObject" Target="../embeddings/oleObject126.bin"/><Relationship Id="rId33" Type="http://schemas.openxmlformats.org/officeDocument/2006/relationships/oleObject" Target="../embeddings/oleObject130.bin"/><Relationship Id="rId2" Type="http://schemas.openxmlformats.org/officeDocument/2006/relationships/slideLayout" Target="../slideLayouts/slideLayout1.xml"/><Relationship Id="rId16" Type="http://schemas.openxmlformats.org/officeDocument/2006/relationships/image" Target="../media/image115.wmf"/><Relationship Id="rId20" Type="http://schemas.openxmlformats.org/officeDocument/2006/relationships/image" Target="../media/image117.wmf"/><Relationship Id="rId29" Type="http://schemas.openxmlformats.org/officeDocument/2006/relationships/oleObject" Target="../embeddings/oleObject128.bin"/><Relationship Id="rId1" Type="http://schemas.openxmlformats.org/officeDocument/2006/relationships/vmlDrawing" Target="../drawings/vmlDrawing17.vml"/><Relationship Id="rId6" Type="http://schemas.openxmlformats.org/officeDocument/2006/relationships/image" Target="../media/image110.wmf"/><Relationship Id="rId11" Type="http://schemas.openxmlformats.org/officeDocument/2006/relationships/oleObject" Target="../embeddings/oleObject119.bin"/><Relationship Id="rId24" Type="http://schemas.openxmlformats.org/officeDocument/2006/relationships/image" Target="../media/image119.wmf"/><Relationship Id="rId32" Type="http://schemas.openxmlformats.org/officeDocument/2006/relationships/image" Target="../media/image123.wmf"/><Relationship Id="rId5" Type="http://schemas.openxmlformats.org/officeDocument/2006/relationships/oleObject" Target="../embeddings/oleObject116.bin"/><Relationship Id="rId15" Type="http://schemas.openxmlformats.org/officeDocument/2006/relationships/oleObject" Target="../embeddings/oleObject121.bin"/><Relationship Id="rId23" Type="http://schemas.openxmlformats.org/officeDocument/2006/relationships/oleObject" Target="../embeddings/oleObject125.bin"/><Relationship Id="rId28" Type="http://schemas.openxmlformats.org/officeDocument/2006/relationships/image" Target="../media/image121.wmf"/><Relationship Id="rId10" Type="http://schemas.openxmlformats.org/officeDocument/2006/relationships/image" Target="../media/image112.wmf"/><Relationship Id="rId19" Type="http://schemas.openxmlformats.org/officeDocument/2006/relationships/oleObject" Target="../embeddings/oleObject123.bin"/><Relationship Id="rId31" Type="http://schemas.openxmlformats.org/officeDocument/2006/relationships/oleObject" Target="../embeddings/oleObject129.bin"/><Relationship Id="rId4" Type="http://schemas.openxmlformats.org/officeDocument/2006/relationships/image" Target="../media/image109.emf"/><Relationship Id="rId9" Type="http://schemas.openxmlformats.org/officeDocument/2006/relationships/oleObject" Target="../embeddings/oleObject118.bin"/><Relationship Id="rId14" Type="http://schemas.openxmlformats.org/officeDocument/2006/relationships/image" Target="../media/image114.wmf"/><Relationship Id="rId22" Type="http://schemas.openxmlformats.org/officeDocument/2006/relationships/image" Target="../media/image118.wmf"/><Relationship Id="rId27" Type="http://schemas.openxmlformats.org/officeDocument/2006/relationships/oleObject" Target="../embeddings/oleObject127.bin"/><Relationship Id="rId30" Type="http://schemas.openxmlformats.org/officeDocument/2006/relationships/image" Target="../media/image122.emf"/><Relationship Id="rId8" Type="http://schemas.openxmlformats.org/officeDocument/2006/relationships/image" Target="../media/image111.wmf"/></Relationships>
</file>

<file path=ppt/slides/_rels/slide18.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136.bin"/><Relationship Id="rId18" Type="http://schemas.openxmlformats.org/officeDocument/2006/relationships/image" Target="../media/image132.wmf"/><Relationship Id="rId3" Type="http://schemas.openxmlformats.org/officeDocument/2006/relationships/oleObject" Target="../embeddings/oleObject131.bin"/><Relationship Id="rId21" Type="http://schemas.openxmlformats.org/officeDocument/2006/relationships/oleObject" Target="../embeddings/oleObject140.bin"/><Relationship Id="rId7" Type="http://schemas.openxmlformats.org/officeDocument/2006/relationships/oleObject" Target="../embeddings/oleObject133.bin"/><Relationship Id="rId12" Type="http://schemas.openxmlformats.org/officeDocument/2006/relationships/image" Target="../media/image129.wmf"/><Relationship Id="rId17" Type="http://schemas.openxmlformats.org/officeDocument/2006/relationships/oleObject" Target="../embeddings/oleObject138.bin"/><Relationship Id="rId2" Type="http://schemas.openxmlformats.org/officeDocument/2006/relationships/slideLayout" Target="../slideLayouts/slideLayout1.xml"/><Relationship Id="rId16" Type="http://schemas.openxmlformats.org/officeDocument/2006/relationships/image" Target="../media/image131.wmf"/><Relationship Id="rId20" Type="http://schemas.openxmlformats.org/officeDocument/2006/relationships/image" Target="../media/image133.wmf"/><Relationship Id="rId1" Type="http://schemas.openxmlformats.org/officeDocument/2006/relationships/vmlDrawing" Target="../drawings/vmlDrawing18.vml"/><Relationship Id="rId6" Type="http://schemas.openxmlformats.org/officeDocument/2006/relationships/image" Target="../media/image126.wmf"/><Relationship Id="rId11" Type="http://schemas.openxmlformats.org/officeDocument/2006/relationships/oleObject" Target="../embeddings/oleObject135.bin"/><Relationship Id="rId5" Type="http://schemas.openxmlformats.org/officeDocument/2006/relationships/oleObject" Target="../embeddings/oleObject132.bin"/><Relationship Id="rId15" Type="http://schemas.openxmlformats.org/officeDocument/2006/relationships/oleObject" Target="../embeddings/oleObject137.bin"/><Relationship Id="rId10" Type="http://schemas.openxmlformats.org/officeDocument/2006/relationships/image" Target="../media/image128.wmf"/><Relationship Id="rId19" Type="http://schemas.openxmlformats.org/officeDocument/2006/relationships/oleObject" Target="../embeddings/oleObject139.bin"/><Relationship Id="rId4" Type="http://schemas.openxmlformats.org/officeDocument/2006/relationships/image" Target="../media/image125.wmf"/><Relationship Id="rId9" Type="http://schemas.openxmlformats.org/officeDocument/2006/relationships/oleObject" Target="../embeddings/oleObject134.bin"/><Relationship Id="rId14" Type="http://schemas.openxmlformats.org/officeDocument/2006/relationships/image" Target="../media/image130.wmf"/><Relationship Id="rId22" Type="http://schemas.openxmlformats.org/officeDocument/2006/relationships/image" Target="../media/image134.emf"/></Relationships>
</file>

<file path=ppt/slides/_rels/slide19.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oleObject" Target="../embeddings/oleObject141.bin"/><Relationship Id="rId7" Type="http://schemas.openxmlformats.org/officeDocument/2006/relationships/oleObject" Target="../embeddings/oleObject143.bin"/><Relationship Id="rId12" Type="http://schemas.openxmlformats.org/officeDocument/2006/relationships/image" Target="../media/image139.wmf"/><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image" Target="../media/image136.wmf"/><Relationship Id="rId11" Type="http://schemas.openxmlformats.org/officeDocument/2006/relationships/oleObject" Target="../embeddings/oleObject145.bin"/><Relationship Id="rId5" Type="http://schemas.openxmlformats.org/officeDocument/2006/relationships/oleObject" Target="../embeddings/oleObject142.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144.bin"/></Relationships>
</file>

<file path=ppt/slides/_rels/slide20.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51.bin"/><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143.wmf"/><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114.wmf"/><Relationship Id="rId11" Type="http://schemas.openxmlformats.org/officeDocument/2006/relationships/oleObject" Target="../embeddings/oleObject150.bin"/><Relationship Id="rId5" Type="http://schemas.openxmlformats.org/officeDocument/2006/relationships/oleObject" Target="../embeddings/oleObject147.bin"/><Relationship Id="rId10" Type="http://schemas.openxmlformats.org/officeDocument/2006/relationships/image" Target="../media/image142.wmf"/><Relationship Id="rId4" Type="http://schemas.openxmlformats.org/officeDocument/2006/relationships/image" Target="../media/image140.emf"/><Relationship Id="rId9" Type="http://schemas.openxmlformats.org/officeDocument/2006/relationships/oleObject" Target="../embeddings/oleObject149.bin"/><Relationship Id="rId14" Type="http://schemas.openxmlformats.org/officeDocument/2006/relationships/image" Target="../media/image144.emf"/></Relationships>
</file>

<file path=ppt/slides/_rels/slide21.xml.rels><?xml version="1.0" encoding="UTF-8" standalone="yes"?>
<Relationships xmlns="http://schemas.openxmlformats.org/package/2006/relationships"><Relationship Id="rId13" Type="http://schemas.openxmlformats.org/officeDocument/2006/relationships/oleObject" Target="../embeddings/oleObject157.bin"/><Relationship Id="rId18" Type="http://schemas.openxmlformats.org/officeDocument/2006/relationships/image" Target="../media/image152.wmf"/><Relationship Id="rId26" Type="http://schemas.openxmlformats.org/officeDocument/2006/relationships/image" Target="../media/image156.wmf"/><Relationship Id="rId3" Type="http://schemas.openxmlformats.org/officeDocument/2006/relationships/oleObject" Target="../embeddings/oleObject152.bin"/><Relationship Id="rId21" Type="http://schemas.openxmlformats.org/officeDocument/2006/relationships/oleObject" Target="../embeddings/oleObject161.bin"/><Relationship Id="rId34" Type="http://schemas.openxmlformats.org/officeDocument/2006/relationships/image" Target="../media/image160.emf"/><Relationship Id="rId7" Type="http://schemas.openxmlformats.org/officeDocument/2006/relationships/oleObject" Target="../embeddings/oleObject154.bin"/><Relationship Id="rId12" Type="http://schemas.openxmlformats.org/officeDocument/2006/relationships/image" Target="../media/image149.wmf"/><Relationship Id="rId17" Type="http://schemas.openxmlformats.org/officeDocument/2006/relationships/oleObject" Target="../embeddings/oleObject159.bin"/><Relationship Id="rId25" Type="http://schemas.openxmlformats.org/officeDocument/2006/relationships/oleObject" Target="../embeddings/oleObject163.bin"/><Relationship Id="rId33" Type="http://schemas.openxmlformats.org/officeDocument/2006/relationships/oleObject" Target="../embeddings/oleObject167.bin"/><Relationship Id="rId2" Type="http://schemas.openxmlformats.org/officeDocument/2006/relationships/slideLayout" Target="../slideLayouts/slideLayout1.xml"/><Relationship Id="rId16" Type="http://schemas.openxmlformats.org/officeDocument/2006/relationships/image" Target="../media/image151.wmf"/><Relationship Id="rId20" Type="http://schemas.openxmlformats.org/officeDocument/2006/relationships/image" Target="../media/image153.wmf"/><Relationship Id="rId29" Type="http://schemas.openxmlformats.org/officeDocument/2006/relationships/oleObject" Target="../embeddings/oleObject165.bin"/><Relationship Id="rId1" Type="http://schemas.openxmlformats.org/officeDocument/2006/relationships/vmlDrawing" Target="../drawings/vmlDrawing21.vml"/><Relationship Id="rId6" Type="http://schemas.openxmlformats.org/officeDocument/2006/relationships/image" Target="../media/image146.wmf"/><Relationship Id="rId11" Type="http://schemas.openxmlformats.org/officeDocument/2006/relationships/oleObject" Target="../embeddings/oleObject156.bin"/><Relationship Id="rId24" Type="http://schemas.openxmlformats.org/officeDocument/2006/relationships/image" Target="../media/image155.wmf"/><Relationship Id="rId32" Type="http://schemas.openxmlformats.org/officeDocument/2006/relationships/image" Target="../media/image159.wmf"/><Relationship Id="rId5" Type="http://schemas.openxmlformats.org/officeDocument/2006/relationships/oleObject" Target="../embeddings/oleObject153.bin"/><Relationship Id="rId15" Type="http://schemas.openxmlformats.org/officeDocument/2006/relationships/oleObject" Target="../embeddings/oleObject158.bin"/><Relationship Id="rId23" Type="http://schemas.openxmlformats.org/officeDocument/2006/relationships/oleObject" Target="../embeddings/oleObject162.bin"/><Relationship Id="rId28" Type="http://schemas.openxmlformats.org/officeDocument/2006/relationships/image" Target="../media/image157.wmf"/><Relationship Id="rId10" Type="http://schemas.openxmlformats.org/officeDocument/2006/relationships/image" Target="../media/image148.wmf"/><Relationship Id="rId19" Type="http://schemas.openxmlformats.org/officeDocument/2006/relationships/oleObject" Target="../embeddings/oleObject160.bin"/><Relationship Id="rId31" Type="http://schemas.openxmlformats.org/officeDocument/2006/relationships/oleObject" Target="../embeddings/oleObject166.bin"/><Relationship Id="rId4" Type="http://schemas.openxmlformats.org/officeDocument/2006/relationships/image" Target="../media/image145.wmf"/><Relationship Id="rId9" Type="http://schemas.openxmlformats.org/officeDocument/2006/relationships/oleObject" Target="../embeddings/oleObject155.bin"/><Relationship Id="rId14" Type="http://schemas.openxmlformats.org/officeDocument/2006/relationships/image" Target="../media/image150.wmf"/><Relationship Id="rId22" Type="http://schemas.openxmlformats.org/officeDocument/2006/relationships/image" Target="../media/image154.wmf"/><Relationship Id="rId27" Type="http://schemas.openxmlformats.org/officeDocument/2006/relationships/oleObject" Target="../embeddings/oleObject164.bin"/><Relationship Id="rId30" Type="http://schemas.openxmlformats.org/officeDocument/2006/relationships/image" Target="../media/image158.wmf"/><Relationship Id="rId8" Type="http://schemas.openxmlformats.org/officeDocument/2006/relationships/image" Target="../media/image147.wmf"/></Relationships>
</file>

<file path=ppt/slides/_rels/slide22.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173.bin"/><Relationship Id="rId18" Type="http://schemas.openxmlformats.org/officeDocument/2006/relationships/image" Target="../media/image168.emf"/><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65.wmf"/><Relationship Id="rId17" Type="http://schemas.openxmlformats.org/officeDocument/2006/relationships/oleObject" Target="../embeddings/oleObject175.bin"/><Relationship Id="rId2" Type="http://schemas.openxmlformats.org/officeDocument/2006/relationships/slideLayout" Target="../slideLayouts/slideLayout1.xml"/><Relationship Id="rId16" Type="http://schemas.openxmlformats.org/officeDocument/2006/relationships/image" Target="../media/image167.emf"/><Relationship Id="rId1" Type="http://schemas.openxmlformats.org/officeDocument/2006/relationships/vmlDrawing" Target="../drawings/vmlDrawing22.vml"/><Relationship Id="rId6" Type="http://schemas.openxmlformats.org/officeDocument/2006/relationships/image" Target="../media/image162.wmf"/><Relationship Id="rId11" Type="http://schemas.openxmlformats.org/officeDocument/2006/relationships/oleObject" Target="../embeddings/oleObject172.bin"/><Relationship Id="rId5" Type="http://schemas.openxmlformats.org/officeDocument/2006/relationships/oleObject" Target="../embeddings/oleObject169.bin"/><Relationship Id="rId15" Type="http://schemas.openxmlformats.org/officeDocument/2006/relationships/oleObject" Target="../embeddings/oleObject174.bin"/><Relationship Id="rId10" Type="http://schemas.openxmlformats.org/officeDocument/2006/relationships/image" Target="../media/image164.wmf"/><Relationship Id="rId4" Type="http://schemas.openxmlformats.org/officeDocument/2006/relationships/image" Target="../media/image161.emf"/><Relationship Id="rId9" Type="http://schemas.openxmlformats.org/officeDocument/2006/relationships/oleObject" Target="../embeddings/oleObject171.bin"/><Relationship Id="rId14" Type="http://schemas.openxmlformats.org/officeDocument/2006/relationships/image" Target="../media/image166.wmf"/></Relationships>
</file>

<file path=ppt/slides/_rels/slide23.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81.bin"/><Relationship Id="rId18" Type="http://schemas.openxmlformats.org/officeDocument/2006/relationships/image" Target="../media/image175.emf"/><Relationship Id="rId3" Type="http://schemas.openxmlformats.org/officeDocument/2006/relationships/oleObject" Target="../embeddings/oleObject176.bin"/><Relationship Id="rId21" Type="http://schemas.openxmlformats.org/officeDocument/2006/relationships/oleObject" Target="../embeddings/oleObject185.bin"/><Relationship Id="rId7" Type="http://schemas.openxmlformats.org/officeDocument/2006/relationships/oleObject" Target="../embeddings/oleObject178.bin"/><Relationship Id="rId12" Type="http://schemas.openxmlformats.org/officeDocument/2006/relationships/image" Target="../media/image172.wmf"/><Relationship Id="rId17" Type="http://schemas.openxmlformats.org/officeDocument/2006/relationships/oleObject" Target="../embeddings/oleObject183.bin"/><Relationship Id="rId2" Type="http://schemas.openxmlformats.org/officeDocument/2006/relationships/slideLayout" Target="../slideLayouts/slideLayout1.xml"/><Relationship Id="rId16" Type="http://schemas.openxmlformats.org/officeDocument/2006/relationships/image" Target="../media/image174.wmf"/><Relationship Id="rId20" Type="http://schemas.openxmlformats.org/officeDocument/2006/relationships/image" Target="../media/image176.wmf"/><Relationship Id="rId1" Type="http://schemas.openxmlformats.org/officeDocument/2006/relationships/vmlDrawing" Target="../drawings/vmlDrawing23.vml"/><Relationship Id="rId6" Type="http://schemas.openxmlformats.org/officeDocument/2006/relationships/image" Target="../media/image114.wmf"/><Relationship Id="rId11" Type="http://schemas.openxmlformats.org/officeDocument/2006/relationships/oleObject" Target="../embeddings/oleObject180.bin"/><Relationship Id="rId24" Type="http://schemas.openxmlformats.org/officeDocument/2006/relationships/image" Target="../media/image178.emf"/><Relationship Id="rId5" Type="http://schemas.openxmlformats.org/officeDocument/2006/relationships/oleObject" Target="../embeddings/oleObject177.bin"/><Relationship Id="rId15" Type="http://schemas.openxmlformats.org/officeDocument/2006/relationships/oleObject" Target="../embeddings/oleObject182.bin"/><Relationship Id="rId23" Type="http://schemas.openxmlformats.org/officeDocument/2006/relationships/oleObject" Target="../embeddings/oleObject186.bin"/><Relationship Id="rId10" Type="http://schemas.openxmlformats.org/officeDocument/2006/relationships/image" Target="../media/image171.wmf"/><Relationship Id="rId19" Type="http://schemas.openxmlformats.org/officeDocument/2006/relationships/oleObject" Target="../embeddings/oleObject184.bin"/><Relationship Id="rId4" Type="http://schemas.openxmlformats.org/officeDocument/2006/relationships/image" Target="../media/image169.emf"/><Relationship Id="rId9" Type="http://schemas.openxmlformats.org/officeDocument/2006/relationships/oleObject" Target="../embeddings/oleObject179.bin"/><Relationship Id="rId14" Type="http://schemas.openxmlformats.org/officeDocument/2006/relationships/image" Target="../media/image173.wmf"/><Relationship Id="rId22" Type="http://schemas.openxmlformats.org/officeDocument/2006/relationships/image" Target="../media/image177.wmf"/></Relationships>
</file>

<file path=ppt/slides/_rels/slide24.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oleObject" Target="../embeddings/oleObject192.bin"/><Relationship Id="rId18" Type="http://schemas.openxmlformats.org/officeDocument/2006/relationships/image" Target="../media/image186.wmf"/><Relationship Id="rId26" Type="http://schemas.openxmlformats.org/officeDocument/2006/relationships/image" Target="../media/image190.wmf"/><Relationship Id="rId3" Type="http://schemas.openxmlformats.org/officeDocument/2006/relationships/oleObject" Target="../embeddings/oleObject187.bin"/><Relationship Id="rId21" Type="http://schemas.openxmlformats.org/officeDocument/2006/relationships/oleObject" Target="../embeddings/oleObject196.bin"/><Relationship Id="rId7" Type="http://schemas.openxmlformats.org/officeDocument/2006/relationships/oleObject" Target="../embeddings/oleObject189.bin"/><Relationship Id="rId12" Type="http://schemas.openxmlformats.org/officeDocument/2006/relationships/image" Target="../media/image183.wmf"/><Relationship Id="rId17" Type="http://schemas.openxmlformats.org/officeDocument/2006/relationships/oleObject" Target="../embeddings/oleObject194.bin"/><Relationship Id="rId25" Type="http://schemas.openxmlformats.org/officeDocument/2006/relationships/oleObject" Target="../embeddings/oleObject198.bin"/><Relationship Id="rId2" Type="http://schemas.openxmlformats.org/officeDocument/2006/relationships/slideLayout" Target="../slideLayouts/slideLayout1.xml"/><Relationship Id="rId16" Type="http://schemas.openxmlformats.org/officeDocument/2006/relationships/image" Target="../media/image185.emf"/><Relationship Id="rId20" Type="http://schemas.openxmlformats.org/officeDocument/2006/relationships/image" Target="../media/image187.wmf"/><Relationship Id="rId29" Type="http://schemas.openxmlformats.org/officeDocument/2006/relationships/oleObject" Target="../embeddings/oleObject200.bin"/><Relationship Id="rId1" Type="http://schemas.openxmlformats.org/officeDocument/2006/relationships/vmlDrawing" Target="../drawings/vmlDrawing24.vml"/><Relationship Id="rId6" Type="http://schemas.openxmlformats.org/officeDocument/2006/relationships/image" Target="../media/image180.wmf"/><Relationship Id="rId11" Type="http://schemas.openxmlformats.org/officeDocument/2006/relationships/oleObject" Target="../embeddings/oleObject191.bin"/><Relationship Id="rId24" Type="http://schemas.openxmlformats.org/officeDocument/2006/relationships/image" Target="../media/image189.wmf"/><Relationship Id="rId5" Type="http://schemas.openxmlformats.org/officeDocument/2006/relationships/oleObject" Target="../embeddings/oleObject188.bin"/><Relationship Id="rId15" Type="http://schemas.openxmlformats.org/officeDocument/2006/relationships/oleObject" Target="../embeddings/oleObject193.bin"/><Relationship Id="rId23" Type="http://schemas.openxmlformats.org/officeDocument/2006/relationships/oleObject" Target="../embeddings/oleObject197.bin"/><Relationship Id="rId28" Type="http://schemas.openxmlformats.org/officeDocument/2006/relationships/image" Target="../media/image191.wmf"/><Relationship Id="rId10" Type="http://schemas.openxmlformats.org/officeDocument/2006/relationships/image" Target="../media/image182.wmf"/><Relationship Id="rId19" Type="http://schemas.openxmlformats.org/officeDocument/2006/relationships/oleObject" Target="../embeddings/oleObject195.bin"/><Relationship Id="rId4" Type="http://schemas.openxmlformats.org/officeDocument/2006/relationships/image" Target="../media/image179.emf"/><Relationship Id="rId9" Type="http://schemas.openxmlformats.org/officeDocument/2006/relationships/oleObject" Target="../embeddings/oleObject190.bin"/><Relationship Id="rId14" Type="http://schemas.openxmlformats.org/officeDocument/2006/relationships/image" Target="../media/image184.wmf"/><Relationship Id="rId22" Type="http://schemas.openxmlformats.org/officeDocument/2006/relationships/image" Target="../media/image188.wmf"/><Relationship Id="rId27" Type="http://schemas.openxmlformats.org/officeDocument/2006/relationships/oleObject" Target="../embeddings/oleObject199.bin"/><Relationship Id="rId30" Type="http://schemas.openxmlformats.org/officeDocument/2006/relationships/image" Target="../media/image192.wmf"/></Relationships>
</file>

<file path=ppt/slides/_rels/slide25.xml.rels><?xml version="1.0" encoding="UTF-8" standalone="yes"?>
<Relationships xmlns="http://schemas.openxmlformats.org/package/2006/relationships"><Relationship Id="rId8" Type="http://schemas.openxmlformats.org/officeDocument/2006/relationships/image" Target="../media/image195.wmf"/><Relationship Id="rId13"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3.bin"/><Relationship Id="rId12" Type="http://schemas.openxmlformats.org/officeDocument/2006/relationships/image" Target="../media/image197.wmf"/><Relationship Id="rId2" Type="http://schemas.openxmlformats.org/officeDocument/2006/relationships/slideLayout" Target="../slideLayouts/slideLayout1.xml"/><Relationship Id="rId1" Type="http://schemas.openxmlformats.org/officeDocument/2006/relationships/vmlDrawing" Target="../drawings/vmlDrawing25.vml"/><Relationship Id="rId6" Type="http://schemas.openxmlformats.org/officeDocument/2006/relationships/image" Target="../media/image194.wmf"/><Relationship Id="rId11" Type="http://schemas.openxmlformats.org/officeDocument/2006/relationships/oleObject" Target="../embeddings/oleObject205.bin"/><Relationship Id="rId5" Type="http://schemas.openxmlformats.org/officeDocument/2006/relationships/oleObject" Target="../embeddings/oleObject202.bin"/><Relationship Id="rId10" Type="http://schemas.openxmlformats.org/officeDocument/2006/relationships/image" Target="../media/image196.wmf"/><Relationship Id="rId4" Type="http://schemas.openxmlformats.org/officeDocument/2006/relationships/image" Target="../media/image193.emf"/><Relationship Id="rId9" Type="http://schemas.openxmlformats.org/officeDocument/2006/relationships/oleObject" Target="../embeddings/oleObject204.bin"/><Relationship Id="rId14" Type="http://schemas.openxmlformats.org/officeDocument/2006/relationships/image" Target="../media/image198.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07.bin"/><Relationship Id="rId2" Type="http://schemas.openxmlformats.org/officeDocument/2006/relationships/slideLayout" Target="../slideLayouts/slideLayout1.xml"/><Relationship Id="rId1" Type="http://schemas.openxmlformats.org/officeDocument/2006/relationships/vmlDrawing" Target="../drawings/vmlDrawing26.vml"/><Relationship Id="rId6" Type="http://schemas.openxmlformats.org/officeDocument/2006/relationships/image" Target="../media/image200.emf"/><Relationship Id="rId5" Type="http://schemas.openxmlformats.org/officeDocument/2006/relationships/oleObject" Target="../embeddings/oleObject208.bin"/><Relationship Id="rId4" Type="http://schemas.openxmlformats.org/officeDocument/2006/relationships/image" Target="../media/image199.wmf"/></Relationships>
</file>

<file path=ppt/slides/_rels/slide27.xml.rels><?xml version="1.0" encoding="UTF-8" standalone="yes"?>
<Relationships xmlns="http://schemas.openxmlformats.org/package/2006/relationships"><Relationship Id="rId8" Type="http://schemas.openxmlformats.org/officeDocument/2006/relationships/image" Target="../media/image203.wmf"/><Relationship Id="rId13" Type="http://schemas.openxmlformats.org/officeDocument/2006/relationships/oleObject" Target="../embeddings/oleObject214.bin"/><Relationship Id="rId18" Type="http://schemas.openxmlformats.org/officeDocument/2006/relationships/image" Target="../media/image208.wmf"/><Relationship Id="rId3" Type="http://schemas.openxmlformats.org/officeDocument/2006/relationships/oleObject" Target="../embeddings/oleObject209.bin"/><Relationship Id="rId7" Type="http://schemas.openxmlformats.org/officeDocument/2006/relationships/oleObject" Target="../embeddings/oleObject211.bin"/><Relationship Id="rId12" Type="http://schemas.openxmlformats.org/officeDocument/2006/relationships/image" Target="../media/image205.wmf"/><Relationship Id="rId17" Type="http://schemas.openxmlformats.org/officeDocument/2006/relationships/oleObject" Target="../embeddings/oleObject216.bin"/><Relationship Id="rId2" Type="http://schemas.openxmlformats.org/officeDocument/2006/relationships/slideLayout" Target="../slideLayouts/slideLayout1.xml"/><Relationship Id="rId16" Type="http://schemas.openxmlformats.org/officeDocument/2006/relationships/image" Target="../media/image207.wmf"/><Relationship Id="rId1" Type="http://schemas.openxmlformats.org/officeDocument/2006/relationships/vmlDrawing" Target="../drawings/vmlDrawing27.vml"/><Relationship Id="rId6" Type="http://schemas.openxmlformats.org/officeDocument/2006/relationships/image" Target="../media/image202.wmf"/><Relationship Id="rId11" Type="http://schemas.openxmlformats.org/officeDocument/2006/relationships/oleObject" Target="../embeddings/oleObject213.bin"/><Relationship Id="rId5" Type="http://schemas.openxmlformats.org/officeDocument/2006/relationships/oleObject" Target="../embeddings/oleObject210.bin"/><Relationship Id="rId15" Type="http://schemas.openxmlformats.org/officeDocument/2006/relationships/oleObject" Target="../embeddings/oleObject215.bin"/><Relationship Id="rId10" Type="http://schemas.openxmlformats.org/officeDocument/2006/relationships/image" Target="../media/image204.wmf"/><Relationship Id="rId4" Type="http://schemas.openxmlformats.org/officeDocument/2006/relationships/image" Target="../media/image201.emf"/><Relationship Id="rId9" Type="http://schemas.openxmlformats.org/officeDocument/2006/relationships/oleObject" Target="../embeddings/oleObject212.bin"/><Relationship Id="rId14" Type="http://schemas.openxmlformats.org/officeDocument/2006/relationships/image" Target="../media/image206.wmf"/></Relationships>
</file>

<file path=ppt/slides/_rels/slide28.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222.bin"/><Relationship Id="rId18" Type="http://schemas.openxmlformats.org/officeDocument/2006/relationships/image" Target="../media/image216.emf"/><Relationship Id="rId26" Type="http://schemas.openxmlformats.org/officeDocument/2006/relationships/image" Target="../media/image220.wmf"/><Relationship Id="rId3" Type="http://schemas.openxmlformats.org/officeDocument/2006/relationships/oleObject" Target="../embeddings/oleObject217.bin"/><Relationship Id="rId21" Type="http://schemas.openxmlformats.org/officeDocument/2006/relationships/oleObject" Target="../embeddings/oleObject226.bin"/><Relationship Id="rId7" Type="http://schemas.openxmlformats.org/officeDocument/2006/relationships/oleObject" Target="../embeddings/oleObject219.bin"/><Relationship Id="rId12" Type="http://schemas.openxmlformats.org/officeDocument/2006/relationships/image" Target="../media/image213.wmf"/><Relationship Id="rId17" Type="http://schemas.openxmlformats.org/officeDocument/2006/relationships/oleObject" Target="../embeddings/oleObject224.bin"/><Relationship Id="rId25" Type="http://schemas.openxmlformats.org/officeDocument/2006/relationships/oleObject" Target="../embeddings/oleObject228.bin"/><Relationship Id="rId2" Type="http://schemas.openxmlformats.org/officeDocument/2006/relationships/slideLayout" Target="../slideLayouts/slideLayout1.xml"/><Relationship Id="rId16" Type="http://schemas.openxmlformats.org/officeDocument/2006/relationships/image" Target="../media/image215.emf"/><Relationship Id="rId20" Type="http://schemas.openxmlformats.org/officeDocument/2006/relationships/image" Target="../media/image217.wmf"/><Relationship Id="rId29" Type="http://schemas.openxmlformats.org/officeDocument/2006/relationships/oleObject" Target="../embeddings/oleObject230.bin"/><Relationship Id="rId1" Type="http://schemas.openxmlformats.org/officeDocument/2006/relationships/vmlDrawing" Target="../drawings/vmlDrawing28.vml"/><Relationship Id="rId6" Type="http://schemas.openxmlformats.org/officeDocument/2006/relationships/image" Target="../media/image210.wmf"/><Relationship Id="rId11" Type="http://schemas.openxmlformats.org/officeDocument/2006/relationships/oleObject" Target="../embeddings/oleObject221.bin"/><Relationship Id="rId24" Type="http://schemas.openxmlformats.org/officeDocument/2006/relationships/image" Target="../media/image219.wmf"/><Relationship Id="rId32" Type="http://schemas.openxmlformats.org/officeDocument/2006/relationships/image" Target="../media/image223.wmf"/><Relationship Id="rId5" Type="http://schemas.openxmlformats.org/officeDocument/2006/relationships/oleObject" Target="../embeddings/oleObject218.bin"/><Relationship Id="rId15" Type="http://schemas.openxmlformats.org/officeDocument/2006/relationships/oleObject" Target="../embeddings/oleObject223.bin"/><Relationship Id="rId23" Type="http://schemas.openxmlformats.org/officeDocument/2006/relationships/oleObject" Target="../embeddings/oleObject227.bin"/><Relationship Id="rId28" Type="http://schemas.openxmlformats.org/officeDocument/2006/relationships/image" Target="../media/image221.wmf"/><Relationship Id="rId10" Type="http://schemas.openxmlformats.org/officeDocument/2006/relationships/image" Target="../media/image212.wmf"/><Relationship Id="rId19" Type="http://schemas.openxmlformats.org/officeDocument/2006/relationships/oleObject" Target="../embeddings/oleObject225.bin"/><Relationship Id="rId31" Type="http://schemas.openxmlformats.org/officeDocument/2006/relationships/oleObject" Target="../embeddings/oleObject231.bin"/><Relationship Id="rId4" Type="http://schemas.openxmlformats.org/officeDocument/2006/relationships/image" Target="../media/image209.emf"/><Relationship Id="rId9" Type="http://schemas.openxmlformats.org/officeDocument/2006/relationships/oleObject" Target="../embeddings/oleObject220.bin"/><Relationship Id="rId14" Type="http://schemas.openxmlformats.org/officeDocument/2006/relationships/image" Target="../media/image214.wmf"/><Relationship Id="rId22" Type="http://schemas.openxmlformats.org/officeDocument/2006/relationships/image" Target="../media/image218.wmf"/><Relationship Id="rId27" Type="http://schemas.openxmlformats.org/officeDocument/2006/relationships/oleObject" Target="../embeddings/oleObject229.bin"/><Relationship Id="rId30" Type="http://schemas.openxmlformats.org/officeDocument/2006/relationships/image" Target="../media/image222.wmf"/></Relationships>
</file>

<file path=ppt/slides/_rels/slide29.xml.rels><?xml version="1.0" encoding="UTF-8" standalone="yes"?>
<Relationships xmlns="http://schemas.openxmlformats.org/package/2006/relationships"><Relationship Id="rId8" Type="http://schemas.openxmlformats.org/officeDocument/2006/relationships/image" Target="../media/image226.wmf"/><Relationship Id="rId13" Type="http://schemas.openxmlformats.org/officeDocument/2006/relationships/oleObject" Target="../embeddings/oleObject237.bin"/><Relationship Id="rId18" Type="http://schemas.openxmlformats.org/officeDocument/2006/relationships/image" Target="../media/image231.wmf"/><Relationship Id="rId26" Type="http://schemas.openxmlformats.org/officeDocument/2006/relationships/image" Target="../media/image235.wmf"/><Relationship Id="rId3" Type="http://schemas.openxmlformats.org/officeDocument/2006/relationships/oleObject" Target="../embeddings/oleObject232.bin"/><Relationship Id="rId21" Type="http://schemas.openxmlformats.org/officeDocument/2006/relationships/oleObject" Target="../embeddings/oleObject241.bin"/><Relationship Id="rId7" Type="http://schemas.openxmlformats.org/officeDocument/2006/relationships/oleObject" Target="../embeddings/oleObject234.bin"/><Relationship Id="rId12" Type="http://schemas.openxmlformats.org/officeDocument/2006/relationships/image" Target="../media/image228.emf"/><Relationship Id="rId17" Type="http://schemas.openxmlformats.org/officeDocument/2006/relationships/oleObject" Target="../embeddings/oleObject239.bin"/><Relationship Id="rId25" Type="http://schemas.openxmlformats.org/officeDocument/2006/relationships/oleObject" Target="../embeddings/oleObject243.bin"/><Relationship Id="rId2" Type="http://schemas.openxmlformats.org/officeDocument/2006/relationships/slideLayout" Target="../slideLayouts/slideLayout1.xml"/><Relationship Id="rId16" Type="http://schemas.openxmlformats.org/officeDocument/2006/relationships/image" Target="../media/image230.wmf"/><Relationship Id="rId20" Type="http://schemas.openxmlformats.org/officeDocument/2006/relationships/image" Target="../media/image232.wmf"/><Relationship Id="rId1" Type="http://schemas.openxmlformats.org/officeDocument/2006/relationships/vmlDrawing" Target="../drawings/vmlDrawing29.vml"/><Relationship Id="rId6" Type="http://schemas.openxmlformats.org/officeDocument/2006/relationships/image" Target="../media/image225.wmf"/><Relationship Id="rId11" Type="http://schemas.openxmlformats.org/officeDocument/2006/relationships/oleObject" Target="../embeddings/oleObject236.bin"/><Relationship Id="rId24" Type="http://schemas.openxmlformats.org/officeDocument/2006/relationships/image" Target="../media/image234.wmf"/><Relationship Id="rId5" Type="http://schemas.openxmlformats.org/officeDocument/2006/relationships/oleObject" Target="../embeddings/oleObject233.bin"/><Relationship Id="rId15" Type="http://schemas.openxmlformats.org/officeDocument/2006/relationships/oleObject" Target="../embeddings/oleObject238.bin"/><Relationship Id="rId23" Type="http://schemas.openxmlformats.org/officeDocument/2006/relationships/oleObject" Target="../embeddings/oleObject242.bin"/><Relationship Id="rId28" Type="http://schemas.openxmlformats.org/officeDocument/2006/relationships/image" Target="../media/image236.wmf"/><Relationship Id="rId10" Type="http://schemas.openxmlformats.org/officeDocument/2006/relationships/image" Target="../media/image227.wmf"/><Relationship Id="rId19" Type="http://schemas.openxmlformats.org/officeDocument/2006/relationships/oleObject" Target="../embeddings/oleObject240.bin"/><Relationship Id="rId4" Type="http://schemas.openxmlformats.org/officeDocument/2006/relationships/image" Target="../media/image224.wmf"/><Relationship Id="rId9" Type="http://schemas.openxmlformats.org/officeDocument/2006/relationships/oleObject" Target="../embeddings/oleObject235.bin"/><Relationship Id="rId14" Type="http://schemas.openxmlformats.org/officeDocument/2006/relationships/image" Target="../media/image229.wmf"/><Relationship Id="rId22" Type="http://schemas.openxmlformats.org/officeDocument/2006/relationships/image" Target="../media/image233.wmf"/><Relationship Id="rId27" Type="http://schemas.openxmlformats.org/officeDocument/2006/relationships/oleObject" Target="../embeddings/oleObject244.bin"/></Relationships>
</file>

<file path=ppt/slides/_rels/slide30.xml.rels><?xml version="1.0" encoding="UTF-8" standalone="yes"?>
<Relationships xmlns="http://schemas.openxmlformats.org/package/2006/relationships"><Relationship Id="rId8" Type="http://schemas.openxmlformats.org/officeDocument/2006/relationships/image" Target="../media/image239.wmf"/><Relationship Id="rId13" Type="http://schemas.openxmlformats.org/officeDocument/2006/relationships/oleObject" Target="../embeddings/oleObject250.bin"/><Relationship Id="rId18" Type="http://schemas.openxmlformats.org/officeDocument/2006/relationships/image" Target="../media/image244.wmf"/><Relationship Id="rId26" Type="http://schemas.openxmlformats.org/officeDocument/2006/relationships/image" Target="../media/image248.wmf"/><Relationship Id="rId3" Type="http://schemas.openxmlformats.org/officeDocument/2006/relationships/oleObject" Target="../embeddings/oleObject245.bin"/><Relationship Id="rId21" Type="http://schemas.openxmlformats.org/officeDocument/2006/relationships/oleObject" Target="../embeddings/oleObject254.bin"/><Relationship Id="rId7" Type="http://schemas.openxmlformats.org/officeDocument/2006/relationships/oleObject" Target="../embeddings/oleObject247.bin"/><Relationship Id="rId12" Type="http://schemas.openxmlformats.org/officeDocument/2006/relationships/image" Target="../media/image241.wmf"/><Relationship Id="rId17" Type="http://schemas.openxmlformats.org/officeDocument/2006/relationships/oleObject" Target="../embeddings/oleObject252.bin"/><Relationship Id="rId25" Type="http://schemas.openxmlformats.org/officeDocument/2006/relationships/oleObject" Target="../embeddings/oleObject256.bin"/><Relationship Id="rId2" Type="http://schemas.openxmlformats.org/officeDocument/2006/relationships/slideLayout" Target="../slideLayouts/slideLayout1.xml"/><Relationship Id="rId16" Type="http://schemas.openxmlformats.org/officeDocument/2006/relationships/image" Target="../media/image243.wmf"/><Relationship Id="rId20" Type="http://schemas.openxmlformats.org/officeDocument/2006/relationships/image" Target="../media/image245.wmf"/><Relationship Id="rId1" Type="http://schemas.openxmlformats.org/officeDocument/2006/relationships/vmlDrawing" Target="../drawings/vmlDrawing30.vml"/><Relationship Id="rId6" Type="http://schemas.openxmlformats.org/officeDocument/2006/relationships/image" Target="../media/image238.wmf"/><Relationship Id="rId11" Type="http://schemas.openxmlformats.org/officeDocument/2006/relationships/oleObject" Target="../embeddings/oleObject249.bin"/><Relationship Id="rId24" Type="http://schemas.openxmlformats.org/officeDocument/2006/relationships/image" Target="../media/image247.wmf"/><Relationship Id="rId5" Type="http://schemas.openxmlformats.org/officeDocument/2006/relationships/oleObject" Target="../embeddings/oleObject246.bin"/><Relationship Id="rId15" Type="http://schemas.openxmlformats.org/officeDocument/2006/relationships/oleObject" Target="../embeddings/oleObject251.bin"/><Relationship Id="rId23" Type="http://schemas.openxmlformats.org/officeDocument/2006/relationships/oleObject" Target="../embeddings/oleObject255.bin"/><Relationship Id="rId10" Type="http://schemas.openxmlformats.org/officeDocument/2006/relationships/image" Target="../media/image240.wmf"/><Relationship Id="rId19" Type="http://schemas.openxmlformats.org/officeDocument/2006/relationships/oleObject" Target="../embeddings/oleObject253.bin"/><Relationship Id="rId4" Type="http://schemas.openxmlformats.org/officeDocument/2006/relationships/image" Target="../media/image237.wmf"/><Relationship Id="rId9" Type="http://schemas.openxmlformats.org/officeDocument/2006/relationships/oleObject" Target="../embeddings/oleObject248.bin"/><Relationship Id="rId14" Type="http://schemas.openxmlformats.org/officeDocument/2006/relationships/image" Target="../media/image242.wmf"/><Relationship Id="rId22" Type="http://schemas.openxmlformats.org/officeDocument/2006/relationships/image" Target="../media/image246.emf"/></Relationships>
</file>

<file path=ppt/slides/_rels/slide31.xml.rels><?xml version="1.0" encoding="UTF-8" standalone="yes"?>
<Relationships xmlns="http://schemas.openxmlformats.org/package/2006/relationships"><Relationship Id="rId8" Type="http://schemas.openxmlformats.org/officeDocument/2006/relationships/image" Target="../media/image251.wmf"/><Relationship Id="rId13" Type="http://schemas.openxmlformats.org/officeDocument/2006/relationships/oleObject" Target="../embeddings/oleObject262.bin"/><Relationship Id="rId18" Type="http://schemas.openxmlformats.org/officeDocument/2006/relationships/image" Target="../media/image256.wmf"/><Relationship Id="rId3" Type="http://schemas.openxmlformats.org/officeDocument/2006/relationships/oleObject" Target="../embeddings/oleObject257.bin"/><Relationship Id="rId21" Type="http://schemas.openxmlformats.org/officeDocument/2006/relationships/oleObject" Target="../embeddings/oleObject266.bin"/><Relationship Id="rId7" Type="http://schemas.openxmlformats.org/officeDocument/2006/relationships/oleObject" Target="../embeddings/oleObject259.bin"/><Relationship Id="rId12" Type="http://schemas.openxmlformats.org/officeDocument/2006/relationships/image" Target="../media/image253.wmf"/><Relationship Id="rId17" Type="http://schemas.openxmlformats.org/officeDocument/2006/relationships/oleObject" Target="../embeddings/oleObject264.bin"/><Relationship Id="rId2" Type="http://schemas.openxmlformats.org/officeDocument/2006/relationships/slideLayout" Target="../slideLayouts/slideLayout1.xml"/><Relationship Id="rId16" Type="http://schemas.openxmlformats.org/officeDocument/2006/relationships/image" Target="../media/image255.wmf"/><Relationship Id="rId20" Type="http://schemas.openxmlformats.org/officeDocument/2006/relationships/image" Target="../media/image257.wmf"/><Relationship Id="rId1" Type="http://schemas.openxmlformats.org/officeDocument/2006/relationships/vmlDrawing" Target="../drawings/vmlDrawing31.vml"/><Relationship Id="rId6" Type="http://schemas.openxmlformats.org/officeDocument/2006/relationships/image" Target="../media/image250.emf"/><Relationship Id="rId11" Type="http://schemas.openxmlformats.org/officeDocument/2006/relationships/oleObject" Target="../embeddings/oleObject261.bin"/><Relationship Id="rId24" Type="http://schemas.openxmlformats.org/officeDocument/2006/relationships/image" Target="../media/image259.emf"/><Relationship Id="rId5" Type="http://schemas.openxmlformats.org/officeDocument/2006/relationships/oleObject" Target="../embeddings/oleObject258.bin"/><Relationship Id="rId15" Type="http://schemas.openxmlformats.org/officeDocument/2006/relationships/oleObject" Target="../embeddings/oleObject263.bin"/><Relationship Id="rId23" Type="http://schemas.openxmlformats.org/officeDocument/2006/relationships/oleObject" Target="../embeddings/oleObject267.bin"/><Relationship Id="rId10" Type="http://schemas.openxmlformats.org/officeDocument/2006/relationships/image" Target="../media/image252.wmf"/><Relationship Id="rId19" Type="http://schemas.openxmlformats.org/officeDocument/2006/relationships/oleObject" Target="../embeddings/oleObject265.bin"/><Relationship Id="rId4" Type="http://schemas.openxmlformats.org/officeDocument/2006/relationships/image" Target="../media/image249.wmf"/><Relationship Id="rId9" Type="http://schemas.openxmlformats.org/officeDocument/2006/relationships/oleObject" Target="../embeddings/oleObject260.bin"/><Relationship Id="rId14" Type="http://schemas.openxmlformats.org/officeDocument/2006/relationships/image" Target="../media/image254.wmf"/><Relationship Id="rId22" Type="http://schemas.openxmlformats.org/officeDocument/2006/relationships/image" Target="../media/image258.emf"/></Relationships>
</file>

<file path=ppt/slides/_rels/slide32.xml.rels><?xml version="1.0" encoding="UTF-8" standalone="yes"?>
<Relationships xmlns="http://schemas.openxmlformats.org/package/2006/relationships"><Relationship Id="rId8" Type="http://schemas.openxmlformats.org/officeDocument/2006/relationships/image" Target="../media/image262.wmf"/><Relationship Id="rId13" Type="http://schemas.openxmlformats.org/officeDocument/2006/relationships/oleObject" Target="../embeddings/oleObject273.bin"/><Relationship Id="rId18" Type="http://schemas.openxmlformats.org/officeDocument/2006/relationships/image" Target="../media/image267.wmf"/><Relationship Id="rId26" Type="http://schemas.openxmlformats.org/officeDocument/2006/relationships/image" Target="../media/image271.wmf"/><Relationship Id="rId3" Type="http://schemas.openxmlformats.org/officeDocument/2006/relationships/oleObject" Target="../embeddings/oleObject268.bin"/><Relationship Id="rId21" Type="http://schemas.openxmlformats.org/officeDocument/2006/relationships/oleObject" Target="../embeddings/oleObject277.bin"/><Relationship Id="rId7" Type="http://schemas.openxmlformats.org/officeDocument/2006/relationships/oleObject" Target="../embeddings/oleObject270.bin"/><Relationship Id="rId12" Type="http://schemas.openxmlformats.org/officeDocument/2006/relationships/image" Target="../media/image264.wmf"/><Relationship Id="rId17" Type="http://schemas.openxmlformats.org/officeDocument/2006/relationships/oleObject" Target="../embeddings/oleObject275.bin"/><Relationship Id="rId25" Type="http://schemas.openxmlformats.org/officeDocument/2006/relationships/oleObject" Target="../embeddings/oleObject279.bin"/><Relationship Id="rId2" Type="http://schemas.openxmlformats.org/officeDocument/2006/relationships/slideLayout" Target="../slideLayouts/slideLayout1.xml"/><Relationship Id="rId16" Type="http://schemas.openxmlformats.org/officeDocument/2006/relationships/image" Target="../media/image266.wmf"/><Relationship Id="rId20" Type="http://schemas.openxmlformats.org/officeDocument/2006/relationships/image" Target="../media/image268.wmf"/><Relationship Id="rId1" Type="http://schemas.openxmlformats.org/officeDocument/2006/relationships/vmlDrawing" Target="../drawings/vmlDrawing32.vml"/><Relationship Id="rId6" Type="http://schemas.openxmlformats.org/officeDocument/2006/relationships/image" Target="../media/image261.wmf"/><Relationship Id="rId11" Type="http://schemas.openxmlformats.org/officeDocument/2006/relationships/oleObject" Target="../embeddings/oleObject272.bin"/><Relationship Id="rId24" Type="http://schemas.openxmlformats.org/officeDocument/2006/relationships/image" Target="../media/image270.wmf"/><Relationship Id="rId5" Type="http://schemas.openxmlformats.org/officeDocument/2006/relationships/oleObject" Target="../embeddings/oleObject269.bin"/><Relationship Id="rId15" Type="http://schemas.openxmlformats.org/officeDocument/2006/relationships/oleObject" Target="../embeddings/oleObject274.bin"/><Relationship Id="rId23" Type="http://schemas.openxmlformats.org/officeDocument/2006/relationships/oleObject" Target="../embeddings/oleObject278.bin"/><Relationship Id="rId10" Type="http://schemas.openxmlformats.org/officeDocument/2006/relationships/image" Target="../media/image263.wmf"/><Relationship Id="rId19" Type="http://schemas.openxmlformats.org/officeDocument/2006/relationships/oleObject" Target="../embeddings/oleObject276.bin"/><Relationship Id="rId4" Type="http://schemas.openxmlformats.org/officeDocument/2006/relationships/image" Target="../media/image260.wmf"/><Relationship Id="rId9" Type="http://schemas.openxmlformats.org/officeDocument/2006/relationships/oleObject" Target="../embeddings/oleObject271.bin"/><Relationship Id="rId14" Type="http://schemas.openxmlformats.org/officeDocument/2006/relationships/image" Target="../media/image265.wmf"/><Relationship Id="rId22" Type="http://schemas.openxmlformats.org/officeDocument/2006/relationships/image" Target="../media/image269.wmf"/></Relationships>
</file>

<file path=ppt/slides/_rels/slide33.xml.rels><?xml version="1.0" encoding="UTF-8" standalone="yes"?>
<Relationships xmlns="http://schemas.openxmlformats.org/package/2006/relationships"><Relationship Id="rId8" Type="http://schemas.openxmlformats.org/officeDocument/2006/relationships/image" Target="../media/image274.wmf"/><Relationship Id="rId13" Type="http://schemas.openxmlformats.org/officeDocument/2006/relationships/oleObject" Target="../embeddings/oleObject285.bin"/><Relationship Id="rId18" Type="http://schemas.openxmlformats.org/officeDocument/2006/relationships/image" Target="../media/image279.wmf"/><Relationship Id="rId3" Type="http://schemas.openxmlformats.org/officeDocument/2006/relationships/oleObject" Target="../embeddings/oleObject280.bin"/><Relationship Id="rId7" Type="http://schemas.openxmlformats.org/officeDocument/2006/relationships/oleObject" Target="../embeddings/oleObject282.bin"/><Relationship Id="rId12" Type="http://schemas.openxmlformats.org/officeDocument/2006/relationships/image" Target="../media/image276.wmf"/><Relationship Id="rId17" Type="http://schemas.openxmlformats.org/officeDocument/2006/relationships/oleObject" Target="../embeddings/oleObject287.bin"/><Relationship Id="rId2" Type="http://schemas.openxmlformats.org/officeDocument/2006/relationships/slideLayout" Target="../slideLayouts/slideLayout1.xml"/><Relationship Id="rId16" Type="http://schemas.openxmlformats.org/officeDocument/2006/relationships/image" Target="../media/image278.wmf"/><Relationship Id="rId20" Type="http://schemas.openxmlformats.org/officeDocument/2006/relationships/image" Target="../media/image280.wmf"/><Relationship Id="rId1" Type="http://schemas.openxmlformats.org/officeDocument/2006/relationships/vmlDrawing" Target="../drawings/vmlDrawing33.vml"/><Relationship Id="rId6" Type="http://schemas.openxmlformats.org/officeDocument/2006/relationships/image" Target="../media/image273.emf"/><Relationship Id="rId11" Type="http://schemas.openxmlformats.org/officeDocument/2006/relationships/oleObject" Target="../embeddings/oleObject284.bin"/><Relationship Id="rId5" Type="http://schemas.openxmlformats.org/officeDocument/2006/relationships/oleObject" Target="../embeddings/oleObject281.bin"/><Relationship Id="rId15" Type="http://schemas.openxmlformats.org/officeDocument/2006/relationships/oleObject" Target="../embeddings/oleObject286.bin"/><Relationship Id="rId10" Type="http://schemas.openxmlformats.org/officeDocument/2006/relationships/image" Target="../media/image275.wmf"/><Relationship Id="rId19" Type="http://schemas.openxmlformats.org/officeDocument/2006/relationships/oleObject" Target="../embeddings/oleObject288.bin"/><Relationship Id="rId4" Type="http://schemas.openxmlformats.org/officeDocument/2006/relationships/image" Target="../media/image272.emf"/><Relationship Id="rId9" Type="http://schemas.openxmlformats.org/officeDocument/2006/relationships/oleObject" Target="../embeddings/oleObject283.bin"/><Relationship Id="rId14" Type="http://schemas.openxmlformats.org/officeDocument/2006/relationships/image" Target="../media/image277.emf"/></Relationships>
</file>

<file path=ppt/slides/_rels/slide34.xml.rels><?xml version="1.0" encoding="UTF-8" standalone="yes"?>
<Relationships xmlns="http://schemas.openxmlformats.org/package/2006/relationships"><Relationship Id="rId8" Type="http://schemas.openxmlformats.org/officeDocument/2006/relationships/image" Target="../media/image283.emf"/><Relationship Id="rId13" Type="http://schemas.openxmlformats.org/officeDocument/2006/relationships/oleObject" Target="../embeddings/oleObject294.bin"/><Relationship Id="rId3" Type="http://schemas.openxmlformats.org/officeDocument/2006/relationships/oleObject" Target="../embeddings/oleObject289.bin"/><Relationship Id="rId7" Type="http://schemas.openxmlformats.org/officeDocument/2006/relationships/oleObject" Target="../embeddings/oleObject291.bin"/><Relationship Id="rId12" Type="http://schemas.openxmlformats.org/officeDocument/2006/relationships/image" Target="../media/image285.wmf"/><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image" Target="../media/image282.wmf"/><Relationship Id="rId11" Type="http://schemas.openxmlformats.org/officeDocument/2006/relationships/oleObject" Target="../embeddings/oleObject293.bin"/><Relationship Id="rId5" Type="http://schemas.openxmlformats.org/officeDocument/2006/relationships/oleObject" Target="../embeddings/oleObject290.bin"/><Relationship Id="rId10" Type="http://schemas.openxmlformats.org/officeDocument/2006/relationships/image" Target="../media/image284.wmf"/><Relationship Id="rId4" Type="http://schemas.openxmlformats.org/officeDocument/2006/relationships/image" Target="../media/image281.wmf"/><Relationship Id="rId9" Type="http://schemas.openxmlformats.org/officeDocument/2006/relationships/oleObject" Target="../embeddings/oleObject292.bin"/><Relationship Id="rId14" Type="http://schemas.openxmlformats.org/officeDocument/2006/relationships/image" Target="../media/image286.wmf"/></Relationships>
</file>

<file path=ppt/slides/_rels/slide35.xml.rels><?xml version="1.0" encoding="UTF-8" standalone="yes"?>
<Relationships xmlns="http://schemas.openxmlformats.org/package/2006/relationships"><Relationship Id="rId8" Type="http://schemas.openxmlformats.org/officeDocument/2006/relationships/image" Target="../media/image289.wmf"/><Relationship Id="rId13" Type="http://schemas.openxmlformats.org/officeDocument/2006/relationships/oleObject" Target="../embeddings/oleObject300.bin"/><Relationship Id="rId18" Type="http://schemas.openxmlformats.org/officeDocument/2006/relationships/image" Target="../media/image294.emf"/><Relationship Id="rId26" Type="http://schemas.openxmlformats.org/officeDocument/2006/relationships/image" Target="../media/image298.wmf"/><Relationship Id="rId3" Type="http://schemas.openxmlformats.org/officeDocument/2006/relationships/oleObject" Target="../embeddings/oleObject295.bin"/><Relationship Id="rId21" Type="http://schemas.openxmlformats.org/officeDocument/2006/relationships/oleObject" Target="../embeddings/oleObject304.bin"/><Relationship Id="rId7" Type="http://schemas.openxmlformats.org/officeDocument/2006/relationships/oleObject" Target="../embeddings/oleObject297.bin"/><Relationship Id="rId12" Type="http://schemas.openxmlformats.org/officeDocument/2006/relationships/image" Target="../media/image291.wmf"/><Relationship Id="rId17" Type="http://schemas.openxmlformats.org/officeDocument/2006/relationships/oleObject" Target="../embeddings/oleObject302.bin"/><Relationship Id="rId25" Type="http://schemas.openxmlformats.org/officeDocument/2006/relationships/oleObject" Target="../embeddings/oleObject306.bin"/><Relationship Id="rId2" Type="http://schemas.openxmlformats.org/officeDocument/2006/relationships/slideLayout" Target="../slideLayouts/slideLayout1.xml"/><Relationship Id="rId16" Type="http://schemas.openxmlformats.org/officeDocument/2006/relationships/image" Target="../media/image293.wmf"/><Relationship Id="rId20" Type="http://schemas.openxmlformats.org/officeDocument/2006/relationships/image" Target="../media/image295.emf"/><Relationship Id="rId29" Type="http://schemas.openxmlformats.org/officeDocument/2006/relationships/oleObject" Target="../embeddings/oleObject308.bin"/><Relationship Id="rId1" Type="http://schemas.openxmlformats.org/officeDocument/2006/relationships/vmlDrawing" Target="../drawings/vmlDrawing35.vml"/><Relationship Id="rId6" Type="http://schemas.openxmlformats.org/officeDocument/2006/relationships/image" Target="../media/image288.wmf"/><Relationship Id="rId11" Type="http://schemas.openxmlformats.org/officeDocument/2006/relationships/oleObject" Target="../embeddings/oleObject299.bin"/><Relationship Id="rId24" Type="http://schemas.openxmlformats.org/officeDocument/2006/relationships/image" Target="../media/image297.wmf"/><Relationship Id="rId32" Type="http://schemas.openxmlformats.org/officeDocument/2006/relationships/image" Target="../media/image301.wmf"/><Relationship Id="rId5" Type="http://schemas.openxmlformats.org/officeDocument/2006/relationships/oleObject" Target="../embeddings/oleObject296.bin"/><Relationship Id="rId15" Type="http://schemas.openxmlformats.org/officeDocument/2006/relationships/oleObject" Target="../embeddings/oleObject301.bin"/><Relationship Id="rId23" Type="http://schemas.openxmlformats.org/officeDocument/2006/relationships/oleObject" Target="../embeddings/oleObject305.bin"/><Relationship Id="rId28" Type="http://schemas.openxmlformats.org/officeDocument/2006/relationships/image" Target="../media/image299.wmf"/><Relationship Id="rId10" Type="http://schemas.openxmlformats.org/officeDocument/2006/relationships/image" Target="../media/image290.wmf"/><Relationship Id="rId19" Type="http://schemas.openxmlformats.org/officeDocument/2006/relationships/oleObject" Target="../embeddings/oleObject303.bin"/><Relationship Id="rId31" Type="http://schemas.openxmlformats.org/officeDocument/2006/relationships/oleObject" Target="../embeddings/oleObject309.bin"/><Relationship Id="rId4" Type="http://schemas.openxmlformats.org/officeDocument/2006/relationships/image" Target="../media/image287.emf"/><Relationship Id="rId9" Type="http://schemas.openxmlformats.org/officeDocument/2006/relationships/oleObject" Target="../embeddings/oleObject298.bin"/><Relationship Id="rId14" Type="http://schemas.openxmlformats.org/officeDocument/2006/relationships/image" Target="../media/image292.wmf"/><Relationship Id="rId22" Type="http://schemas.openxmlformats.org/officeDocument/2006/relationships/image" Target="../media/image296.wmf"/><Relationship Id="rId27" Type="http://schemas.openxmlformats.org/officeDocument/2006/relationships/oleObject" Target="../embeddings/oleObject307.bin"/><Relationship Id="rId30" Type="http://schemas.openxmlformats.org/officeDocument/2006/relationships/image" Target="../media/image300.wmf"/></Relationships>
</file>

<file path=ppt/slides/_rels/slide36.xml.rels><?xml version="1.0" encoding="UTF-8" standalone="yes"?>
<Relationships xmlns="http://schemas.openxmlformats.org/package/2006/relationships"><Relationship Id="rId8" Type="http://schemas.openxmlformats.org/officeDocument/2006/relationships/image" Target="../media/image304.wmf"/><Relationship Id="rId3" Type="http://schemas.openxmlformats.org/officeDocument/2006/relationships/oleObject" Target="../embeddings/oleObject310.bin"/><Relationship Id="rId7" Type="http://schemas.openxmlformats.org/officeDocument/2006/relationships/oleObject" Target="../embeddings/oleObject312.bin"/><Relationship Id="rId2" Type="http://schemas.openxmlformats.org/officeDocument/2006/relationships/slideLayout" Target="../slideLayouts/slideLayout1.xml"/><Relationship Id="rId1" Type="http://schemas.openxmlformats.org/officeDocument/2006/relationships/vmlDrawing" Target="../drawings/vmlDrawing36.vml"/><Relationship Id="rId6" Type="http://schemas.openxmlformats.org/officeDocument/2006/relationships/image" Target="../media/image303.wmf"/><Relationship Id="rId5" Type="http://schemas.openxmlformats.org/officeDocument/2006/relationships/oleObject" Target="../embeddings/oleObject311.bin"/><Relationship Id="rId10" Type="http://schemas.openxmlformats.org/officeDocument/2006/relationships/image" Target="../media/image305.wmf"/><Relationship Id="rId4" Type="http://schemas.openxmlformats.org/officeDocument/2006/relationships/image" Target="../media/image302.wmf"/><Relationship Id="rId9" Type="http://schemas.openxmlformats.org/officeDocument/2006/relationships/oleObject" Target="../embeddings/oleObject313.bin"/></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684213" y="1484313"/>
            <a:ext cx="7453312" cy="1008583"/>
          </a:xfrm>
          <a:solidFill>
            <a:schemeClr val="tx2">
              <a:lumMod val="20000"/>
              <a:lumOff val="80000"/>
            </a:schemeClr>
          </a:solidFill>
        </p:spPr>
        <p:txBody>
          <a:bodyPr rtlCol="0">
            <a:noAutofit/>
          </a:bodyPr>
          <a:lstStyle/>
          <a:p>
            <a:pPr marL="533400" indent="-533400" algn="just" eaLnBrk="1" fontAlgn="auto" hangingPunct="1">
              <a:spcAft>
                <a:spcPts val="0"/>
              </a:spcAft>
              <a:buFont typeface="Arial" panose="020B0604020202020204" pitchFamily="34" charset="0"/>
              <a:buNone/>
              <a:defRPr/>
            </a:pPr>
            <a:r>
              <a:rPr lang="en-US" altLang="zh-CN" sz="2000" b="1" dirty="0">
                <a:solidFill>
                  <a:schemeClr val="tx1"/>
                </a:solidFill>
                <a:latin typeface="Times New Roman" panose="02020603050405020304" pitchFamily="18" charset="0"/>
                <a:ea typeface="楷体_GB2312" pitchFamily="49" charset="-122"/>
              </a:rPr>
              <a:t>                      </a:t>
            </a:r>
            <a:r>
              <a:rPr lang="zh-CN" altLang="en-US" sz="2000" b="1" dirty="0">
                <a:solidFill>
                  <a:schemeClr val="tx1"/>
                </a:solidFill>
                <a:latin typeface="Times New Roman" panose="02020603050405020304" pitchFamily="18" charset="0"/>
                <a:ea typeface="楷体_GB2312" pitchFamily="49" charset="-122"/>
              </a:rPr>
              <a:t>本章首先介绍二端口网络的各种参数方程及两种重要等效电路：</a:t>
            </a:r>
            <a:r>
              <a:rPr lang="en-US" altLang="zh-CN" sz="2000" b="1" dirty="0">
                <a:solidFill>
                  <a:schemeClr val="tx1"/>
                </a:solidFill>
                <a:latin typeface="Times New Roman" panose="02020603050405020304" pitchFamily="18" charset="0"/>
                <a:ea typeface="楷体_GB2312" pitchFamily="49" charset="-122"/>
              </a:rPr>
              <a:t>T</a:t>
            </a:r>
            <a:r>
              <a:rPr lang="zh-CN" altLang="en-US" sz="2000" b="1" dirty="0">
                <a:solidFill>
                  <a:schemeClr val="tx1"/>
                </a:solidFill>
                <a:latin typeface="Times New Roman" panose="02020603050405020304" pitchFamily="18" charset="0"/>
                <a:ea typeface="楷体_GB2312" pitchFamily="49" charset="-122"/>
              </a:rPr>
              <a:t>形和</a:t>
            </a:r>
            <a:r>
              <a:rPr lang="en-US" altLang="zh-CN" sz="2000" b="1" dirty="0">
                <a:solidFill>
                  <a:schemeClr val="tx1"/>
                </a:solidFill>
                <a:latin typeface="Times New Roman" panose="02020603050405020304" pitchFamily="18" charset="0"/>
                <a:ea typeface="楷体_GB2312" pitchFamily="49" charset="-122"/>
              </a:rPr>
              <a:t>П</a:t>
            </a:r>
            <a:r>
              <a:rPr lang="zh-CN" altLang="en-US" sz="2000" b="1" dirty="0">
                <a:solidFill>
                  <a:schemeClr val="tx1"/>
                </a:solidFill>
                <a:latin typeface="Times New Roman" panose="02020603050405020304" pitchFamily="18" charset="0"/>
                <a:ea typeface="楷体_GB2312" pitchFamily="49" charset="-122"/>
              </a:rPr>
              <a:t>形等效电路；其次介绍二端口网络的输入、输出阻抗等概念；最后介绍二端口网络的级联规律。 </a:t>
            </a:r>
          </a:p>
        </p:txBody>
      </p:sp>
      <p:sp>
        <p:nvSpPr>
          <p:cNvPr id="110902" name="AutoShape 310">
            <a:hlinkClick r:id="rId3" action="ppaction://hlinksldjump" highlightClick="1">
              <a:snd r:embed="rId4" name="TYPE.WAV"/>
            </a:hlinkClick>
          </p:cNvPr>
          <p:cNvSpPr>
            <a:spLocks noChangeArrowheads="1"/>
          </p:cNvSpPr>
          <p:nvPr/>
        </p:nvSpPr>
        <p:spPr bwMode="auto">
          <a:xfrm>
            <a:off x="827733" y="3882054"/>
            <a:ext cx="3024187" cy="568325"/>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53" name="Rectangle 319">
            <a:hlinkClick r:id="rId5" action="ppaction://hlinksldjump"/>
          </p:cNvPr>
          <p:cNvSpPr>
            <a:spLocks noChangeArrowheads="1"/>
          </p:cNvSpPr>
          <p:nvPr/>
        </p:nvSpPr>
        <p:spPr bwMode="auto">
          <a:xfrm>
            <a:off x="940445" y="3993179"/>
            <a:ext cx="2689225" cy="396875"/>
          </a:xfrm>
          <a:prstGeom prst="rect">
            <a:avLst/>
          </a:prstGeom>
          <a:solidFill>
            <a:schemeClr val="tx2">
              <a:lumMod val="20000"/>
              <a:lumOff val="80000"/>
            </a:schemeClr>
          </a:solidFill>
          <a:ln>
            <a:noFill/>
          </a:ln>
          <a:effectLst/>
        </p:spPr>
        <p:txBody>
          <a:bodyPr>
            <a:spAutoFit/>
          </a:bodyPr>
          <a:lstStyle/>
          <a:p>
            <a:r>
              <a:rPr kumimoji="1" lang="en-US" altLang="zh-CN" sz="2000" b="1">
                <a:solidFill>
                  <a:srgbClr val="FF3300"/>
                </a:solidFill>
                <a:latin typeface="Times New Roman" panose="02020603050405020304" pitchFamily="18" charset="0"/>
                <a:ea typeface="华文新魏" panose="02010800040101010101" pitchFamily="2" charset="-122"/>
              </a:rPr>
              <a:t>1.</a:t>
            </a:r>
            <a:r>
              <a:rPr kumimoji="1" lang="zh-CN" altLang="en-US" sz="2000" b="1">
                <a:solidFill>
                  <a:srgbClr val="FF3300"/>
                </a:solidFill>
                <a:latin typeface="Times New Roman" panose="02020603050405020304" pitchFamily="18" charset="0"/>
                <a:ea typeface="华文新魏" panose="02010800040101010101" pitchFamily="2" charset="-122"/>
              </a:rPr>
              <a:t>二端口网络</a:t>
            </a:r>
          </a:p>
        </p:txBody>
      </p:sp>
      <p:sp>
        <p:nvSpPr>
          <p:cNvPr id="110904" name="AutoShape 312">
            <a:hlinkClick r:id="rId3" action="ppaction://hlinksldjump" highlightClick="1">
              <a:snd r:embed="rId4" name="TYPE.WAV"/>
            </a:hlinkClick>
          </p:cNvPr>
          <p:cNvSpPr>
            <a:spLocks noChangeArrowheads="1"/>
          </p:cNvSpPr>
          <p:nvPr/>
        </p:nvSpPr>
        <p:spPr bwMode="auto">
          <a:xfrm>
            <a:off x="827733" y="5242542"/>
            <a:ext cx="3024187" cy="549275"/>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55" name="Rectangle 321">
            <a:hlinkClick r:id="rId6" action="ppaction://hlinksldjump"/>
          </p:cNvPr>
          <p:cNvSpPr>
            <a:spLocks noChangeArrowheads="1"/>
          </p:cNvSpPr>
          <p:nvPr/>
        </p:nvSpPr>
        <p:spPr bwMode="auto">
          <a:xfrm>
            <a:off x="924570" y="5315567"/>
            <a:ext cx="2855913" cy="396875"/>
          </a:xfrm>
          <a:prstGeom prst="rect">
            <a:avLst/>
          </a:prstGeom>
          <a:solidFill>
            <a:schemeClr val="tx2">
              <a:lumMod val="20000"/>
              <a:lumOff val="80000"/>
            </a:schemeClr>
          </a:solidFill>
          <a:ln>
            <a:noFill/>
          </a:ln>
          <a:effectLst/>
        </p:spPr>
        <p:txBody>
          <a:bodyPr>
            <a:spAutoFit/>
          </a:bodyPr>
          <a:lstStyle/>
          <a:p>
            <a:pPr eaLnBrk="0" hangingPunct="0"/>
            <a:r>
              <a:rPr kumimoji="1" lang="en-US" altLang="zh-CN" sz="2000" b="1" dirty="0">
                <a:solidFill>
                  <a:schemeClr val="bg1">
                    <a:lumMod val="65000"/>
                  </a:schemeClr>
                </a:solidFill>
                <a:latin typeface="Times New Roman" panose="02020603050405020304" pitchFamily="18" charset="0"/>
                <a:ea typeface="华文新魏" panose="02010800040101010101" pitchFamily="2" charset="-122"/>
              </a:rPr>
              <a:t>3.</a:t>
            </a:r>
            <a:r>
              <a:rPr kumimoji="1" lang="zh-CN" altLang="en-US" sz="2000" b="1" dirty="0">
                <a:solidFill>
                  <a:schemeClr val="bg1">
                    <a:lumMod val="65000"/>
                  </a:schemeClr>
                </a:solidFill>
                <a:latin typeface="Times New Roman" panose="02020603050405020304" pitchFamily="18" charset="0"/>
                <a:ea typeface="华文新魏" panose="02010800040101010101" pitchFamily="2" charset="-122"/>
              </a:rPr>
              <a:t>传输参数和混合参数</a:t>
            </a:r>
          </a:p>
        </p:txBody>
      </p:sp>
      <p:sp>
        <p:nvSpPr>
          <p:cNvPr id="110903" name="AutoShape 311">
            <a:hlinkClick r:id="rId3" action="ppaction://hlinksldjump" highlightClick="1">
              <a:snd r:embed="rId4" name="TYPE.WAV"/>
            </a:hlinkClick>
          </p:cNvPr>
          <p:cNvSpPr>
            <a:spLocks noChangeArrowheads="1"/>
          </p:cNvSpPr>
          <p:nvPr/>
        </p:nvSpPr>
        <p:spPr bwMode="auto">
          <a:xfrm>
            <a:off x="827733" y="4523404"/>
            <a:ext cx="3024187" cy="577850"/>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57" name="Rectangle 320">
            <a:hlinkClick r:id="rId7" action="ppaction://hlinksldjump"/>
          </p:cNvPr>
          <p:cNvSpPr>
            <a:spLocks noChangeArrowheads="1"/>
          </p:cNvSpPr>
          <p:nvPr/>
        </p:nvSpPr>
        <p:spPr bwMode="auto">
          <a:xfrm>
            <a:off x="954733" y="4667867"/>
            <a:ext cx="2825750" cy="396875"/>
          </a:xfrm>
          <a:prstGeom prst="rect">
            <a:avLst/>
          </a:prstGeom>
          <a:solidFill>
            <a:schemeClr val="tx2">
              <a:lumMod val="20000"/>
              <a:lumOff val="80000"/>
            </a:schemeClr>
          </a:solidFill>
          <a:ln>
            <a:noFill/>
          </a:ln>
          <a:effectLst/>
        </p:spPr>
        <p:txBody>
          <a:bodyPr lIns="90000" tIns="46800" rIns="90000" bIns="46800">
            <a:spAutoFit/>
          </a:bodyPr>
          <a:lstStyle/>
          <a:p>
            <a:pPr eaLnBrk="0" hangingPunct="0"/>
            <a:r>
              <a:rPr kumimoji="1" lang="en-US" altLang="zh-CN" sz="2000" b="1" dirty="0">
                <a:solidFill>
                  <a:srgbClr val="FF3300"/>
                </a:solidFill>
                <a:latin typeface="Times New Roman" panose="02020603050405020304" pitchFamily="18" charset="0"/>
                <a:ea typeface="华文新魏" panose="02010800040101010101" pitchFamily="2" charset="-122"/>
              </a:rPr>
              <a:t>2.</a:t>
            </a:r>
            <a:r>
              <a:rPr kumimoji="1" lang="zh-CN" altLang="en-US" sz="2000" b="1" dirty="0">
                <a:solidFill>
                  <a:srgbClr val="FF3300"/>
                </a:solidFill>
                <a:latin typeface="Times New Roman" panose="02020603050405020304" pitchFamily="18" charset="0"/>
                <a:ea typeface="华文新魏" panose="02010800040101010101" pitchFamily="2" charset="-122"/>
              </a:rPr>
              <a:t>导纳方程阻抗方程</a:t>
            </a:r>
          </a:p>
        </p:txBody>
      </p:sp>
      <p:sp>
        <p:nvSpPr>
          <p:cNvPr id="110905" name="AutoShape 313">
            <a:hlinkClick r:id="rId3" action="ppaction://hlinksldjump" highlightClick="1">
              <a:snd r:embed="rId4" name="TYPE.WAV"/>
            </a:hlinkClick>
          </p:cNvPr>
          <p:cNvSpPr>
            <a:spLocks noChangeArrowheads="1"/>
          </p:cNvSpPr>
          <p:nvPr/>
        </p:nvSpPr>
        <p:spPr bwMode="auto">
          <a:xfrm>
            <a:off x="4932040" y="3816126"/>
            <a:ext cx="3348038" cy="576263"/>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59" name="Rectangle 322">
            <a:hlinkClick r:id="rId8" action="ppaction://hlinksldjump"/>
          </p:cNvPr>
          <p:cNvSpPr>
            <a:spLocks noChangeArrowheads="1"/>
          </p:cNvSpPr>
          <p:nvPr/>
        </p:nvSpPr>
        <p:spPr bwMode="auto">
          <a:xfrm>
            <a:off x="5001890" y="3889151"/>
            <a:ext cx="30988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000" b="1" dirty="0">
                <a:solidFill>
                  <a:srgbClr val="FF3300"/>
                </a:solidFill>
                <a:latin typeface="Times New Roman" panose="02020603050405020304" pitchFamily="18" charset="0"/>
                <a:ea typeface="华文新魏" panose="02010800040101010101" pitchFamily="2" charset="-122"/>
              </a:rPr>
              <a:t>4.</a:t>
            </a:r>
            <a:r>
              <a:rPr kumimoji="1" lang="zh-CN" altLang="en-US" sz="2000" b="1" dirty="0">
                <a:solidFill>
                  <a:srgbClr val="FF3300"/>
                </a:solidFill>
                <a:latin typeface="Times New Roman" panose="02020603050405020304" pitchFamily="18" charset="0"/>
                <a:ea typeface="华文新魏" panose="02010800040101010101" pitchFamily="2" charset="-122"/>
              </a:rPr>
              <a:t>二端口网络的等效电路</a:t>
            </a:r>
          </a:p>
        </p:txBody>
      </p:sp>
      <p:sp>
        <p:nvSpPr>
          <p:cNvPr id="110906" name="AutoShape 314">
            <a:hlinkClick r:id="rId3" action="ppaction://hlinksldjump" highlightClick="1">
              <a:snd r:embed="rId4" name="TYPE.WAV"/>
            </a:hlinkClick>
          </p:cNvPr>
          <p:cNvSpPr>
            <a:spLocks noChangeArrowheads="1"/>
          </p:cNvSpPr>
          <p:nvPr/>
        </p:nvSpPr>
        <p:spPr bwMode="auto">
          <a:xfrm>
            <a:off x="4932040" y="4495576"/>
            <a:ext cx="3313113" cy="617538"/>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rgbClr val="FF3300"/>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61" name="Rectangle 323">
            <a:hlinkClick r:id="rId9" action="ppaction://hlinksldjump"/>
          </p:cNvPr>
          <p:cNvSpPr>
            <a:spLocks noChangeArrowheads="1"/>
          </p:cNvSpPr>
          <p:nvPr/>
        </p:nvSpPr>
        <p:spPr bwMode="auto">
          <a:xfrm>
            <a:off x="5003478" y="4608289"/>
            <a:ext cx="33782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000" b="1" dirty="0">
                <a:solidFill>
                  <a:schemeClr val="bg1">
                    <a:lumMod val="65000"/>
                  </a:schemeClr>
                </a:solidFill>
                <a:latin typeface="Times New Roman" panose="02020603050405020304" pitchFamily="18" charset="0"/>
                <a:ea typeface="华文新魏" panose="02010800040101010101" pitchFamily="2" charset="-122"/>
              </a:rPr>
              <a:t>5.</a:t>
            </a:r>
            <a:r>
              <a:rPr kumimoji="1" lang="zh-CN" altLang="en-US" sz="2000" b="1" dirty="0">
                <a:solidFill>
                  <a:schemeClr val="bg1">
                    <a:lumMod val="65000"/>
                  </a:schemeClr>
                </a:solidFill>
                <a:latin typeface="Times New Roman" panose="02020603050405020304" pitchFamily="18" charset="0"/>
                <a:ea typeface="华文新魏" panose="02010800040101010101" pitchFamily="2" charset="-122"/>
              </a:rPr>
              <a:t>二端口与电源及负载联结</a:t>
            </a:r>
          </a:p>
        </p:txBody>
      </p:sp>
      <p:sp>
        <p:nvSpPr>
          <p:cNvPr id="110907" name="AutoShape 315">
            <a:hlinkClick r:id="rId3" action="ppaction://hlinksldjump" highlightClick="1">
              <a:snd r:embed="rId4" name="TYPE.WAV"/>
            </a:hlinkClick>
          </p:cNvPr>
          <p:cNvSpPr>
            <a:spLocks noChangeArrowheads="1"/>
          </p:cNvSpPr>
          <p:nvPr/>
        </p:nvSpPr>
        <p:spPr bwMode="auto">
          <a:xfrm>
            <a:off x="4932040" y="5255989"/>
            <a:ext cx="3348038" cy="549275"/>
          </a:xfrm>
          <a:prstGeom prst="horizontalScroll">
            <a:avLst>
              <a:gd name="adj" fmla="val 12500"/>
            </a:avLst>
          </a:prstGeom>
          <a:solidFill>
            <a:schemeClr val="tx2">
              <a:lumMod val="20000"/>
              <a:lumOff val="80000"/>
            </a:schemeClr>
          </a:solidFill>
          <a:ln w="38100">
            <a:solidFill>
              <a:schemeClr val="tx1"/>
            </a:solidFill>
            <a:round/>
          </a:ln>
          <a:effectLst>
            <a:outerShdw dist="107763" dir="2700000" algn="ctr" rotWithShape="0">
              <a:srgbClr val="808080"/>
            </a:outerShdw>
          </a:effectLst>
        </p:spPr>
        <p:txBody>
          <a:bodyPr wrap="none" anchor="ctr"/>
          <a:lstStyle/>
          <a:p>
            <a:pPr>
              <a:spcBef>
                <a:spcPct val="50000"/>
              </a:spcBef>
              <a:defRPr/>
            </a:pPr>
            <a:endParaRPr kumimoji="1" lang="en-US" altLang="zh-CN" sz="2800" b="1" i="1">
              <a:solidFill>
                <a:schemeClr val="bg1">
                  <a:lumMod val="65000"/>
                </a:schemeClr>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a:p>
            <a:pPr>
              <a:spcBef>
                <a:spcPct val="50000"/>
              </a:spcBef>
              <a:defRPr/>
            </a:pPr>
            <a:endParaRPr kumimoji="1" lang="en-US" altLang="zh-CN" sz="2800" b="1" i="1">
              <a:solidFill>
                <a:schemeClr val="bg1">
                  <a:lumMod val="65000"/>
                </a:schemeClr>
              </a:solidFill>
              <a:effectLst>
                <a:outerShdw blurRad="38100" dist="38100" dir="2700000" algn="tl">
                  <a:srgbClr val="000000"/>
                </a:outerShdw>
              </a:effectLst>
              <a:latin typeface="Times New Roman" panose="02020603050405020304" pitchFamily="18" charset="0"/>
              <a:ea typeface="华文新魏" panose="02010800040101010101" pitchFamily="2" charset="-122"/>
            </a:endParaRPr>
          </a:p>
        </p:txBody>
      </p:sp>
      <p:sp>
        <p:nvSpPr>
          <p:cNvPr id="2063" name="Rectangle 324">
            <a:hlinkClick r:id="rId10" action="ppaction://hlinksldjump"/>
          </p:cNvPr>
          <p:cNvSpPr>
            <a:spLocks noChangeArrowheads="1"/>
          </p:cNvSpPr>
          <p:nvPr/>
        </p:nvSpPr>
        <p:spPr bwMode="auto">
          <a:xfrm>
            <a:off x="5081265" y="5400451"/>
            <a:ext cx="31623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000" b="1" dirty="0">
                <a:solidFill>
                  <a:schemeClr val="bg1">
                    <a:lumMod val="65000"/>
                  </a:schemeClr>
                </a:solidFill>
                <a:latin typeface="Times New Roman" panose="02020603050405020304" pitchFamily="18" charset="0"/>
                <a:ea typeface="华文新魏" panose="02010800040101010101" pitchFamily="2" charset="-122"/>
              </a:rPr>
              <a:t>6 .</a:t>
            </a:r>
            <a:r>
              <a:rPr kumimoji="1" lang="zh-CN" altLang="en-US" sz="2000" b="1" dirty="0">
                <a:solidFill>
                  <a:schemeClr val="bg1">
                    <a:lumMod val="65000"/>
                  </a:schemeClr>
                </a:solidFill>
                <a:latin typeface="Times New Roman" panose="02020603050405020304" pitchFamily="18" charset="0"/>
                <a:ea typeface="华文新魏" panose="02010800040101010101" pitchFamily="2" charset="-122"/>
              </a:rPr>
              <a:t>二端口网络的级联</a:t>
            </a:r>
          </a:p>
        </p:txBody>
      </p:sp>
      <p:sp>
        <p:nvSpPr>
          <p:cNvPr id="2064" name="Line 355"/>
          <p:cNvSpPr>
            <a:spLocks noChangeShapeType="1"/>
          </p:cNvSpPr>
          <p:nvPr/>
        </p:nvSpPr>
        <p:spPr bwMode="auto">
          <a:xfrm>
            <a:off x="617538" y="3382963"/>
            <a:ext cx="8316912"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65" name="Text Box 356"/>
          <p:cNvSpPr txBox="1">
            <a:spLocks noChangeArrowheads="1"/>
          </p:cNvSpPr>
          <p:nvPr/>
        </p:nvSpPr>
        <p:spPr bwMode="auto">
          <a:xfrm>
            <a:off x="3714750" y="2854325"/>
            <a:ext cx="1584325" cy="457200"/>
          </a:xfrm>
          <a:prstGeom prst="rect">
            <a:avLst/>
          </a:prstGeom>
          <a:noFill/>
          <a:ln>
            <a:noFill/>
          </a:ln>
          <a:effectLst/>
          <a:extLst>
            <a:ext uri="{909E8E84-426E-40DD-AFC4-6F175D3DCCD1}">
              <a14:hiddenFill xmlns:a14="http://schemas.microsoft.com/office/drawing/2010/main">
                <a:gradFill rotWithShape="1">
                  <a:gsLst>
                    <a:gs pos="0">
                      <a:srgbClr val="00FFFF">
                        <a:alpha val="64998"/>
                      </a:srgbClr>
                    </a:gs>
                    <a:gs pos="100000">
                      <a:srgbClr val="007676">
                        <a:alpha val="62000"/>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FF3300"/>
                </a:solidFill>
                <a:latin typeface="Garamond" panose="02020404030301010803" pitchFamily="18" charset="0"/>
                <a:ea typeface="华文新魏" panose="02010800040101010101" pitchFamily="2" charset="-122"/>
              </a:rPr>
              <a:t>本章目次</a:t>
            </a:r>
          </a:p>
        </p:txBody>
      </p:sp>
      <p:sp>
        <p:nvSpPr>
          <p:cNvPr id="2066" name="Text Box 358"/>
          <p:cNvSpPr txBox="1">
            <a:spLocks noChangeArrowheads="1"/>
          </p:cNvSpPr>
          <p:nvPr/>
        </p:nvSpPr>
        <p:spPr bwMode="auto">
          <a:xfrm>
            <a:off x="2141635" y="333375"/>
            <a:ext cx="40511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sz="3600" b="1" dirty="0">
                <a:solidFill>
                  <a:schemeClr val="accent1"/>
                </a:solidFill>
                <a:latin typeface="华文隶书" panose="02010800040101010101" pitchFamily="2" charset="-122"/>
                <a:ea typeface="华文隶书" panose="02010800040101010101" pitchFamily="2" charset="-122"/>
              </a:rPr>
              <a:t>第</a:t>
            </a:r>
            <a:r>
              <a:rPr kumimoji="1" lang="en-US" altLang="zh-CN" sz="3600" b="1" dirty="0">
                <a:solidFill>
                  <a:schemeClr val="accent1"/>
                </a:solidFill>
                <a:latin typeface="华文隶书" panose="02010800040101010101" pitchFamily="2" charset="-122"/>
                <a:ea typeface="华文隶书" panose="02010800040101010101" pitchFamily="2" charset="-122"/>
              </a:rPr>
              <a:t>12 </a:t>
            </a:r>
            <a:r>
              <a:rPr kumimoji="1" lang="zh-CN" altLang="en-US" sz="3600" b="1" dirty="0">
                <a:solidFill>
                  <a:schemeClr val="accent1"/>
                </a:solidFill>
                <a:latin typeface="华文隶书" panose="02010800040101010101" pitchFamily="2" charset="-122"/>
                <a:ea typeface="华文隶书" panose="02010800040101010101" pitchFamily="2" charset="-122"/>
              </a:rPr>
              <a:t>章 二端口网络</a:t>
            </a:r>
          </a:p>
        </p:txBody>
      </p:sp>
      <p:graphicFrame>
        <p:nvGraphicFramePr>
          <p:cNvPr id="2067" name="Object 359"/>
          <p:cNvGraphicFramePr>
            <a:graphicFrameLocks noChangeAspect="1"/>
          </p:cNvGraphicFramePr>
          <p:nvPr/>
        </p:nvGraphicFramePr>
        <p:xfrm>
          <a:off x="1358553" y="1484784"/>
          <a:ext cx="765175" cy="417512"/>
        </p:xfrm>
        <a:graphic>
          <a:graphicData uri="http://schemas.openxmlformats.org/presentationml/2006/ole">
            <mc:AlternateContent xmlns:mc="http://schemas.openxmlformats.org/markup-compatibility/2006">
              <mc:Choice xmlns:v="urn:schemas-microsoft-com:vml" Requires="v">
                <p:oleObj spid="_x0000_s1138" name="图片" r:id="rId11" imgW="900430" imgH="490855" progId="Word.Picture.8">
                  <p:embed/>
                </p:oleObj>
              </mc:Choice>
              <mc:Fallback>
                <p:oleObj name="图片" r:id="rId11" imgW="900430" imgH="490855" progId="Word.Picture.8">
                  <p:embed/>
                  <p:pic>
                    <p:nvPicPr>
                      <p:cNvPr id="0" name="图片 11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8553" y="1484784"/>
                        <a:ext cx="7651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45" name="Object 13"/>
          <p:cNvGraphicFramePr>
            <a:graphicFrameLocks noChangeAspect="1"/>
          </p:cNvGraphicFramePr>
          <p:nvPr/>
        </p:nvGraphicFramePr>
        <p:xfrm>
          <a:off x="684584" y="115888"/>
          <a:ext cx="9144000" cy="688975"/>
        </p:xfrm>
        <a:graphic>
          <a:graphicData uri="http://schemas.openxmlformats.org/presentationml/2006/ole">
            <mc:AlternateContent xmlns:mc="http://schemas.openxmlformats.org/markup-compatibility/2006">
              <mc:Choice xmlns:v="urn:schemas-microsoft-com:vml" Requires="v">
                <p:oleObj spid="_x0000_s2492" name="Visio" r:id="rId3" imgW="7137400" imgH="571500" progId="Visio.Drawing.11">
                  <p:embed/>
                </p:oleObj>
              </mc:Choice>
              <mc:Fallback>
                <p:oleObj name="Visio" r:id="rId3" imgW="7137400" imgH="571500" progId="Visio.Drawing.11">
                  <p:embed/>
                  <p:pic>
                    <p:nvPicPr>
                      <p:cNvPr id="0" name="图片 2485"/>
                      <p:cNvPicPr>
                        <a:picLocks noChangeAspect="1" noChangeArrowheads="1"/>
                      </p:cNvPicPr>
                      <p:nvPr/>
                    </p:nvPicPr>
                    <p:blipFill>
                      <a:blip r:embed="rId4"/>
                      <a:srcRect/>
                      <a:stretch>
                        <a:fillRect/>
                      </a:stretch>
                    </p:blipFill>
                    <p:spPr bwMode="auto">
                      <a:xfrm>
                        <a:off x="684584" y="115888"/>
                        <a:ext cx="9144000" cy="688975"/>
                      </a:xfrm>
                      <a:prstGeom prst="rect">
                        <a:avLst/>
                      </a:prstGeom>
                      <a:noFill/>
                      <a:ln>
                        <a:noFill/>
                      </a:ln>
                    </p:spPr>
                  </p:pic>
                </p:oleObj>
              </mc:Fallback>
            </mc:AlternateContent>
          </a:graphicData>
        </a:graphic>
      </p:graphicFrame>
      <p:sp>
        <p:nvSpPr>
          <p:cNvPr id="95686" name="Text Box 454"/>
          <p:cNvSpPr txBox="1">
            <a:spLocks noChangeArrowheads="1"/>
          </p:cNvSpPr>
          <p:nvPr/>
        </p:nvSpPr>
        <p:spPr bwMode="auto">
          <a:xfrm>
            <a:off x="250825" y="981075"/>
            <a:ext cx="8424863" cy="4064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FF0000"/>
                </a:solidFill>
                <a:latin typeface="宋体" panose="02010600030101010101" pitchFamily="2" charset="-122"/>
                <a:ea typeface="楷体_GB2312" pitchFamily="49" charset="-122"/>
              </a:rPr>
              <a:t>基本要求：掌握</a:t>
            </a:r>
            <a:r>
              <a:rPr lang="zh-CN" altLang="en-US" sz="2000" b="1" dirty="0">
                <a:solidFill>
                  <a:srgbClr val="FF0000"/>
                </a:solidFill>
                <a:latin typeface="Times New Roman" panose="02020603050405020304" pitchFamily="18" charset="0"/>
                <a:ea typeface="楷体_GB2312" pitchFamily="49" charset="-122"/>
              </a:rPr>
              <a:t>二端口网络的定义、端口条件及端口变量形式。</a:t>
            </a:r>
            <a:endParaRPr lang="zh-CN" altLang="en-US" sz="2000" b="1" dirty="0">
              <a:solidFill>
                <a:srgbClr val="FF0000"/>
              </a:solidFill>
              <a:latin typeface="宋体" panose="02010600030101010101" pitchFamily="2" charset="-122"/>
              <a:ea typeface="楷体_GB2312" pitchFamily="49" charset="-122"/>
            </a:endParaRPr>
          </a:p>
        </p:txBody>
      </p:sp>
      <p:grpSp>
        <p:nvGrpSpPr>
          <p:cNvPr id="95705" name="Group 473"/>
          <p:cNvGrpSpPr/>
          <p:nvPr/>
        </p:nvGrpSpPr>
        <p:grpSpPr bwMode="auto">
          <a:xfrm>
            <a:off x="250825" y="1700213"/>
            <a:ext cx="4897438" cy="1863725"/>
            <a:chOff x="158" y="1071"/>
            <a:chExt cx="3085" cy="1174"/>
          </a:xfrm>
        </p:grpSpPr>
        <p:sp>
          <p:nvSpPr>
            <p:cNvPr id="3086" name="Text Box 25"/>
            <p:cNvSpPr txBox="1">
              <a:spLocks noChangeArrowheads="1"/>
            </p:cNvSpPr>
            <p:nvPr/>
          </p:nvSpPr>
          <p:spPr bwMode="auto">
            <a:xfrm>
              <a:off x="158" y="1071"/>
              <a:ext cx="16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chemeClr val="hlink"/>
                  </a:solidFill>
                  <a:latin typeface="宋体" panose="02010600030101010101" pitchFamily="2" charset="-122"/>
                </a:rPr>
                <a:t>二端口网络：</a:t>
              </a:r>
            </a:p>
          </p:txBody>
        </p:sp>
        <p:graphicFrame>
          <p:nvGraphicFramePr>
            <p:cNvPr id="3087" name="Object 460"/>
            <p:cNvGraphicFramePr>
              <a:graphicFrameLocks noChangeAspect="1"/>
            </p:cNvGraphicFramePr>
            <p:nvPr/>
          </p:nvGraphicFramePr>
          <p:xfrm>
            <a:off x="476" y="1298"/>
            <a:ext cx="2767" cy="947"/>
          </p:xfrm>
          <a:graphic>
            <a:graphicData uri="http://schemas.openxmlformats.org/presentationml/2006/ole">
              <mc:AlternateContent xmlns:mc="http://schemas.openxmlformats.org/markup-compatibility/2006">
                <mc:Choice xmlns:v="urn:schemas-microsoft-com:vml" Requires="v">
                  <p:oleObj spid="_x0000_s2493" name="Visio" r:id="rId5" imgW="3860800" imgH="1320800" progId="Visio.Drawing.11">
                    <p:embed/>
                  </p:oleObj>
                </mc:Choice>
                <mc:Fallback>
                  <p:oleObj name="Visio" r:id="rId5" imgW="3860800" imgH="1320800" progId="Visio.Drawing.11">
                    <p:embed/>
                    <p:pic>
                      <p:nvPicPr>
                        <p:cNvPr id="0" name="图片 2486"/>
                        <p:cNvPicPr>
                          <a:picLocks noChangeAspect="1" noChangeArrowheads="1"/>
                        </p:cNvPicPr>
                        <p:nvPr/>
                      </p:nvPicPr>
                      <p:blipFill>
                        <a:blip r:embed="rId6"/>
                        <a:srcRect/>
                        <a:stretch>
                          <a:fillRect/>
                        </a:stretch>
                      </p:blipFill>
                      <p:spPr bwMode="auto">
                        <a:xfrm>
                          <a:off x="476" y="1298"/>
                          <a:ext cx="2767" cy="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5700" name="Group 468"/>
          <p:cNvGrpSpPr/>
          <p:nvPr/>
        </p:nvGrpSpPr>
        <p:grpSpPr bwMode="auto">
          <a:xfrm>
            <a:off x="755650" y="3789363"/>
            <a:ext cx="7488238" cy="2382837"/>
            <a:chOff x="476" y="2387"/>
            <a:chExt cx="4717" cy="1501"/>
          </a:xfrm>
        </p:grpSpPr>
        <p:sp>
          <p:nvSpPr>
            <p:cNvPr id="3084" name="Rectangle 459"/>
            <p:cNvSpPr>
              <a:spLocks noChangeArrowheads="1"/>
            </p:cNvSpPr>
            <p:nvPr/>
          </p:nvSpPr>
          <p:spPr bwMode="auto">
            <a:xfrm>
              <a:off x="476" y="2387"/>
              <a:ext cx="12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chemeClr val="hlink"/>
                  </a:solidFill>
                  <a:latin typeface="宋体" panose="02010600030101010101" pitchFamily="2" charset="-122"/>
                </a:rPr>
                <a:t>二端口网络举例</a:t>
              </a:r>
            </a:p>
          </p:txBody>
        </p:sp>
        <p:graphicFrame>
          <p:nvGraphicFramePr>
            <p:cNvPr id="3085" name="Object 464"/>
            <p:cNvGraphicFramePr>
              <a:graphicFrameLocks noChangeAspect="1"/>
            </p:cNvGraphicFramePr>
            <p:nvPr/>
          </p:nvGraphicFramePr>
          <p:xfrm>
            <a:off x="884" y="2886"/>
            <a:ext cx="4309" cy="1002"/>
          </p:xfrm>
          <a:graphic>
            <a:graphicData uri="http://schemas.openxmlformats.org/presentationml/2006/ole">
              <mc:AlternateContent xmlns:mc="http://schemas.openxmlformats.org/markup-compatibility/2006">
                <mc:Choice xmlns:v="urn:schemas-microsoft-com:vml" Requires="v">
                  <p:oleObj spid="_x0000_s2494" name="Visio" r:id="rId7" imgW="7734300" imgH="1816100" progId="Visio.Drawing.11">
                    <p:embed/>
                  </p:oleObj>
                </mc:Choice>
                <mc:Fallback>
                  <p:oleObj name="Visio" r:id="rId7" imgW="7734300" imgH="1816100" progId="Visio.Drawing.11">
                    <p:embed/>
                    <p:pic>
                      <p:nvPicPr>
                        <p:cNvPr id="0" name="图片 2487"/>
                        <p:cNvPicPr>
                          <a:picLocks noChangeAspect="1" noChangeArrowheads="1"/>
                        </p:cNvPicPr>
                        <p:nvPr/>
                      </p:nvPicPr>
                      <p:blipFill>
                        <a:blip r:embed="rId8"/>
                        <a:srcRect/>
                        <a:stretch>
                          <a:fillRect/>
                        </a:stretch>
                      </p:blipFill>
                      <p:spPr bwMode="auto">
                        <a:xfrm>
                          <a:off x="884" y="2886"/>
                          <a:ext cx="430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5706" name="Group 474"/>
          <p:cNvGrpSpPr/>
          <p:nvPr/>
        </p:nvGrpSpPr>
        <p:grpSpPr bwMode="auto">
          <a:xfrm>
            <a:off x="5651500" y="1663700"/>
            <a:ext cx="2884488" cy="2232025"/>
            <a:chOff x="3560" y="1048"/>
            <a:chExt cx="1817" cy="1406"/>
          </a:xfrm>
        </p:grpSpPr>
        <p:sp>
          <p:nvSpPr>
            <p:cNvPr id="3082" name="Text Box 471"/>
            <p:cNvSpPr txBox="1">
              <a:spLocks noChangeArrowheads="1"/>
            </p:cNvSpPr>
            <p:nvPr/>
          </p:nvSpPr>
          <p:spPr bwMode="auto">
            <a:xfrm>
              <a:off x="3560" y="1048"/>
              <a:ext cx="17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000" b="1" dirty="0">
                  <a:latin typeface="Times New Roman" panose="02020603050405020304" pitchFamily="18" charset="0"/>
                </a:rPr>
                <a:t>端口变量：</a:t>
              </a:r>
            </a:p>
          </p:txBody>
        </p:sp>
        <p:graphicFrame>
          <p:nvGraphicFramePr>
            <p:cNvPr id="3083" name="Object 472"/>
            <p:cNvGraphicFramePr>
              <a:graphicFrameLocks noChangeAspect="1"/>
            </p:cNvGraphicFramePr>
            <p:nvPr/>
          </p:nvGraphicFramePr>
          <p:xfrm>
            <a:off x="3649" y="1335"/>
            <a:ext cx="1728" cy="1119"/>
          </p:xfrm>
          <a:graphic>
            <a:graphicData uri="http://schemas.openxmlformats.org/presentationml/2006/ole">
              <mc:AlternateContent xmlns:mc="http://schemas.openxmlformats.org/markup-compatibility/2006">
                <mc:Choice xmlns:v="urn:schemas-microsoft-com:vml" Requires="v">
                  <p:oleObj spid="_x0000_s2495" name="Equation" r:id="rId9" imgW="35052000" imgH="22555200" progId="Equation.DSMT4">
                    <p:embed/>
                  </p:oleObj>
                </mc:Choice>
                <mc:Fallback>
                  <p:oleObj name="Equation" r:id="rId9" imgW="35052000" imgH="22555200" progId="Equation.DSMT4">
                    <p:embed/>
                    <p:pic>
                      <p:nvPicPr>
                        <p:cNvPr id="0" name="图片 2488"/>
                        <p:cNvPicPr>
                          <a:picLocks noChangeAspect="1" noChangeArrowheads="1"/>
                        </p:cNvPicPr>
                        <p:nvPr/>
                      </p:nvPicPr>
                      <p:blipFill>
                        <a:blip r:embed="rId10"/>
                        <a:srcRect/>
                        <a:stretch>
                          <a:fillRect/>
                        </a:stretch>
                      </p:blipFill>
                      <p:spPr bwMode="auto">
                        <a:xfrm>
                          <a:off x="3649" y="1335"/>
                          <a:ext cx="1728" cy="1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5245"/>
                                        </p:tgtEl>
                                        <p:attrNameLst>
                                          <p:attrName>style.visibility</p:attrName>
                                        </p:attrNameLst>
                                      </p:cBhvr>
                                      <p:to>
                                        <p:strVal val="visible"/>
                                      </p:to>
                                    </p:set>
                                    <p:animEffect transition="in" filter="blinds(horizontal)">
                                      <p:cBhvr>
                                        <p:cTn id="7" dur="500"/>
                                        <p:tgtEl>
                                          <p:spTgt spid="952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5686"/>
                                        </p:tgtEl>
                                        <p:attrNameLst>
                                          <p:attrName>style.visibility</p:attrName>
                                        </p:attrNameLst>
                                      </p:cBhvr>
                                      <p:to>
                                        <p:strVal val="visible"/>
                                      </p:to>
                                    </p:set>
                                    <p:anim calcmode="lin" valueType="num">
                                      <p:cBhvr additive="base">
                                        <p:cTn id="12" dur="500" fill="hold"/>
                                        <p:tgtEl>
                                          <p:spTgt spid="95686"/>
                                        </p:tgtEl>
                                        <p:attrNameLst>
                                          <p:attrName>ppt_x</p:attrName>
                                        </p:attrNameLst>
                                      </p:cBhvr>
                                      <p:tavLst>
                                        <p:tav tm="0">
                                          <p:val>
                                            <p:strVal val="0-#ppt_w/2"/>
                                          </p:val>
                                        </p:tav>
                                        <p:tav tm="100000">
                                          <p:val>
                                            <p:strVal val="#ppt_x"/>
                                          </p:val>
                                        </p:tav>
                                      </p:tavLst>
                                    </p:anim>
                                    <p:anim calcmode="lin" valueType="num">
                                      <p:cBhvr additive="base">
                                        <p:cTn id="13" dur="500" fill="hold"/>
                                        <p:tgtEl>
                                          <p:spTgt spid="9568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5705"/>
                                        </p:tgtEl>
                                        <p:attrNameLst>
                                          <p:attrName>style.visibility</p:attrName>
                                        </p:attrNameLst>
                                      </p:cBhvr>
                                      <p:to>
                                        <p:strVal val="visible"/>
                                      </p:to>
                                    </p:set>
                                    <p:anim calcmode="lin" valueType="num">
                                      <p:cBhvr additive="base">
                                        <p:cTn id="18" dur="500" fill="hold"/>
                                        <p:tgtEl>
                                          <p:spTgt spid="95705"/>
                                        </p:tgtEl>
                                        <p:attrNameLst>
                                          <p:attrName>ppt_x</p:attrName>
                                        </p:attrNameLst>
                                      </p:cBhvr>
                                      <p:tavLst>
                                        <p:tav tm="0">
                                          <p:val>
                                            <p:strVal val="0-#ppt_w/2"/>
                                          </p:val>
                                        </p:tav>
                                        <p:tav tm="100000">
                                          <p:val>
                                            <p:strVal val="#ppt_x"/>
                                          </p:val>
                                        </p:tav>
                                      </p:tavLst>
                                    </p:anim>
                                    <p:anim calcmode="lin" valueType="num">
                                      <p:cBhvr additive="base">
                                        <p:cTn id="19" dur="500" fill="hold"/>
                                        <p:tgtEl>
                                          <p:spTgt spid="9570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5706"/>
                                        </p:tgtEl>
                                        <p:attrNameLst>
                                          <p:attrName>style.visibility</p:attrName>
                                        </p:attrNameLst>
                                      </p:cBhvr>
                                      <p:to>
                                        <p:strVal val="visible"/>
                                      </p:to>
                                    </p:set>
                                    <p:anim calcmode="lin" valueType="num">
                                      <p:cBhvr additive="base">
                                        <p:cTn id="24" dur="500" fill="hold"/>
                                        <p:tgtEl>
                                          <p:spTgt spid="95706"/>
                                        </p:tgtEl>
                                        <p:attrNameLst>
                                          <p:attrName>ppt_x</p:attrName>
                                        </p:attrNameLst>
                                      </p:cBhvr>
                                      <p:tavLst>
                                        <p:tav tm="0">
                                          <p:val>
                                            <p:strVal val="#ppt_x"/>
                                          </p:val>
                                        </p:tav>
                                        <p:tav tm="100000">
                                          <p:val>
                                            <p:strVal val="#ppt_x"/>
                                          </p:val>
                                        </p:tav>
                                      </p:tavLst>
                                    </p:anim>
                                    <p:anim calcmode="lin" valueType="num">
                                      <p:cBhvr additive="base">
                                        <p:cTn id="25" dur="500" fill="hold"/>
                                        <p:tgtEl>
                                          <p:spTgt spid="9570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95700"/>
                                        </p:tgtEl>
                                        <p:attrNameLst>
                                          <p:attrName>style.visibility</p:attrName>
                                        </p:attrNameLst>
                                      </p:cBhvr>
                                      <p:to>
                                        <p:strVal val="visible"/>
                                      </p:to>
                                    </p:set>
                                    <p:animEffect transition="in" filter="checkerboard(across)">
                                      <p:cBhvr>
                                        <p:cTn id="30" dur="500"/>
                                        <p:tgtEl>
                                          <p:spTgt spid="95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8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16" name="Text Box 36"/>
          <p:cNvSpPr txBox="1">
            <a:spLocks noChangeArrowheads="1"/>
          </p:cNvSpPr>
          <p:nvPr/>
        </p:nvSpPr>
        <p:spPr bwMode="auto">
          <a:xfrm>
            <a:off x="844302" y="5013176"/>
            <a:ext cx="761613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latin typeface="Times New Roman" panose="02020603050405020304" pitchFamily="18" charset="0"/>
              </a:rPr>
              <a:t>根据等效的概念，若令二端口的电压、电流关系与三端网络的电压、电流关系相同，便可用二端口网络等效代替三端网络。</a:t>
            </a:r>
            <a:r>
              <a:rPr lang="en-US" altLang="zh-CN" sz="2000" dirty="0">
                <a:latin typeface="Times New Roman" panose="02020603050405020304" pitchFamily="18" charset="0"/>
              </a:rPr>
              <a:t> </a:t>
            </a:r>
          </a:p>
          <a:p>
            <a:pPr eaLnBrk="1" hangingPunct="1">
              <a:spcBef>
                <a:spcPct val="50000"/>
              </a:spcBef>
            </a:pPr>
            <a:r>
              <a:rPr lang="zh-CN" altLang="en-US" sz="2400" b="1" dirty="0">
                <a:solidFill>
                  <a:srgbClr val="FF0000"/>
                </a:solidFill>
                <a:latin typeface="Times New Roman" panose="02020603050405020304" pitchFamily="18" charset="0"/>
              </a:rPr>
              <a:t>推广：</a:t>
            </a:r>
            <a:r>
              <a:rPr lang="zh-CN" altLang="en-US" sz="2400" dirty="0">
                <a:solidFill>
                  <a:srgbClr val="FF0000"/>
                </a:solidFill>
                <a:latin typeface="Times New Roman" panose="02020603050405020304" pitchFamily="18" charset="0"/>
              </a:rPr>
              <a:t>一个</a:t>
            </a:r>
            <a:r>
              <a:rPr lang="en-US" altLang="zh-CN" sz="2400" dirty="0">
                <a:solidFill>
                  <a:srgbClr val="FF0000"/>
                </a:solidFill>
                <a:latin typeface="宋体" panose="02010600030101010101" pitchFamily="2" charset="-122"/>
              </a:rPr>
              <a:t>n</a:t>
            </a:r>
            <a:r>
              <a:rPr lang="zh-CN" altLang="en-US" sz="2400" dirty="0">
                <a:solidFill>
                  <a:srgbClr val="FF0000"/>
                </a:solidFill>
                <a:latin typeface="Times New Roman" panose="02020603050405020304" pitchFamily="18" charset="0"/>
              </a:rPr>
              <a:t>端网络可用</a:t>
            </a:r>
            <a:r>
              <a:rPr lang="en-US" altLang="zh-CN" sz="2400" dirty="0">
                <a:solidFill>
                  <a:srgbClr val="FF0000"/>
                </a:solidFill>
                <a:latin typeface="宋体" panose="02010600030101010101" pitchFamily="2" charset="-122"/>
              </a:rPr>
              <a:t>n-1</a:t>
            </a:r>
            <a:r>
              <a:rPr lang="zh-CN" altLang="en-US" sz="2400" dirty="0">
                <a:solidFill>
                  <a:srgbClr val="FF0000"/>
                </a:solidFill>
                <a:latin typeface="Times New Roman" panose="02020603050405020304" pitchFamily="18" charset="0"/>
              </a:rPr>
              <a:t>端口等效代替</a:t>
            </a:r>
          </a:p>
        </p:txBody>
      </p:sp>
      <p:sp>
        <p:nvSpPr>
          <p:cNvPr id="97408" name="Rectangle 128"/>
          <p:cNvSpPr>
            <a:spLocks noChangeArrowheads="1"/>
          </p:cNvSpPr>
          <p:nvPr/>
        </p:nvSpPr>
        <p:spPr bwMode="auto">
          <a:xfrm>
            <a:off x="412254" y="727869"/>
            <a:ext cx="3295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dirty="0">
                <a:solidFill>
                  <a:schemeClr val="hlink"/>
                </a:solidFill>
                <a:latin typeface="宋体" panose="02010600030101010101" pitchFamily="2" charset="-122"/>
              </a:rPr>
              <a:t>用二端口等效代替三端网络</a:t>
            </a:r>
            <a:r>
              <a:rPr lang="zh-CN" altLang="en-US" sz="2000" dirty="0">
                <a:latin typeface="Times New Roman" panose="02020603050405020304" pitchFamily="18" charset="0"/>
              </a:rPr>
              <a:t> </a:t>
            </a:r>
          </a:p>
        </p:txBody>
      </p:sp>
      <p:grpSp>
        <p:nvGrpSpPr>
          <p:cNvPr id="97417" name="Group 137"/>
          <p:cNvGrpSpPr/>
          <p:nvPr/>
        </p:nvGrpSpPr>
        <p:grpSpPr bwMode="auto">
          <a:xfrm>
            <a:off x="1476375" y="1918444"/>
            <a:ext cx="6016625" cy="2733675"/>
            <a:chOff x="884" y="1117"/>
            <a:chExt cx="3790" cy="1722"/>
          </a:xfrm>
        </p:grpSpPr>
        <p:grpSp>
          <p:nvGrpSpPr>
            <p:cNvPr id="4103" name="Group 131"/>
            <p:cNvGrpSpPr/>
            <p:nvPr/>
          </p:nvGrpSpPr>
          <p:grpSpPr bwMode="auto">
            <a:xfrm>
              <a:off x="976" y="2241"/>
              <a:ext cx="765" cy="515"/>
              <a:chOff x="2881" y="950"/>
              <a:chExt cx="765" cy="515"/>
            </a:xfrm>
          </p:grpSpPr>
          <p:graphicFrame>
            <p:nvGraphicFramePr>
              <p:cNvPr id="4106" name="Object 30"/>
              <p:cNvGraphicFramePr>
                <a:graphicFrameLocks noChangeAspect="1"/>
              </p:cNvGraphicFramePr>
              <p:nvPr/>
            </p:nvGraphicFramePr>
            <p:xfrm>
              <a:off x="2883" y="950"/>
              <a:ext cx="570" cy="236"/>
            </p:xfrm>
            <a:graphic>
              <a:graphicData uri="http://schemas.openxmlformats.org/presentationml/2006/ole">
                <mc:AlternateContent xmlns:mc="http://schemas.openxmlformats.org/markup-compatibility/2006">
                  <mc:Choice xmlns:v="urn:schemas-microsoft-com:vml" Requires="v">
                    <p:oleObj spid="_x0000_s3403" name="Equation" r:id="rId3" imgW="14020800" imgH="5486400" progId="Equation.DSMT4">
                      <p:embed/>
                    </p:oleObj>
                  </mc:Choice>
                  <mc:Fallback>
                    <p:oleObj name="Equation" r:id="rId3" imgW="14020800" imgH="5486400" progId="Equation.DSMT4">
                      <p:embed/>
                      <p:pic>
                        <p:nvPicPr>
                          <p:cNvPr id="0" name="图片 3397"/>
                          <p:cNvPicPr>
                            <a:picLocks noChangeAspect="1" noChangeArrowheads="1"/>
                          </p:cNvPicPr>
                          <p:nvPr/>
                        </p:nvPicPr>
                        <p:blipFill>
                          <a:blip r:embed="rId4"/>
                          <a:srcRect/>
                          <a:stretch>
                            <a:fillRect/>
                          </a:stretch>
                        </p:blipFill>
                        <p:spPr bwMode="auto">
                          <a:xfrm>
                            <a:off x="2883" y="950"/>
                            <a:ext cx="570"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7" name="Object 32"/>
              <p:cNvGraphicFramePr>
                <a:graphicFrameLocks noChangeAspect="1"/>
              </p:cNvGraphicFramePr>
              <p:nvPr/>
            </p:nvGraphicFramePr>
            <p:xfrm>
              <a:off x="2881" y="1239"/>
              <a:ext cx="765" cy="226"/>
            </p:xfrm>
            <a:graphic>
              <a:graphicData uri="http://schemas.openxmlformats.org/presentationml/2006/ole">
                <mc:AlternateContent xmlns:mc="http://schemas.openxmlformats.org/markup-compatibility/2006">
                  <mc:Choice xmlns:v="urn:schemas-microsoft-com:vml" Requires="v">
                    <p:oleObj spid="_x0000_s3404" name="Equation" r:id="rId5" imgW="19812000" imgH="5486400" progId="Equation.DSMT4">
                      <p:embed/>
                    </p:oleObj>
                  </mc:Choice>
                  <mc:Fallback>
                    <p:oleObj name="Equation" r:id="rId5" imgW="19812000" imgH="5486400" progId="Equation.DSMT4">
                      <p:embed/>
                      <p:pic>
                        <p:nvPicPr>
                          <p:cNvPr id="0" name="图片 3398"/>
                          <p:cNvPicPr>
                            <a:picLocks noChangeAspect="1" noChangeArrowheads="1"/>
                          </p:cNvPicPr>
                          <p:nvPr/>
                        </p:nvPicPr>
                        <p:blipFill>
                          <a:blip r:embed="rId6"/>
                          <a:srcRect/>
                          <a:stretch>
                            <a:fillRect/>
                          </a:stretch>
                        </p:blipFill>
                        <p:spPr bwMode="auto">
                          <a:xfrm>
                            <a:off x="2881" y="1239"/>
                            <a:ext cx="76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04" name="Text Box 35"/>
            <p:cNvSpPr txBox="1">
              <a:spLocks noChangeArrowheads="1"/>
            </p:cNvSpPr>
            <p:nvPr/>
          </p:nvSpPr>
          <p:spPr bwMode="auto">
            <a:xfrm>
              <a:off x="2562" y="2205"/>
              <a:ext cx="2112"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latin typeface="宋体" panose="02010600030101010101" pitchFamily="2" charset="-122"/>
                </a:rPr>
                <a:t>三端网络只须用</a:t>
              </a:r>
              <a:r>
                <a:rPr lang="zh-CN" altLang="en-US" sz="2000" b="1" dirty="0">
                  <a:latin typeface="宋体" panose="02010600030101010101" pitchFamily="2" charset="-122"/>
                </a:rPr>
                <a:t>两个</a:t>
              </a:r>
              <a:r>
                <a:rPr lang="zh-CN" altLang="en-US" sz="2000" dirty="0">
                  <a:latin typeface="宋体" panose="02010600030101010101" pitchFamily="2" charset="-122"/>
                </a:rPr>
                <a:t>独立的端子电流和</a:t>
              </a:r>
              <a:r>
                <a:rPr lang="zh-CN" altLang="en-US" sz="2000" b="1" dirty="0">
                  <a:latin typeface="宋体" panose="02010600030101010101" pitchFamily="2" charset="-122"/>
                </a:rPr>
                <a:t>两个</a:t>
              </a:r>
              <a:r>
                <a:rPr lang="zh-CN" altLang="en-US" sz="2000" dirty="0">
                  <a:latin typeface="宋体" panose="02010600030101010101" pitchFamily="2" charset="-122"/>
                </a:rPr>
                <a:t>独立的端子间电压来描述如（</a:t>
              </a:r>
              <a:r>
                <a:rPr lang="en-US" altLang="zh-CN" sz="2000" dirty="0">
                  <a:latin typeface="宋体" panose="02010600030101010101" pitchFamily="2" charset="-122"/>
                </a:rPr>
                <a:t>b</a:t>
              </a:r>
              <a:r>
                <a:rPr lang="zh-CN" altLang="en-US" sz="2000" dirty="0">
                  <a:latin typeface="宋体" panose="02010600030101010101" pitchFamily="2" charset="-122"/>
                </a:rPr>
                <a:t>）</a:t>
              </a:r>
            </a:p>
          </p:txBody>
        </p:sp>
        <p:graphicFrame>
          <p:nvGraphicFramePr>
            <p:cNvPr id="4105" name="Object 135"/>
            <p:cNvGraphicFramePr>
              <a:graphicFrameLocks noChangeAspect="1"/>
            </p:cNvGraphicFramePr>
            <p:nvPr/>
          </p:nvGraphicFramePr>
          <p:xfrm>
            <a:off x="884" y="1117"/>
            <a:ext cx="3448" cy="957"/>
          </p:xfrm>
          <a:graphic>
            <a:graphicData uri="http://schemas.openxmlformats.org/presentationml/2006/ole">
              <mc:AlternateContent xmlns:mc="http://schemas.openxmlformats.org/markup-compatibility/2006">
                <mc:Choice xmlns:v="urn:schemas-microsoft-com:vml" Requires="v">
                  <p:oleObj spid="_x0000_s3405" name="Visio" r:id="rId7" imgW="4978400" imgH="1384300" progId="Visio.Drawing.11">
                    <p:embed/>
                  </p:oleObj>
                </mc:Choice>
                <mc:Fallback>
                  <p:oleObj name="Visio" r:id="rId7" imgW="4978400" imgH="1384300" progId="Visio.Drawing.11">
                    <p:embed/>
                    <p:pic>
                      <p:nvPicPr>
                        <p:cNvPr id="0" name="图片 3399"/>
                        <p:cNvPicPr>
                          <a:picLocks noChangeAspect="1" noChangeArrowheads="1"/>
                        </p:cNvPicPr>
                        <p:nvPr/>
                      </p:nvPicPr>
                      <p:blipFill>
                        <a:blip r:embed="rId8"/>
                        <a:srcRect/>
                        <a:stretch>
                          <a:fillRect/>
                        </a:stretch>
                      </p:blipFill>
                      <p:spPr bwMode="auto">
                        <a:xfrm>
                          <a:off x="884" y="1117"/>
                          <a:ext cx="3448"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7408"/>
                                        </p:tgtEl>
                                        <p:attrNameLst>
                                          <p:attrName>style.visibility</p:attrName>
                                        </p:attrNameLst>
                                      </p:cBhvr>
                                      <p:to>
                                        <p:strVal val="visible"/>
                                      </p:to>
                                    </p:set>
                                    <p:anim calcmode="lin" valueType="num">
                                      <p:cBhvr additive="base">
                                        <p:cTn id="7" dur="500" fill="hold"/>
                                        <p:tgtEl>
                                          <p:spTgt spid="97408"/>
                                        </p:tgtEl>
                                        <p:attrNameLst>
                                          <p:attrName>ppt_x</p:attrName>
                                        </p:attrNameLst>
                                      </p:cBhvr>
                                      <p:tavLst>
                                        <p:tav tm="0">
                                          <p:val>
                                            <p:strVal val="0-#ppt_w/2"/>
                                          </p:val>
                                        </p:tav>
                                        <p:tav tm="100000">
                                          <p:val>
                                            <p:strVal val="#ppt_x"/>
                                          </p:val>
                                        </p:tav>
                                      </p:tavLst>
                                    </p:anim>
                                    <p:anim calcmode="lin" valueType="num">
                                      <p:cBhvr additive="base">
                                        <p:cTn id="8" dur="500" fill="hold"/>
                                        <p:tgtEl>
                                          <p:spTgt spid="974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97417"/>
                                        </p:tgtEl>
                                        <p:attrNameLst>
                                          <p:attrName>style.visibility</p:attrName>
                                        </p:attrNameLst>
                                      </p:cBhvr>
                                      <p:to>
                                        <p:strVal val="visible"/>
                                      </p:to>
                                    </p:set>
                                    <p:animEffect transition="in" filter="box(in)">
                                      <p:cBhvr>
                                        <p:cTn id="13" dur="500"/>
                                        <p:tgtEl>
                                          <p:spTgt spid="9741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97316"/>
                                        </p:tgtEl>
                                        <p:attrNameLst>
                                          <p:attrName>style.visibility</p:attrName>
                                        </p:attrNameLst>
                                      </p:cBhvr>
                                      <p:to>
                                        <p:strVal val="visible"/>
                                      </p:to>
                                    </p:set>
                                    <p:animEffect transition="in" filter="slide(fromBottom)">
                                      <p:cBhvr>
                                        <p:cTn id="18" dur="500"/>
                                        <p:tgtEl>
                                          <p:spTgt spid="97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16" grpId="0" autoUpdateAnimBg="0"/>
      <p:bldP spid="9740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ChangeArrowheads="1"/>
          </p:cNvSpPr>
          <p:nvPr/>
        </p:nvSpPr>
        <p:spPr bwMode="auto">
          <a:xfrm>
            <a:off x="107504" y="1592263"/>
            <a:ext cx="2152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000">
                <a:solidFill>
                  <a:schemeClr val="hlink"/>
                </a:solidFill>
                <a:latin typeface="宋体" panose="02010600030101010101" pitchFamily="2" charset="-122"/>
                <a:ea typeface="黑体" panose="02010609060101010101" pitchFamily="2" charset="-122"/>
              </a:rPr>
              <a:t>1 </a:t>
            </a:r>
            <a:r>
              <a:rPr lang="zh-CN" altLang="en-US" sz="2000">
                <a:solidFill>
                  <a:schemeClr val="hlink"/>
                </a:solidFill>
                <a:latin typeface="Times New Roman" panose="02020603050405020304" pitchFamily="18" charset="0"/>
                <a:ea typeface="黑体" panose="02010609060101010101" pitchFamily="2" charset="-122"/>
              </a:rPr>
              <a:t>导纳参数方程</a:t>
            </a:r>
            <a:r>
              <a:rPr lang="zh-CN" altLang="en-US">
                <a:latin typeface="宋体" panose="02010600030101010101" pitchFamily="2" charset="-122"/>
              </a:rPr>
              <a:t> </a:t>
            </a:r>
          </a:p>
        </p:txBody>
      </p:sp>
      <p:graphicFrame>
        <p:nvGraphicFramePr>
          <p:cNvPr id="99342" name="Object 14"/>
          <p:cNvGraphicFramePr>
            <a:graphicFrameLocks noChangeAspect="1"/>
          </p:cNvGraphicFramePr>
          <p:nvPr/>
        </p:nvGraphicFramePr>
        <p:xfrm>
          <a:off x="0" y="0"/>
          <a:ext cx="9144000" cy="688975"/>
        </p:xfrm>
        <a:graphic>
          <a:graphicData uri="http://schemas.openxmlformats.org/presentationml/2006/ole">
            <mc:AlternateContent xmlns:mc="http://schemas.openxmlformats.org/markup-compatibility/2006">
              <mc:Choice xmlns:v="urn:schemas-microsoft-com:vml" Requires="v">
                <p:oleObj spid="_x0000_s5090" name="Visio" r:id="rId3" imgW="7137400" imgH="571500" progId="Visio.Drawing.11">
                  <p:embed/>
                </p:oleObj>
              </mc:Choice>
              <mc:Fallback>
                <p:oleObj name="Visio" r:id="rId3" imgW="7137400" imgH="571500" progId="Visio.Drawing.11">
                  <p:embed/>
                  <p:pic>
                    <p:nvPicPr>
                      <p:cNvPr id="0" name="图片 5078"/>
                      <p:cNvPicPr>
                        <a:picLocks noChangeAspect="1" noChangeArrowheads="1"/>
                      </p:cNvPicPr>
                      <p:nvPr/>
                    </p:nvPicPr>
                    <p:blipFill>
                      <a:blip r:embed="rId4"/>
                      <a:srcRect/>
                      <a:stretch>
                        <a:fillRect/>
                      </a:stretch>
                    </p:blipFill>
                    <p:spPr bwMode="auto">
                      <a:xfrm>
                        <a:off x="0" y="0"/>
                        <a:ext cx="91440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9438" name="Group 110"/>
          <p:cNvGrpSpPr/>
          <p:nvPr/>
        </p:nvGrpSpPr>
        <p:grpSpPr bwMode="auto">
          <a:xfrm>
            <a:off x="5428806" y="2119314"/>
            <a:ext cx="1700213" cy="1046163"/>
            <a:chOff x="2701" y="944"/>
            <a:chExt cx="1071" cy="659"/>
          </a:xfrm>
        </p:grpSpPr>
        <p:graphicFrame>
          <p:nvGraphicFramePr>
            <p:cNvPr id="5145" name="Object 25"/>
            <p:cNvGraphicFramePr>
              <a:graphicFrameLocks noChangeAspect="1"/>
            </p:cNvGraphicFramePr>
            <p:nvPr/>
          </p:nvGraphicFramePr>
          <p:xfrm>
            <a:off x="2737" y="944"/>
            <a:ext cx="1022" cy="251"/>
          </p:xfrm>
          <a:graphic>
            <a:graphicData uri="http://schemas.openxmlformats.org/presentationml/2006/ole">
              <mc:AlternateContent xmlns:mc="http://schemas.openxmlformats.org/markup-compatibility/2006">
                <mc:Choice xmlns:v="urn:schemas-microsoft-com:vml" Requires="v">
                  <p:oleObj spid="_x0000_s5091" name="Equation" r:id="rId5" imgW="25298400" imgH="5791200" progId="Equation.DSMT4">
                    <p:embed/>
                  </p:oleObj>
                </mc:Choice>
                <mc:Fallback>
                  <p:oleObj name="Equation" r:id="rId5" imgW="25298400" imgH="5791200" progId="Equation.DSMT4">
                    <p:embed/>
                    <p:pic>
                      <p:nvPicPr>
                        <p:cNvPr id="0" name="图片 5079"/>
                        <p:cNvPicPr>
                          <a:picLocks noChangeAspect="1" noChangeArrowheads="1"/>
                        </p:cNvPicPr>
                        <p:nvPr/>
                      </p:nvPicPr>
                      <p:blipFill>
                        <a:blip r:embed="rId6"/>
                        <a:srcRect/>
                        <a:stretch>
                          <a:fillRect/>
                        </a:stretch>
                      </p:blipFill>
                      <p:spPr bwMode="auto">
                        <a:xfrm>
                          <a:off x="2737" y="944"/>
                          <a:ext cx="102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46" name="Object 27"/>
            <p:cNvGraphicFramePr>
              <a:graphicFrameLocks noChangeAspect="1"/>
            </p:cNvGraphicFramePr>
            <p:nvPr/>
          </p:nvGraphicFramePr>
          <p:xfrm>
            <a:off x="2701" y="1346"/>
            <a:ext cx="1071" cy="257"/>
          </p:xfrm>
          <a:graphic>
            <a:graphicData uri="http://schemas.openxmlformats.org/presentationml/2006/ole">
              <mc:AlternateContent xmlns:mc="http://schemas.openxmlformats.org/markup-compatibility/2006">
                <mc:Choice xmlns:v="urn:schemas-microsoft-com:vml" Requires="v">
                  <p:oleObj spid="_x0000_s5092" name="Equation" r:id="rId7" imgW="25908000" imgH="5791200" progId="Equation.DSMT4">
                    <p:embed/>
                  </p:oleObj>
                </mc:Choice>
                <mc:Fallback>
                  <p:oleObj name="Equation" r:id="rId7" imgW="25908000" imgH="5791200" progId="Equation.DSMT4">
                    <p:embed/>
                    <p:pic>
                      <p:nvPicPr>
                        <p:cNvPr id="0" name="图片 5080"/>
                        <p:cNvPicPr>
                          <a:picLocks noChangeAspect="1" noChangeArrowheads="1"/>
                        </p:cNvPicPr>
                        <p:nvPr/>
                      </p:nvPicPr>
                      <p:blipFill>
                        <a:blip r:embed="rId8"/>
                        <a:srcRect/>
                        <a:stretch>
                          <a:fillRect/>
                        </a:stretch>
                      </p:blipFill>
                      <p:spPr bwMode="auto">
                        <a:xfrm>
                          <a:off x="2701" y="1346"/>
                          <a:ext cx="1071" cy="257"/>
                        </a:xfrm>
                        <a:prstGeom prst="rect">
                          <a:avLst/>
                        </a:prstGeom>
                        <a:noFill/>
                        <a:ln>
                          <a:noFill/>
                        </a:ln>
                      </p:spPr>
                    </p:pic>
                  </p:oleObj>
                </mc:Fallback>
              </mc:AlternateContent>
            </a:graphicData>
          </a:graphic>
        </p:graphicFrame>
      </p:grpSp>
      <p:grpSp>
        <p:nvGrpSpPr>
          <p:cNvPr id="99420" name="Group 92"/>
          <p:cNvGrpSpPr/>
          <p:nvPr/>
        </p:nvGrpSpPr>
        <p:grpSpPr bwMode="auto">
          <a:xfrm>
            <a:off x="412304" y="3362325"/>
            <a:ext cx="8077200" cy="806449"/>
            <a:chOff x="384" y="661"/>
            <a:chExt cx="5088" cy="508"/>
          </a:xfrm>
        </p:grpSpPr>
        <p:sp>
          <p:nvSpPr>
            <p:cNvPr id="5142" name="Rectangle 93"/>
            <p:cNvSpPr>
              <a:spLocks noChangeArrowheads="1"/>
            </p:cNvSpPr>
            <p:nvPr/>
          </p:nvSpPr>
          <p:spPr bwMode="auto">
            <a:xfrm>
              <a:off x="4752" y="729"/>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400">
                <a:latin typeface="Times New Roman" panose="02020603050405020304" pitchFamily="18" charset="0"/>
              </a:endParaRPr>
            </a:p>
          </p:txBody>
        </p:sp>
        <p:graphicFrame>
          <p:nvGraphicFramePr>
            <p:cNvPr id="5143" name="Object 94"/>
            <p:cNvGraphicFramePr>
              <a:graphicFrameLocks noChangeAspect="1"/>
            </p:cNvGraphicFramePr>
            <p:nvPr/>
          </p:nvGraphicFramePr>
          <p:xfrm>
            <a:off x="2242" y="661"/>
            <a:ext cx="1372" cy="508"/>
          </p:xfrm>
          <a:graphic>
            <a:graphicData uri="http://schemas.openxmlformats.org/presentationml/2006/ole">
              <mc:AlternateContent xmlns:mc="http://schemas.openxmlformats.org/markup-compatibility/2006">
                <mc:Choice xmlns:v="urn:schemas-microsoft-com:vml" Requires="v">
                  <p:oleObj spid="_x0000_s5093" name="Equation" r:id="rId9" imgW="33832800" imgH="12192000" progId="Equation.DSMT4">
                    <p:embed/>
                  </p:oleObj>
                </mc:Choice>
                <mc:Fallback>
                  <p:oleObj name="Equation" r:id="rId9" imgW="33832800" imgH="12192000" progId="Equation.DSMT4">
                    <p:embed/>
                    <p:pic>
                      <p:nvPicPr>
                        <p:cNvPr id="0" name="图片 5081"/>
                        <p:cNvPicPr>
                          <a:picLocks noChangeAspect="1" noChangeArrowheads="1"/>
                        </p:cNvPicPr>
                        <p:nvPr/>
                      </p:nvPicPr>
                      <p:blipFill>
                        <a:blip r:embed="rId10"/>
                        <a:srcRect/>
                        <a:stretch>
                          <a:fillRect/>
                        </a:stretch>
                      </p:blipFill>
                      <p:spPr bwMode="auto">
                        <a:xfrm>
                          <a:off x="2242" y="661"/>
                          <a:ext cx="1372" cy="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44" name="Rectangle 95"/>
            <p:cNvSpPr>
              <a:spLocks noChangeArrowheads="1"/>
            </p:cNvSpPr>
            <p:nvPr/>
          </p:nvSpPr>
          <p:spPr bwMode="auto">
            <a:xfrm>
              <a:off x="384" y="720"/>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hlink"/>
                  </a:solidFill>
                  <a:latin typeface="宋体" panose="02010600030101010101" pitchFamily="2" charset="-122"/>
                </a:rPr>
                <a:t>矩阵形式：</a:t>
              </a:r>
            </a:p>
          </p:txBody>
        </p:sp>
      </p:grpSp>
      <p:grpSp>
        <p:nvGrpSpPr>
          <p:cNvPr id="99440" name="Group 112"/>
          <p:cNvGrpSpPr/>
          <p:nvPr/>
        </p:nvGrpSpPr>
        <p:grpSpPr bwMode="auto">
          <a:xfrm>
            <a:off x="358329" y="4876800"/>
            <a:ext cx="8705850" cy="1308100"/>
            <a:chOff x="576" y="3072"/>
            <a:chExt cx="5484" cy="824"/>
          </a:xfrm>
        </p:grpSpPr>
        <p:sp>
          <p:nvSpPr>
            <p:cNvPr id="5135" name="Rectangle 97"/>
            <p:cNvSpPr>
              <a:spLocks noChangeArrowheads="1"/>
            </p:cNvSpPr>
            <p:nvPr/>
          </p:nvSpPr>
          <p:spPr bwMode="auto">
            <a:xfrm>
              <a:off x="576" y="3072"/>
              <a:ext cx="52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a:latin typeface="宋体" panose="02010600030101010101" pitchFamily="2" charset="-122"/>
                </a:rPr>
                <a:t>式中</a:t>
              </a:r>
              <a:r>
                <a:rPr lang="en-US" altLang="zh-CN">
                  <a:latin typeface="宋体" panose="02010600030101010101" pitchFamily="2" charset="-122"/>
                </a:rPr>
                <a:t>: </a:t>
              </a:r>
            </a:p>
          </p:txBody>
        </p:sp>
        <p:graphicFrame>
          <p:nvGraphicFramePr>
            <p:cNvPr id="5136" name="Object 101"/>
            <p:cNvGraphicFramePr>
              <a:graphicFrameLocks noChangeAspect="1"/>
            </p:cNvGraphicFramePr>
            <p:nvPr/>
          </p:nvGraphicFramePr>
          <p:xfrm>
            <a:off x="1676" y="3425"/>
            <a:ext cx="888" cy="471"/>
          </p:xfrm>
          <a:graphic>
            <a:graphicData uri="http://schemas.openxmlformats.org/presentationml/2006/ole">
              <mc:AlternateContent xmlns:mc="http://schemas.openxmlformats.org/markup-compatibility/2006">
                <mc:Choice xmlns:v="urn:schemas-microsoft-com:vml" Requires="v">
                  <p:oleObj spid="_x0000_s5094" name="Equation" r:id="rId11" imgW="22250400" imgH="11582400" progId="Equation.DSMT4">
                    <p:embed/>
                  </p:oleObj>
                </mc:Choice>
                <mc:Fallback>
                  <p:oleObj name="Equation" r:id="rId11" imgW="22250400" imgH="11582400" progId="Equation.DSMT4">
                    <p:embed/>
                    <p:pic>
                      <p:nvPicPr>
                        <p:cNvPr id="0" name="图片 5082"/>
                        <p:cNvPicPr>
                          <a:picLocks noChangeAspect="1" noChangeArrowheads="1"/>
                        </p:cNvPicPr>
                        <p:nvPr/>
                      </p:nvPicPr>
                      <p:blipFill>
                        <a:blip r:embed="rId12"/>
                        <a:srcRect/>
                        <a:stretch>
                          <a:fillRect/>
                        </a:stretch>
                      </p:blipFill>
                      <p:spPr bwMode="auto">
                        <a:xfrm>
                          <a:off x="1676" y="3425"/>
                          <a:ext cx="888"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137" name="Group 107"/>
            <p:cNvGrpSpPr/>
            <p:nvPr/>
          </p:nvGrpSpPr>
          <p:grpSpPr bwMode="auto">
            <a:xfrm>
              <a:off x="960" y="3120"/>
              <a:ext cx="5100" cy="247"/>
              <a:chOff x="288" y="2880"/>
              <a:chExt cx="5100" cy="247"/>
            </a:xfrm>
          </p:grpSpPr>
          <p:sp>
            <p:nvSpPr>
              <p:cNvPr id="5139" name="Rectangle 98"/>
              <p:cNvSpPr>
                <a:spLocks noChangeArrowheads="1"/>
              </p:cNvSpPr>
              <p:nvPr/>
            </p:nvSpPr>
            <p:spPr bwMode="auto">
              <a:xfrm>
                <a:off x="288" y="2880"/>
                <a:ext cx="51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dirty="0">
                    <a:latin typeface="宋体" panose="02010600030101010101" pitchFamily="2" charset="-122"/>
                  </a:rPr>
                  <a:t>            </a:t>
                </a:r>
                <a:r>
                  <a:rPr lang="zh-CN" altLang="en-US" dirty="0">
                    <a:latin typeface="宋体" panose="02010600030101010101" pitchFamily="2" charset="-122"/>
                  </a:rPr>
                  <a:t>和          分别表示端口电压和电流向量</a:t>
                </a:r>
              </a:p>
            </p:txBody>
          </p:sp>
          <p:graphicFrame>
            <p:nvGraphicFramePr>
              <p:cNvPr id="5140" name="Object 103"/>
              <p:cNvGraphicFramePr>
                <a:graphicFrameLocks noChangeAspect="1"/>
              </p:cNvGraphicFramePr>
              <p:nvPr/>
            </p:nvGraphicFramePr>
            <p:xfrm>
              <a:off x="496" y="2901"/>
              <a:ext cx="717" cy="219"/>
            </p:xfrm>
            <a:graphic>
              <a:graphicData uri="http://schemas.openxmlformats.org/presentationml/2006/ole">
                <mc:AlternateContent xmlns:mc="http://schemas.openxmlformats.org/markup-compatibility/2006">
                  <mc:Choice xmlns:v="urn:schemas-microsoft-com:vml" Requires="v">
                    <p:oleObj spid="_x0000_s5095" name="Equation" r:id="rId13" imgW="20116800" imgH="5791200" progId="Equation.DSMT4">
                      <p:embed/>
                    </p:oleObj>
                  </mc:Choice>
                  <mc:Fallback>
                    <p:oleObj name="Equation" r:id="rId13" imgW="20116800" imgH="5791200" progId="Equation.DSMT4">
                      <p:embed/>
                      <p:pic>
                        <p:nvPicPr>
                          <p:cNvPr id="0" name="图片 5083"/>
                          <p:cNvPicPr>
                            <a:picLocks noChangeAspect="1" noChangeArrowheads="1"/>
                          </p:cNvPicPr>
                          <p:nvPr/>
                        </p:nvPicPr>
                        <p:blipFill>
                          <a:blip r:embed="rId14"/>
                          <a:srcRect/>
                          <a:stretch>
                            <a:fillRect/>
                          </a:stretch>
                        </p:blipFill>
                        <p:spPr bwMode="auto">
                          <a:xfrm>
                            <a:off x="496" y="2901"/>
                            <a:ext cx="71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41" name="Object 104"/>
              <p:cNvGraphicFramePr>
                <a:graphicFrameLocks noChangeAspect="1"/>
              </p:cNvGraphicFramePr>
              <p:nvPr/>
            </p:nvGraphicFramePr>
            <p:xfrm>
              <a:off x="1358" y="2886"/>
              <a:ext cx="655" cy="241"/>
            </p:xfrm>
            <a:graphic>
              <a:graphicData uri="http://schemas.openxmlformats.org/presentationml/2006/ole">
                <mc:AlternateContent xmlns:mc="http://schemas.openxmlformats.org/markup-compatibility/2006">
                  <mc:Choice xmlns:v="urn:schemas-microsoft-com:vml" Requires="v">
                    <p:oleObj spid="_x0000_s5096" name="Equation" r:id="rId15" imgW="16764000" imgH="5791200" progId="Equation.DSMT4">
                      <p:embed/>
                    </p:oleObj>
                  </mc:Choice>
                  <mc:Fallback>
                    <p:oleObj name="Equation" r:id="rId15" imgW="16764000" imgH="5791200" progId="Equation.DSMT4">
                      <p:embed/>
                      <p:pic>
                        <p:nvPicPr>
                          <p:cNvPr id="0" name="图片 5084"/>
                          <p:cNvPicPr>
                            <a:picLocks noChangeAspect="1" noChangeArrowheads="1"/>
                          </p:cNvPicPr>
                          <p:nvPr/>
                        </p:nvPicPr>
                        <p:blipFill>
                          <a:blip r:embed="rId16"/>
                          <a:srcRect/>
                          <a:stretch>
                            <a:fillRect/>
                          </a:stretch>
                        </p:blipFill>
                        <p:spPr bwMode="auto">
                          <a:xfrm>
                            <a:off x="1358" y="2886"/>
                            <a:ext cx="655"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138" name="Text Box 105"/>
            <p:cNvSpPr txBox="1">
              <a:spLocks noChangeArrowheads="1"/>
            </p:cNvSpPr>
            <p:nvPr/>
          </p:nvSpPr>
          <p:spPr bwMode="auto">
            <a:xfrm>
              <a:off x="2742" y="3504"/>
              <a:ext cx="20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宋体" panose="02010600030101010101" pitchFamily="2" charset="-122"/>
                </a:rPr>
                <a:t>(</a:t>
              </a:r>
              <a:r>
                <a:rPr lang="zh-CN" altLang="en-US">
                  <a:latin typeface="宋体" panose="02010600030101010101" pitchFamily="2" charset="-122"/>
                </a:rPr>
                <a:t>导纳参数矩阵或</a:t>
              </a:r>
              <a:r>
                <a:rPr lang="en-US" altLang="zh-CN" b="1" i="1">
                  <a:solidFill>
                    <a:schemeClr val="hlink"/>
                  </a:solidFill>
                  <a:latin typeface="宋体" panose="02010600030101010101" pitchFamily="2" charset="-122"/>
                </a:rPr>
                <a:t>Y </a:t>
              </a:r>
              <a:r>
                <a:rPr lang="zh-CN" altLang="en-US">
                  <a:solidFill>
                    <a:schemeClr val="hlink"/>
                  </a:solidFill>
                  <a:latin typeface="Times New Roman" panose="02020603050405020304" pitchFamily="18" charset="0"/>
                  <a:ea typeface="黑体" panose="02010609060101010101" pitchFamily="2" charset="-122"/>
                </a:rPr>
                <a:t>参数矩阵</a:t>
              </a:r>
              <a:r>
                <a:rPr lang="en-US" altLang="zh-CN">
                  <a:latin typeface="Times New Roman" panose="02020603050405020304" pitchFamily="18" charset="0"/>
                  <a:ea typeface="黑体" panose="02010609060101010101" pitchFamily="2" charset="-122"/>
                </a:rPr>
                <a:t>)</a:t>
              </a:r>
            </a:p>
          </p:txBody>
        </p:sp>
      </p:grpSp>
      <p:grpSp>
        <p:nvGrpSpPr>
          <p:cNvPr id="99439" name="Group 111"/>
          <p:cNvGrpSpPr/>
          <p:nvPr/>
        </p:nvGrpSpPr>
        <p:grpSpPr bwMode="auto">
          <a:xfrm>
            <a:off x="412304" y="4327530"/>
            <a:ext cx="4059238" cy="420688"/>
            <a:chOff x="192" y="2626"/>
            <a:chExt cx="2557" cy="265"/>
          </a:xfrm>
        </p:grpSpPr>
        <p:graphicFrame>
          <p:nvGraphicFramePr>
            <p:cNvPr id="5133" name="Object 100"/>
            <p:cNvGraphicFramePr>
              <a:graphicFrameLocks noChangeAspect="1"/>
            </p:cNvGraphicFramePr>
            <p:nvPr/>
          </p:nvGraphicFramePr>
          <p:xfrm>
            <a:off x="2156" y="2626"/>
            <a:ext cx="593" cy="265"/>
          </p:xfrm>
          <a:graphic>
            <a:graphicData uri="http://schemas.openxmlformats.org/presentationml/2006/ole">
              <mc:AlternateContent xmlns:mc="http://schemas.openxmlformats.org/markup-compatibility/2006">
                <mc:Choice xmlns:v="urn:schemas-microsoft-com:vml" Requires="v">
                  <p:oleObj spid="_x0000_s5097" name="Equation" r:id="rId17" imgW="11582400" imgH="4876800" progId="Equation.DSMT4">
                    <p:embed/>
                  </p:oleObj>
                </mc:Choice>
                <mc:Fallback>
                  <p:oleObj name="Equation" r:id="rId17" imgW="11582400" imgH="4876800" progId="Equation.DSMT4">
                    <p:embed/>
                    <p:pic>
                      <p:nvPicPr>
                        <p:cNvPr id="0" name="图片 5085"/>
                        <p:cNvPicPr>
                          <a:picLocks noChangeAspect="1" noChangeArrowheads="1"/>
                        </p:cNvPicPr>
                        <p:nvPr/>
                      </p:nvPicPr>
                      <p:blipFill>
                        <a:blip r:embed="rId18"/>
                        <a:srcRect/>
                        <a:stretch>
                          <a:fillRect/>
                        </a:stretch>
                      </p:blipFill>
                      <p:spPr bwMode="auto">
                        <a:xfrm>
                          <a:off x="2156" y="2626"/>
                          <a:ext cx="59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34" name="Text Box 106"/>
            <p:cNvSpPr txBox="1">
              <a:spLocks noChangeArrowheads="1"/>
            </p:cNvSpPr>
            <p:nvPr/>
          </p:nvSpPr>
          <p:spPr bwMode="auto">
            <a:xfrm>
              <a:off x="192" y="2640"/>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a:solidFill>
                    <a:schemeClr val="hlink"/>
                  </a:solidFill>
                  <a:latin typeface="Times New Roman" panose="02020603050405020304" pitchFamily="18" charset="0"/>
                </a:rPr>
                <a:t>相量形式：</a:t>
              </a:r>
            </a:p>
          </p:txBody>
        </p:sp>
      </p:grpSp>
      <p:sp>
        <p:nvSpPr>
          <p:cNvPr id="99444" name="Text Box 116"/>
          <p:cNvSpPr txBox="1">
            <a:spLocks noChangeArrowheads="1"/>
          </p:cNvSpPr>
          <p:nvPr/>
        </p:nvSpPr>
        <p:spPr bwMode="auto">
          <a:xfrm>
            <a:off x="250825" y="765175"/>
            <a:ext cx="8569325" cy="7112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solidFill>
                  <a:schemeClr val="tx2"/>
                </a:solidFill>
                <a:latin typeface="楷体_GB2312" pitchFamily="49" charset="-122"/>
                <a:ea typeface="楷体_GB2312" pitchFamily="49" charset="-122"/>
              </a:rPr>
              <a:t>基本要求：熟练掌握线性无独立源二端口网络导纳参数方程和阻抗参数方程的形式及导纳参数矩阵和阻抗参数矩阵的计算。</a:t>
            </a:r>
          </a:p>
        </p:txBody>
      </p:sp>
      <p:graphicFrame>
        <p:nvGraphicFramePr>
          <p:cNvPr id="99445" name="Object 117"/>
          <p:cNvGraphicFramePr>
            <a:graphicFrameLocks noChangeAspect="1"/>
          </p:cNvGraphicFramePr>
          <p:nvPr/>
        </p:nvGraphicFramePr>
        <p:xfrm>
          <a:off x="934592" y="2019300"/>
          <a:ext cx="3600450" cy="1265238"/>
        </p:xfrm>
        <a:graphic>
          <a:graphicData uri="http://schemas.openxmlformats.org/presentationml/2006/ole">
            <mc:AlternateContent xmlns:mc="http://schemas.openxmlformats.org/markup-compatibility/2006">
              <mc:Choice xmlns:v="urn:schemas-microsoft-com:vml" Requires="v">
                <p:oleObj spid="_x0000_s5098" name="Visio" r:id="rId19" imgW="2832100" imgH="1003300" progId="Visio.Drawing.11">
                  <p:embed/>
                </p:oleObj>
              </mc:Choice>
              <mc:Fallback>
                <p:oleObj name="Visio" r:id="rId19" imgW="2832100" imgH="1003300" progId="Visio.Drawing.11">
                  <p:embed/>
                  <p:pic>
                    <p:nvPicPr>
                      <p:cNvPr id="0" name="图片 5086"/>
                      <p:cNvPicPr>
                        <a:picLocks noChangeAspect="1" noChangeArrowheads="1"/>
                      </p:cNvPicPr>
                      <p:nvPr/>
                    </p:nvPicPr>
                    <p:blipFill>
                      <a:blip r:embed="rId20"/>
                      <a:srcRect/>
                      <a:stretch>
                        <a:fillRect/>
                      </a:stretch>
                    </p:blipFill>
                    <p:spPr bwMode="auto">
                      <a:xfrm>
                        <a:off x="934592" y="2019300"/>
                        <a:ext cx="3600450" cy="126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7616422" y="2264512"/>
            <a:ext cx="1107996" cy="646331"/>
          </a:xfrm>
          <a:prstGeom prst="rect">
            <a:avLst/>
          </a:prstGeom>
          <a:noFill/>
        </p:spPr>
        <p:txBody>
          <a:bodyPr wrap="none" rtlCol="0">
            <a:spAutoFit/>
          </a:bodyPr>
          <a:lstStyle/>
          <a:p>
            <a:r>
              <a:rPr lang="zh-CN" altLang="en-US" b="1" dirty="0">
                <a:solidFill>
                  <a:srgbClr val="FF0000"/>
                </a:solidFill>
              </a:rPr>
              <a:t>齐性定理</a:t>
            </a:r>
            <a:endParaRPr lang="en-US" altLang="zh-CN" b="1" dirty="0">
              <a:solidFill>
                <a:srgbClr val="FF0000"/>
              </a:solidFill>
            </a:endParaRPr>
          </a:p>
          <a:p>
            <a:r>
              <a:rPr lang="zh-CN" altLang="en-US" b="1" dirty="0">
                <a:solidFill>
                  <a:srgbClr val="FF0000"/>
                </a:solidFill>
              </a:rPr>
              <a:t>叠加定理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9342"/>
                                        </p:tgtEl>
                                        <p:attrNameLst>
                                          <p:attrName>style.visibility</p:attrName>
                                        </p:attrNameLst>
                                      </p:cBhvr>
                                      <p:to>
                                        <p:strVal val="visible"/>
                                      </p:to>
                                    </p:set>
                                    <p:animEffect transition="in" filter="blinds(horizontal)">
                                      <p:cBhvr>
                                        <p:cTn id="7" dur="500"/>
                                        <p:tgtEl>
                                          <p:spTgt spid="9934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9444"/>
                                        </p:tgtEl>
                                        <p:attrNameLst>
                                          <p:attrName>style.visibility</p:attrName>
                                        </p:attrNameLst>
                                      </p:cBhvr>
                                      <p:to>
                                        <p:strVal val="visible"/>
                                      </p:to>
                                    </p:set>
                                    <p:anim calcmode="lin" valueType="num">
                                      <p:cBhvr additive="base">
                                        <p:cTn id="12" dur="500" fill="hold"/>
                                        <p:tgtEl>
                                          <p:spTgt spid="99444"/>
                                        </p:tgtEl>
                                        <p:attrNameLst>
                                          <p:attrName>ppt_x</p:attrName>
                                        </p:attrNameLst>
                                      </p:cBhvr>
                                      <p:tavLst>
                                        <p:tav tm="0">
                                          <p:val>
                                            <p:strVal val="#ppt_x"/>
                                          </p:val>
                                        </p:tav>
                                        <p:tav tm="100000">
                                          <p:val>
                                            <p:strVal val="#ppt_x"/>
                                          </p:val>
                                        </p:tav>
                                      </p:tavLst>
                                    </p:anim>
                                    <p:anim calcmode="lin" valueType="num">
                                      <p:cBhvr additive="base">
                                        <p:cTn id="13" dur="500" fill="hold"/>
                                        <p:tgtEl>
                                          <p:spTgt spid="994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9332"/>
                                        </p:tgtEl>
                                        <p:attrNameLst>
                                          <p:attrName>style.visibility</p:attrName>
                                        </p:attrNameLst>
                                      </p:cBhvr>
                                      <p:to>
                                        <p:strVal val="visible"/>
                                      </p:to>
                                    </p:set>
                                    <p:anim calcmode="lin" valueType="num">
                                      <p:cBhvr additive="base">
                                        <p:cTn id="18" dur="500" fill="hold"/>
                                        <p:tgtEl>
                                          <p:spTgt spid="99332"/>
                                        </p:tgtEl>
                                        <p:attrNameLst>
                                          <p:attrName>ppt_x</p:attrName>
                                        </p:attrNameLst>
                                      </p:cBhvr>
                                      <p:tavLst>
                                        <p:tav tm="0">
                                          <p:val>
                                            <p:strVal val="0-#ppt_w/2"/>
                                          </p:val>
                                        </p:tav>
                                        <p:tav tm="100000">
                                          <p:val>
                                            <p:strVal val="#ppt_x"/>
                                          </p:val>
                                        </p:tav>
                                      </p:tavLst>
                                    </p:anim>
                                    <p:anim calcmode="lin" valueType="num">
                                      <p:cBhvr additive="base">
                                        <p:cTn id="19"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99445"/>
                                        </p:tgtEl>
                                        <p:attrNameLst>
                                          <p:attrName>style.visibility</p:attrName>
                                        </p:attrNameLst>
                                      </p:cBhvr>
                                      <p:to>
                                        <p:strVal val="visible"/>
                                      </p:to>
                                    </p:set>
                                    <p:animEffect transition="in" filter="box(in)">
                                      <p:cBhvr>
                                        <p:cTn id="24" dur="500"/>
                                        <p:tgtEl>
                                          <p:spTgt spid="9944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99438"/>
                                        </p:tgtEl>
                                        <p:attrNameLst>
                                          <p:attrName>style.visibility</p:attrName>
                                        </p:attrNameLst>
                                      </p:cBhvr>
                                      <p:to>
                                        <p:strVal val="visible"/>
                                      </p:to>
                                    </p:set>
                                    <p:anim calcmode="lin" valueType="num">
                                      <p:cBhvr additive="base">
                                        <p:cTn id="29" dur="500" fill="hold"/>
                                        <p:tgtEl>
                                          <p:spTgt spid="99438"/>
                                        </p:tgtEl>
                                        <p:attrNameLst>
                                          <p:attrName>ppt_x</p:attrName>
                                        </p:attrNameLst>
                                      </p:cBhvr>
                                      <p:tavLst>
                                        <p:tav tm="0">
                                          <p:val>
                                            <p:strVal val="1+#ppt_w/2"/>
                                          </p:val>
                                        </p:tav>
                                        <p:tav tm="100000">
                                          <p:val>
                                            <p:strVal val="#ppt_x"/>
                                          </p:val>
                                        </p:tav>
                                      </p:tavLst>
                                    </p:anim>
                                    <p:anim calcmode="lin" valueType="num">
                                      <p:cBhvr additive="base">
                                        <p:cTn id="30" dur="500" fill="hold"/>
                                        <p:tgtEl>
                                          <p:spTgt spid="99438"/>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99420"/>
                                        </p:tgtEl>
                                        <p:attrNameLst>
                                          <p:attrName>style.visibility</p:attrName>
                                        </p:attrNameLst>
                                      </p:cBhvr>
                                      <p:to>
                                        <p:strVal val="visible"/>
                                      </p:to>
                                    </p:set>
                                    <p:anim calcmode="lin" valueType="num">
                                      <p:cBhvr additive="base">
                                        <p:cTn id="38" dur="500" fill="hold"/>
                                        <p:tgtEl>
                                          <p:spTgt spid="99420"/>
                                        </p:tgtEl>
                                        <p:attrNameLst>
                                          <p:attrName>ppt_x</p:attrName>
                                        </p:attrNameLst>
                                      </p:cBhvr>
                                      <p:tavLst>
                                        <p:tav tm="0">
                                          <p:val>
                                            <p:strVal val="0-#ppt_w/2"/>
                                          </p:val>
                                        </p:tav>
                                        <p:tav tm="100000">
                                          <p:val>
                                            <p:strVal val="#ppt_x"/>
                                          </p:val>
                                        </p:tav>
                                      </p:tavLst>
                                    </p:anim>
                                    <p:anim calcmode="lin" valueType="num">
                                      <p:cBhvr additive="base">
                                        <p:cTn id="39" dur="500" fill="hold"/>
                                        <p:tgtEl>
                                          <p:spTgt spid="99420"/>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99439"/>
                                        </p:tgtEl>
                                        <p:attrNameLst>
                                          <p:attrName>style.visibility</p:attrName>
                                        </p:attrNameLst>
                                      </p:cBhvr>
                                      <p:to>
                                        <p:strVal val="visible"/>
                                      </p:to>
                                    </p:set>
                                    <p:anim calcmode="lin" valueType="num">
                                      <p:cBhvr additive="base">
                                        <p:cTn id="44" dur="500" fill="hold"/>
                                        <p:tgtEl>
                                          <p:spTgt spid="99439"/>
                                        </p:tgtEl>
                                        <p:attrNameLst>
                                          <p:attrName>ppt_x</p:attrName>
                                        </p:attrNameLst>
                                      </p:cBhvr>
                                      <p:tavLst>
                                        <p:tav tm="0">
                                          <p:val>
                                            <p:strVal val="0-#ppt_w/2"/>
                                          </p:val>
                                        </p:tav>
                                        <p:tav tm="100000">
                                          <p:val>
                                            <p:strVal val="#ppt_x"/>
                                          </p:val>
                                        </p:tav>
                                      </p:tavLst>
                                    </p:anim>
                                    <p:anim calcmode="lin" valueType="num">
                                      <p:cBhvr additive="base">
                                        <p:cTn id="45" dur="500" fill="hold"/>
                                        <p:tgtEl>
                                          <p:spTgt spid="99439"/>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99440"/>
                                        </p:tgtEl>
                                        <p:attrNameLst>
                                          <p:attrName>style.visibility</p:attrName>
                                        </p:attrNameLst>
                                      </p:cBhvr>
                                      <p:to>
                                        <p:strVal val="visible"/>
                                      </p:to>
                                    </p:set>
                                    <p:anim calcmode="lin" valueType="num">
                                      <p:cBhvr additive="base">
                                        <p:cTn id="50" dur="500" fill="hold"/>
                                        <p:tgtEl>
                                          <p:spTgt spid="99440"/>
                                        </p:tgtEl>
                                        <p:attrNameLst>
                                          <p:attrName>ppt_x</p:attrName>
                                        </p:attrNameLst>
                                      </p:cBhvr>
                                      <p:tavLst>
                                        <p:tav tm="0">
                                          <p:val>
                                            <p:strVal val="#ppt_x"/>
                                          </p:val>
                                        </p:tav>
                                        <p:tav tm="100000">
                                          <p:val>
                                            <p:strVal val="#ppt_x"/>
                                          </p:val>
                                        </p:tav>
                                      </p:tavLst>
                                    </p:anim>
                                    <p:anim calcmode="lin" valueType="num">
                                      <p:cBhvr additive="base">
                                        <p:cTn id="51" dur="500" fill="hold"/>
                                        <p:tgtEl>
                                          <p:spTgt spid="994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P spid="99444"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550" name="Group 198"/>
          <p:cNvGrpSpPr/>
          <p:nvPr/>
        </p:nvGrpSpPr>
        <p:grpSpPr bwMode="auto">
          <a:xfrm>
            <a:off x="157163" y="3411538"/>
            <a:ext cx="3770312" cy="866776"/>
            <a:chOff x="2996" y="1093"/>
            <a:chExt cx="2375" cy="546"/>
          </a:xfrm>
        </p:grpSpPr>
        <p:sp>
          <p:nvSpPr>
            <p:cNvPr id="6166" name="Rectangle 132"/>
            <p:cNvSpPr>
              <a:spLocks noChangeArrowheads="1"/>
            </p:cNvSpPr>
            <p:nvPr/>
          </p:nvSpPr>
          <p:spPr bwMode="auto">
            <a:xfrm>
              <a:off x="3322" y="1347"/>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500">
                  <a:solidFill>
                    <a:srgbClr val="000000"/>
                  </a:solidFill>
                  <a:latin typeface="MT Extra" panose="05050102010205020202" pitchFamily="18" charset="2"/>
                </a:rPr>
                <a:t>&amp;</a:t>
              </a:r>
              <a:endParaRPr kumimoji="1" lang="en-US" altLang="zh-CN">
                <a:latin typeface="Times New Roman" panose="02020603050405020304" pitchFamily="18" charset="0"/>
              </a:endParaRPr>
            </a:p>
          </p:txBody>
        </p:sp>
        <p:grpSp>
          <p:nvGrpSpPr>
            <p:cNvPr id="6167" name="Group 193"/>
            <p:cNvGrpSpPr/>
            <p:nvPr/>
          </p:nvGrpSpPr>
          <p:grpSpPr bwMode="auto">
            <a:xfrm>
              <a:off x="2996" y="1093"/>
              <a:ext cx="2375" cy="546"/>
              <a:chOff x="2996" y="1093"/>
              <a:chExt cx="2375" cy="546"/>
            </a:xfrm>
          </p:grpSpPr>
          <p:graphicFrame>
            <p:nvGraphicFramePr>
              <p:cNvPr id="6168" name="Object 66"/>
              <p:cNvGraphicFramePr>
                <a:graphicFrameLocks noChangeAspect="1"/>
              </p:cNvGraphicFramePr>
              <p:nvPr/>
            </p:nvGraphicFramePr>
            <p:xfrm>
              <a:off x="2996" y="1093"/>
              <a:ext cx="920" cy="528"/>
            </p:xfrm>
            <a:graphic>
              <a:graphicData uri="http://schemas.openxmlformats.org/presentationml/2006/ole">
                <mc:AlternateContent xmlns:mc="http://schemas.openxmlformats.org/markup-compatibility/2006">
                  <mc:Choice xmlns:v="urn:schemas-microsoft-com:vml" Requires="v">
                    <p:oleObj spid="_x0000_s50190" name="Equation" r:id="rId3" imgW="19507200" imgH="10972800" progId="Equation.DSMT4">
                      <p:embed/>
                    </p:oleObj>
                  </mc:Choice>
                  <mc:Fallback>
                    <p:oleObj name="Equation" r:id="rId3" imgW="19507200" imgH="10972800" progId="Equation.DSMT4">
                      <p:embed/>
                      <p:pic>
                        <p:nvPicPr>
                          <p:cNvPr id="0" name="图片 50176"/>
                          <p:cNvPicPr>
                            <a:picLocks noChangeAspect="1" noChangeArrowheads="1"/>
                          </p:cNvPicPr>
                          <p:nvPr/>
                        </p:nvPicPr>
                        <p:blipFill>
                          <a:blip r:embed="rId4"/>
                          <a:srcRect/>
                          <a:stretch>
                            <a:fillRect/>
                          </a:stretch>
                        </p:blipFill>
                        <p:spPr bwMode="auto">
                          <a:xfrm>
                            <a:off x="2996" y="1093"/>
                            <a:ext cx="920"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69" name="Object 67"/>
              <p:cNvGraphicFramePr>
                <a:graphicFrameLocks noChangeAspect="1"/>
              </p:cNvGraphicFramePr>
              <p:nvPr/>
            </p:nvGraphicFramePr>
            <p:xfrm>
              <a:off x="4421" y="1093"/>
              <a:ext cx="950" cy="546"/>
            </p:xfrm>
            <a:graphic>
              <a:graphicData uri="http://schemas.openxmlformats.org/presentationml/2006/ole">
                <mc:AlternateContent xmlns:mc="http://schemas.openxmlformats.org/markup-compatibility/2006">
                  <mc:Choice xmlns:v="urn:schemas-microsoft-com:vml" Requires="v">
                    <p:oleObj spid="_x0000_s50191" name="Equation" r:id="rId5" imgW="19507200" imgH="10972800" progId="Equation.DSMT4">
                      <p:embed/>
                    </p:oleObj>
                  </mc:Choice>
                  <mc:Fallback>
                    <p:oleObj name="Equation" r:id="rId5" imgW="19507200" imgH="10972800" progId="Equation.DSMT4">
                      <p:embed/>
                      <p:pic>
                        <p:nvPicPr>
                          <p:cNvPr id="0" name="图片 50177"/>
                          <p:cNvPicPr>
                            <a:picLocks noChangeAspect="1" noChangeArrowheads="1"/>
                          </p:cNvPicPr>
                          <p:nvPr/>
                        </p:nvPicPr>
                        <p:blipFill>
                          <a:blip r:embed="rId6"/>
                          <a:srcRect/>
                          <a:stretch>
                            <a:fillRect/>
                          </a:stretch>
                        </p:blipFill>
                        <p:spPr bwMode="auto">
                          <a:xfrm>
                            <a:off x="4421" y="1093"/>
                            <a:ext cx="95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100546" name="Group 194"/>
          <p:cNvGrpSpPr/>
          <p:nvPr/>
        </p:nvGrpSpPr>
        <p:grpSpPr bwMode="auto">
          <a:xfrm>
            <a:off x="4414838" y="3411542"/>
            <a:ext cx="3505200" cy="892176"/>
            <a:chOff x="3070" y="2293"/>
            <a:chExt cx="2208" cy="562"/>
          </a:xfrm>
        </p:grpSpPr>
        <p:graphicFrame>
          <p:nvGraphicFramePr>
            <p:cNvPr id="6164" name="Object 68"/>
            <p:cNvGraphicFramePr>
              <a:graphicFrameLocks noChangeAspect="1"/>
            </p:cNvGraphicFramePr>
            <p:nvPr/>
          </p:nvGraphicFramePr>
          <p:xfrm>
            <a:off x="3070" y="2293"/>
            <a:ext cx="916" cy="520"/>
          </p:xfrm>
          <a:graphic>
            <a:graphicData uri="http://schemas.openxmlformats.org/presentationml/2006/ole">
              <mc:AlternateContent xmlns:mc="http://schemas.openxmlformats.org/markup-compatibility/2006">
                <mc:Choice xmlns:v="urn:schemas-microsoft-com:vml" Requires="v">
                  <p:oleObj spid="_x0000_s50192" name="Equation" r:id="rId7" imgW="19812000" imgH="10972800" progId="Equation.DSMT4">
                    <p:embed/>
                  </p:oleObj>
                </mc:Choice>
                <mc:Fallback>
                  <p:oleObj name="Equation" r:id="rId7" imgW="19812000" imgH="10972800" progId="Equation.DSMT4">
                    <p:embed/>
                    <p:pic>
                      <p:nvPicPr>
                        <p:cNvPr id="0" name="图片 50178"/>
                        <p:cNvPicPr>
                          <a:picLocks noChangeAspect="1" noChangeArrowheads="1"/>
                        </p:cNvPicPr>
                        <p:nvPr/>
                      </p:nvPicPr>
                      <p:blipFill>
                        <a:blip r:embed="rId8"/>
                        <a:srcRect/>
                        <a:stretch>
                          <a:fillRect/>
                        </a:stretch>
                      </p:blipFill>
                      <p:spPr bwMode="auto">
                        <a:xfrm>
                          <a:off x="3070" y="2293"/>
                          <a:ext cx="916"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65" name="Object 69"/>
            <p:cNvGraphicFramePr>
              <a:graphicFrameLocks noChangeAspect="1"/>
            </p:cNvGraphicFramePr>
            <p:nvPr/>
          </p:nvGraphicFramePr>
          <p:xfrm>
            <a:off x="4369" y="2342"/>
            <a:ext cx="909" cy="513"/>
          </p:xfrm>
          <a:graphic>
            <a:graphicData uri="http://schemas.openxmlformats.org/presentationml/2006/ole">
              <mc:AlternateContent xmlns:mc="http://schemas.openxmlformats.org/markup-compatibility/2006">
                <mc:Choice xmlns:v="urn:schemas-microsoft-com:vml" Requires="v">
                  <p:oleObj spid="_x0000_s50193" name="Equation" r:id="rId9" imgW="19812000" imgH="10972800" progId="Equation.DSMT4">
                    <p:embed/>
                  </p:oleObj>
                </mc:Choice>
                <mc:Fallback>
                  <p:oleObj name="Equation" r:id="rId9" imgW="19812000" imgH="10972800" progId="Equation.DSMT4">
                    <p:embed/>
                    <p:pic>
                      <p:nvPicPr>
                        <p:cNvPr id="0" name="图片 50179"/>
                        <p:cNvPicPr>
                          <a:picLocks noChangeAspect="1" noChangeArrowheads="1"/>
                        </p:cNvPicPr>
                        <p:nvPr/>
                      </p:nvPicPr>
                      <p:blipFill>
                        <a:blip r:embed="rId10"/>
                        <a:srcRect/>
                        <a:stretch>
                          <a:fillRect/>
                        </a:stretch>
                      </p:blipFill>
                      <p:spPr bwMode="auto">
                        <a:xfrm>
                          <a:off x="4369" y="2342"/>
                          <a:ext cx="909"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0540" name="Group 188"/>
          <p:cNvGrpSpPr/>
          <p:nvPr/>
        </p:nvGrpSpPr>
        <p:grpSpPr bwMode="auto">
          <a:xfrm>
            <a:off x="1619672" y="4876800"/>
            <a:ext cx="3124200" cy="1524000"/>
            <a:chOff x="3408" y="3264"/>
            <a:chExt cx="1968" cy="960"/>
          </a:xfrm>
        </p:grpSpPr>
        <p:sp>
          <p:nvSpPr>
            <p:cNvPr id="6156" name="Text Box 71"/>
            <p:cNvSpPr txBox="1">
              <a:spLocks noChangeArrowheads="1"/>
            </p:cNvSpPr>
            <p:nvPr/>
          </p:nvSpPr>
          <p:spPr bwMode="auto">
            <a:xfrm>
              <a:off x="3408" y="3264"/>
              <a:ext cx="19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dirty="0">
                  <a:solidFill>
                    <a:schemeClr val="tx2">
                      <a:lumMod val="60000"/>
                      <a:lumOff val="40000"/>
                    </a:schemeClr>
                  </a:solidFill>
                  <a:latin typeface="Times New Roman" panose="02020603050405020304" pitchFamily="18" charset="0"/>
                </a:rPr>
                <a:t>Y </a:t>
              </a:r>
              <a:r>
                <a:rPr kumimoji="1" lang="zh-CN" altLang="en-US" b="1" dirty="0">
                  <a:solidFill>
                    <a:schemeClr val="tx2">
                      <a:lumMod val="60000"/>
                      <a:lumOff val="40000"/>
                    </a:schemeClr>
                  </a:solidFill>
                  <a:latin typeface="宋体" panose="02010600030101010101" pitchFamily="2" charset="-122"/>
                </a:rPr>
                <a:t>参数也称为</a:t>
              </a:r>
              <a:r>
                <a:rPr kumimoji="1" lang="zh-CN" altLang="en-US" b="1" dirty="0">
                  <a:solidFill>
                    <a:schemeClr val="tx2">
                      <a:lumMod val="60000"/>
                      <a:lumOff val="40000"/>
                    </a:schemeClr>
                  </a:solidFill>
                  <a:latin typeface="Times New Roman" panose="02020603050405020304" pitchFamily="18" charset="0"/>
                  <a:ea typeface="黑体" panose="02010609060101010101" pitchFamily="2" charset="-122"/>
                </a:rPr>
                <a:t>短路导纳参数</a:t>
              </a:r>
            </a:p>
          </p:txBody>
        </p:sp>
        <p:graphicFrame>
          <p:nvGraphicFramePr>
            <p:cNvPr id="6157" name="Object 72"/>
            <p:cNvGraphicFramePr>
              <a:graphicFrameLocks noChangeAspect="1"/>
            </p:cNvGraphicFramePr>
            <p:nvPr/>
          </p:nvGraphicFramePr>
          <p:xfrm>
            <a:off x="3433" y="3475"/>
            <a:ext cx="226" cy="268"/>
          </p:xfrm>
          <a:graphic>
            <a:graphicData uri="http://schemas.openxmlformats.org/presentationml/2006/ole">
              <mc:AlternateContent xmlns:mc="http://schemas.openxmlformats.org/markup-compatibility/2006">
                <mc:Choice xmlns:v="urn:schemas-microsoft-com:vml" Requires="v">
                  <p:oleObj spid="_x0000_s50194" name="Equation" r:id="rId11" imgW="4572000" imgH="5486400" progId="Equation.DSMT4">
                    <p:embed/>
                  </p:oleObj>
                </mc:Choice>
                <mc:Fallback>
                  <p:oleObj name="Equation" r:id="rId11" imgW="4572000" imgH="5486400" progId="Equation.DSMT4">
                    <p:embed/>
                    <p:pic>
                      <p:nvPicPr>
                        <p:cNvPr id="0" name="图片 50180"/>
                        <p:cNvPicPr>
                          <a:picLocks noChangeAspect="1" noChangeArrowheads="1"/>
                        </p:cNvPicPr>
                        <p:nvPr/>
                      </p:nvPicPr>
                      <p:blipFill>
                        <a:blip r:embed="rId12"/>
                        <a:srcRect/>
                        <a:stretch>
                          <a:fillRect/>
                        </a:stretch>
                      </p:blipFill>
                      <p:spPr bwMode="auto">
                        <a:xfrm>
                          <a:off x="3433" y="3475"/>
                          <a:ext cx="22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8" name="Object 73"/>
            <p:cNvGraphicFramePr>
              <a:graphicFrameLocks noChangeAspect="1"/>
            </p:cNvGraphicFramePr>
            <p:nvPr/>
          </p:nvGraphicFramePr>
          <p:xfrm>
            <a:off x="3665" y="4007"/>
            <a:ext cx="191" cy="212"/>
          </p:xfrm>
          <a:graphic>
            <a:graphicData uri="http://schemas.openxmlformats.org/presentationml/2006/ole">
              <mc:AlternateContent xmlns:mc="http://schemas.openxmlformats.org/markup-compatibility/2006">
                <mc:Choice xmlns:v="urn:schemas-microsoft-com:vml" Requires="v">
                  <p:oleObj spid="_x0000_s50195" name="Equation" r:id="rId13" imgW="4876800" imgH="5486400" progId="Equation.DSMT4">
                    <p:embed/>
                  </p:oleObj>
                </mc:Choice>
                <mc:Fallback>
                  <p:oleObj name="Equation" r:id="rId13" imgW="4876800" imgH="5486400" progId="Equation.DSMT4">
                    <p:embed/>
                    <p:pic>
                      <p:nvPicPr>
                        <p:cNvPr id="0" name="图片 50181"/>
                        <p:cNvPicPr>
                          <a:picLocks noChangeAspect="1" noChangeArrowheads="1"/>
                        </p:cNvPicPr>
                        <p:nvPr/>
                      </p:nvPicPr>
                      <p:blipFill>
                        <a:blip r:embed="rId14"/>
                        <a:srcRect/>
                        <a:stretch>
                          <a:fillRect/>
                        </a:stretch>
                      </p:blipFill>
                      <p:spPr bwMode="auto">
                        <a:xfrm>
                          <a:off x="3665" y="4007"/>
                          <a:ext cx="1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9" name="Object 74"/>
            <p:cNvGraphicFramePr>
              <a:graphicFrameLocks noChangeAspect="1"/>
            </p:cNvGraphicFramePr>
            <p:nvPr/>
          </p:nvGraphicFramePr>
          <p:xfrm>
            <a:off x="3461" y="4007"/>
            <a:ext cx="179" cy="212"/>
          </p:xfrm>
          <a:graphic>
            <a:graphicData uri="http://schemas.openxmlformats.org/presentationml/2006/ole">
              <mc:AlternateContent xmlns:mc="http://schemas.openxmlformats.org/markup-compatibility/2006">
                <mc:Choice xmlns:v="urn:schemas-microsoft-com:vml" Requires="v">
                  <p:oleObj spid="_x0000_s50196" name="Equation" r:id="rId15" imgW="4572000" imgH="5486400" progId="Equation.DSMT4">
                    <p:embed/>
                  </p:oleObj>
                </mc:Choice>
                <mc:Fallback>
                  <p:oleObj name="Equation" r:id="rId15" imgW="4572000" imgH="5486400" progId="Equation.DSMT4">
                    <p:embed/>
                    <p:pic>
                      <p:nvPicPr>
                        <p:cNvPr id="0" name="图片 50182"/>
                        <p:cNvPicPr>
                          <a:picLocks noChangeAspect="1" noChangeArrowheads="1"/>
                        </p:cNvPicPr>
                        <p:nvPr/>
                      </p:nvPicPr>
                      <p:blipFill>
                        <a:blip r:embed="rId16"/>
                        <a:srcRect/>
                        <a:stretch>
                          <a:fillRect/>
                        </a:stretch>
                      </p:blipFill>
                      <p:spPr bwMode="auto">
                        <a:xfrm>
                          <a:off x="3461" y="4007"/>
                          <a:ext cx="1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60" name="Object 75"/>
            <p:cNvGraphicFramePr>
              <a:graphicFrameLocks noChangeAspect="1"/>
            </p:cNvGraphicFramePr>
            <p:nvPr/>
          </p:nvGraphicFramePr>
          <p:xfrm>
            <a:off x="3461" y="3749"/>
            <a:ext cx="195" cy="219"/>
          </p:xfrm>
          <a:graphic>
            <a:graphicData uri="http://schemas.openxmlformats.org/presentationml/2006/ole">
              <mc:AlternateContent xmlns:mc="http://schemas.openxmlformats.org/markup-compatibility/2006">
                <mc:Choice xmlns:v="urn:schemas-microsoft-com:vml" Requires="v">
                  <p:oleObj spid="_x0000_s50197" name="Equation" r:id="rId17" imgW="4876800" imgH="5486400" progId="Equation.DSMT4">
                    <p:embed/>
                  </p:oleObj>
                </mc:Choice>
                <mc:Fallback>
                  <p:oleObj name="Equation" r:id="rId17" imgW="4876800" imgH="5486400" progId="Equation.DSMT4">
                    <p:embed/>
                    <p:pic>
                      <p:nvPicPr>
                        <p:cNvPr id="0" name="图片 50183"/>
                        <p:cNvPicPr>
                          <a:picLocks noChangeAspect="1" noChangeArrowheads="1"/>
                        </p:cNvPicPr>
                        <p:nvPr/>
                      </p:nvPicPr>
                      <p:blipFill>
                        <a:blip r:embed="rId18"/>
                        <a:srcRect/>
                        <a:stretch>
                          <a:fillRect/>
                        </a:stretch>
                      </p:blipFill>
                      <p:spPr bwMode="auto">
                        <a:xfrm>
                          <a:off x="3461" y="3749"/>
                          <a:ext cx="19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61" name="Text Box 76"/>
            <p:cNvSpPr txBox="1">
              <a:spLocks noChangeArrowheads="1"/>
            </p:cNvSpPr>
            <p:nvPr/>
          </p:nvSpPr>
          <p:spPr bwMode="auto">
            <a:xfrm>
              <a:off x="3636" y="3492"/>
              <a:ext cx="1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宋体" panose="02010600030101010101" pitchFamily="2" charset="-122"/>
                </a:rPr>
                <a:t>--</a:t>
              </a:r>
              <a:r>
                <a:rPr kumimoji="1" lang="zh-CN" altLang="en-US">
                  <a:latin typeface="Times New Roman" panose="02020603050405020304" pitchFamily="18" charset="0"/>
                  <a:ea typeface="黑体" panose="02010609060101010101" pitchFamily="2" charset="-122"/>
                </a:rPr>
                <a:t>短路输入导纳</a:t>
              </a:r>
            </a:p>
          </p:txBody>
        </p:sp>
        <p:sp>
          <p:nvSpPr>
            <p:cNvPr id="6162" name="Text Box 77"/>
            <p:cNvSpPr txBox="1">
              <a:spLocks noChangeArrowheads="1"/>
            </p:cNvSpPr>
            <p:nvPr/>
          </p:nvSpPr>
          <p:spPr bwMode="auto">
            <a:xfrm>
              <a:off x="3636" y="3732"/>
              <a:ext cx="1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latin typeface="宋体" panose="02010600030101010101" pitchFamily="2" charset="-122"/>
                </a:rPr>
                <a:t>--</a:t>
              </a:r>
              <a:r>
                <a:rPr kumimoji="1" lang="zh-CN" altLang="en-US">
                  <a:latin typeface="Times New Roman" panose="02020603050405020304" pitchFamily="18" charset="0"/>
                  <a:ea typeface="黑体" panose="02010609060101010101" pitchFamily="2" charset="-122"/>
                </a:rPr>
                <a:t>短路输出导纳</a:t>
              </a:r>
            </a:p>
          </p:txBody>
        </p:sp>
        <p:sp>
          <p:nvSpPr>
            <p:cNvPr id="6163" name="Text Box 78"/>
            <p:cNvSpPr txBox="1">
              <a:spLocks noChangeArrowheads="1"/>
            </p:cNvSpPr>
            <p:nvPr/>
          </p:nvSpPr>
          <p:spPr bwMode="auto">
            <a:xfrm>
              <a:off x="3792" y="3993"/>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dirty="0">
                  <a:latin typeface="宋体" panose="02010600030101010101" pitchFamily="2" charset="-122"/>
                </a:rPr>
                <a:t>--</a:t>
              </a:r>
              <a:r>
                <a:rPr kumimoji="1" lang="zh-CN" altLang="en-US" dirty="0">
                  <a:latin typeface="Times New Roman" panose="02020603050405020304" pitchFamily="18" charset="0"/>
                  <a:ea typeface="黑体" panose="02010609060101010101" pitchFamily="2" charset="-122"/>
                </a:rPr>
                <a:t>短路转移导纳</a:t>
              </a:r>
            </a:p>
          </p:txBody>
        </p:sp>
      </p:grpSp>
      <p:sp>
        <p:nvSpPr>
          <p:cNvPr id="100541" name="Rectangle 189"/>
          <p:cNvSpPr>
            <a:spLocks noChangeArrowheads="1"/>
          </p:cNvSpPr>
          <p:nvPr/>
        </p:nvSpPr>
        <p:spPr bwMode="auto">
          <a:xfrm>
            <a:off x="469032" y="765175"/>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b="1" dirty="0">
                <a:solidFill>
                  <a:schemeClr val="hlink"/>
                </a:solidFill>
                <a:latin typeface="宋体" panose="02010600030101010101" pitchFamily="2" charset="-122"/>
              </a:rPr>
              <a:t>短路导纳参数的测定</a:t>
            </a:r>
            <a:endParaRPr lang="zh-CN" altLang="en-US" sz="2000" dirty="0">
              <a:solidFill>
                <a:schemeClr val="hlink"/>
              </a:solidFill>
              <a:latin typeface="Times New Roman" panose="02020603050405020304" pitchFamily="18" charset="0"/>
            </a:endParaRPr>
          </a:p>
        </p:txBody>
      </p:sp>
      <p:grpSp>
        <p:nvGrpSpPr>
          <p:cNvPr id="100656" name="Group 304"/>
          <p:cNvGrpSpPr/>
          <p:nvPr/>
        </p:nvGrpSpPr>
        <p:grpSpPr bwMode="auto">
          <a:xfrm>
            <a:off x="611188" y="908050"/>
            <a:ext cx="6913562" cy="3457575"/>
            <a:chOff x="385" y="572"/>
            <a:chExt cx="4355" cy="2178"/>
          </a:xfrm>
        </p:grpSpPr>
        <p:graphicFrame>
          <p:nvGraphicFramePr>
            <p:cNvPr id="6154" name="Object 299"/>
            <p:cNvGraphicFramePr>
              <a:graphicFrameLocks noChangeAspect="1"/>
            </p:cNvGraphicFramePr>
            <p:nvPr/>
          </p:nvGraphicFramePr>
          <p:xfrm>
            <a:off x="385" y="1026"/>
            <a:ext cx="4355" cy="1126"/>
          </p:xfrm>
          <a:graphic>
            <a:graphicData uri="http://schemas.openxmlformats.org/presentationml/2006/ole">
              <mc:AlternateContent xmlns:mc="http://schemas.openxmlformats.org/markup-compatibility/2006">
                <mc:Choice xmlns:v="urn:schemas-microsoft-com:vml" Requires="v">
                  <p:oleObj spid="_x0000_s50198" name="Visio" r:id="rId19" imgW="4826000" imgH="1257300" progId="Visio.Drawing.11">
                    <p:embed/>
                  </p:oleObj>
                </mc:Choice>
                <mc:Fallback>
                  <p:oleObj name="Visio" r:id="rId19" imgW="4826000" imgH="1257300" progId="Visio.Drawing.11">
                    <p:embed/>
                    <p:pic>
                      <p:nvPicPr>
                        <p:cNvPr id="0" name="图片 50184"/>
                        <p:cNvPicPr>
                          <a:picLocks noChangeAspect="1" noChangeArrowheads="1"/>
                        </p:cNvPicPr>
                        <p:nvPr/>
                      </p:nvPicPr>
                      <p:blipFill>
                        <a:blip r:embed="rId20"/>
                        <a:srcRect/>
                        <a:stretch>
                          <a:fillRect/>
                        </a:stretch>
                      </p:blipFill>
                      <p:spPr bwMode="auto">
                        <a:xfrm>
                          <a:off x="385" y="1026"/>
                          <a:ext cx="4355" cy="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5" name="Line 303"/>
            <p:cNvSpPr>
              <a:spLocks noChangeShapeType="1"/>
            </p:cNvSpPr>
            <p:nvPr/>
          </p:nvSpPr>
          <p:spPr bwMode="auto">
            <a:xfrm>
              <a:off x="2608" y="572"/>
              <a:ext cx="0" cy="2178"/>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24" name="Text Box 71"/>
          <p:cNvSpPr txBox="1">
            <a:spLocks noChangeArrowheads="1"/>
          </p:cNvSpPr>
          <p:nvPr/>
        </p:nvSpPr>
        <p:spPr bwMode="auto">
          <a:xfrm>
            <a:off x="4905284" y="4912198"/>
            <a:ext cx="405920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300" b="1" dirty="0">
                <a:solidFill>
                  <a:srgbClr val="C00000"/>
                </a:solidFill>
                <a:latin typeface="Times New Roman" panose="02020603050405020304" pitchFamily="18" charset="0"/>
                <a:ea typeface="黑体" panose="02010609060101010101" pitchFamily="2" charset="-122"/>
              </a:rPr>
              <a:t>如果已知内部电路结构</a:t>
            </a:r>
            <a:r>
              <a:rPr kumimoji="1" lang="zh-CN" altLang="en-US" sz="2300" b="1" dirty="0">
                <a:solidFill>
                  <a:srgbClr val="C00000"/>
                </a:solidFill>
                <a:latin typeface="Times New Roman" panose="02020603050405020304" pitchFamily="18" charset="0"/>
                <a:ea typeface="黑体" panose="02010609060101010101" pitchFamily="2" charset="-122"/>
                <a:sym typeface="Wingdings" panose="05000000000000000000" pitchFamily="2" charset="2"/>
              </a:rPr>
              <a:t>？</a:t>
            </a:r>
            <a:endParaRPr kumimoji="1" lang="zh-CN" altLang="en-US" sz="2300" b="1" dirty="0">
              <a:solidFill>
                <a:srgbClr val="C00000"/>
              </a:solidFill>
              <a:latin typeface="Times New Roman" panose="02020603050405020304" pitchFamily="18" charset="0"/>
              <a:ea typeface="黑体" panose="02010609060101010101" pitchFamily="2" charset="-122"/>
            </a:endParaRPr>
          </a:p>
        </p:txBody>
      </p:sp>
      <p:sp>
        <p:nvSpPr>
          <p:cNvPr id="25" name="Text Box 71"/>
          <p:cNvSpPr txBox="1">
            <a:spLocks noChangeArrowheads="1"/>
          </p:cNvSpPr>
          <p:nvPr/>
        </p:nvSpPr>
        <p:spPr bwMode="auto">
          <a:xfrm>
            <a:off x="4905284" y="5417723"/>
            <a:ext cx="405920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300" b="1" dirty="0">
                <a:solidFill>
                  <a:srgbClr val="C00000"/>
                </a:solidFill>
                <a:latin typeface="Times New Roman" panose="02020603050405020304" pitchFamily="18" charset="0"/>
                <a:ea typeface="黑体" panose="02010609060101010101" pitchFamily="2" charset="-122"/>
                <a:sym typeface="Wingdings" panose="05000000000000000000" pitchFamily="2" charset="2"/>
              </a:rPr>
              <a:t>实验法？</a:t>
            </a:r>
            <a:endParaRPr kumimoji="1" lang="zh-CN" altLang="en-US" sz="2300" b="1" dirty="0">
              <a:solidFill>
                <a:srgbClr val="C00000"/>
              </a:solidFill>
              <a:latin typeface="Times New Roman" panose="02020603050405020304" pitchFamily="18" charset="0"/>
              <a:ea typeface="黑体" panose="02010609060101010101" pitchFamily="2" charset="-122"/>
            </a:endParaRPr>
          </a:p>
        </p:txBody>
      </p:sp>
      <p:sp>
        <p:nvSpPr>
          <p:cNvPr id="26" name="Text Box 71"/>
          <p:cNvSpPr txBox="1">
            <a:spLocks noChangeArrowheads="1"/>
          </p:cNvSpPr>
          <p:nvPr/>
        </p:nvSpPr>
        <p:spPr bwMode="auto">
          <a:xfrm>
            <a:off x="4905284" y="6007060"/>
            <a:ext cx="405920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300" b="1" dirty="0">
                <a:solidFill>
                  <a:srgbClr val="C00000"/>
                </a:solidFill>
                <a:latin typeface="Times New Roman" panose="02020603050405020304" pitchFamily="18" charset="0"/>
                <a:ea typeface="黑体" panose="02010609060101010101" pitchFamily="2" charset="-122"/>
                <a:sym typeface="Wingdings" panose="05000000000000000000" pitchFamily="2" charset="2"/>
              </a:rPr>
              <a:t>节点电压法？</a:t>
            </a:r>
            <a:r>
              <a:rPr kumimoji="1" lang="en-US" altLang="zh-CN" sz="2300" b="1" dirty="0">
                <a:solidFill>
                  <a:srgbClr val="C00000"/>
                </a:solidFill>
                <a:latin typeface="Times New Roman" panose="02020603050405020304" pitchFamily="18" charset="0"/>
                <a:ea typeface="黑体" panose="02010609060101010101" pitchFamily="2" charset="-122"/>
                <a:sym typeface="Wingdings" panose="05000000000000000000" pitchFamily="2" charset="2"/>
              </a:rPr>
              <a:t>……</a:t>
            </a:r>
            <a:endParaRPr kumimoji="1" lang="zh-CN" altLang="en-US" sz="2300" b="1" dirty="0">
              <a:solidFill>
                <a:srgbClr val="C00000"/>
              </a:solidFill>
              <a:latin typeface="Times New Roman" panose="02020603050405020304" pitchFamily="18" charset="0"/>
              <a:ea typeface="黑体" panose="02010609060101010101" pitchFamily="2" charset="-122"/>
            </a:endParaRPr>
          </a:p>
        </p:txBody>
      </p:sp>
      <p:grpSp>
        <p:nvGrpSpPr>
          <p:cNvPr id="27" name="Group 110"/>
          <p:cNvGrpSpPr/>
          <p:nvPr/>
        </p:nvGrpSpPr>
        <p:grpSpPr bwMode="auto">
          <a:xfrm>
            <a:off x="6934886" y="430407"/>
            <a:ext cx="1700213" cy="1046163"/>
            <a:chOff x="2701" y="944"/>
            <a:chExt cx="1071" cy="659"/>
          </a:xfrm>
        </p:grpSpPr>
        <p:graphicFrame>
          <p:nvGraphicFramePr>
            <p:cNvPr id="28" name="Object 25"/>
            <p:cNvGraphicFramePr>
              <a:graphicFrameLocks noChangeAspect="1"/>
            </p:cNvGraphicFramePr>
            <p:nvPr/>
          </p:nvGraphicFramePr>
          <p:xfrm>
            <a:off x="2737" y="944"/>
            <a:ext cx="1022" cy="251"/>
          </p:xfrm>
          <a:graphic>
            <a:graphicData uri="http://schemas.openxmlformats.org/presentationml/2006/ole">
              <mc:AlternateContent xmlns:mc="http://schemas.openxmlformats.org/markup-compatibility/2006">
                <mc:Choice xmlns:v="urn:schemas-microsoft-com:vml" Requires="v">
                  <p:oleObj spid="_x0000_s50199" name="Equation" r:id="rId21" imgW="25298400" imgH="5791200" progId="Equation.DSMT4">
                    <p:embed/>
                  </p:oleObj>
                </mc:Choice>
                <mc:Fallback>
                  <p:oleObj name="Equation" r:id="rId21" imgW="25298400" imgH="5791200" progId="Equation.DSMT4">
                    <p:embed/>
                    <p:pic>
                      <p:nvPicPr>
                        <p:cNvPr id="0" name="图片 50185"/>
                        <p:cNvPicPr>
                          <a:picLocks noChangeAspect="1" noChangeArrowheads="1"/>
                        </p:cNvPicPr>
                        <p:nvPr/>
                      </p:nvPicPr>
                      <p:blipFill>
                        <a:blip r:embed="rId22"/>
                        <a:srcRect/>
                        <a:stretch>
                          <a:fillRect/>
                        </a:stretch>
                      </p:blipFill>
                      <p:spPr bwMode="auto">
                        <a:xfrm>
                          <a:off x="2737" y="944"/>
                          <a:ext cx="102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7"/>
            <p:cNvGraphicFramePr>
              <a:graphicFrameLocks noChangeAspect="1"/>
            </p:cNvGraphicFramePr>
            <p:nvPr/>
          </p:nvGraphicFramePr>
          <p:xfrm>
            <a:off x="2701" y="1346"/>
            <a:ext cx="1071" cy="257"/>
          </p:xfrm>
          <a:graphic>
            <a:graphicData uri="http://schemas.openxmlformats.org/presentationml/2006/ole">
              <mc:AlternateContent xmlns:mc="http://schemas.openxmlformats.org/markup-compatibility/2006">
                <mc:Choice xmlns:v="urn:schemas-microsoft-com:vml" Requires="v">
                  <p:oleObj spid="_x0000_s50200" name="Equation" r:id="rId23" imgW="25908000" imgH="5791200" progId="Equation.DSMT4">
                    <p:embed/>
                  </p:oleObj>
                </mc:Choice>
                <mc:Fallback>
                  <p:oleObj name="Equation" r:id="rId23" imgW="25908000" imgH="5791200" progId="Equation.DSMT4">
                    <p:embed/>
                    <p:pic>
                      <p:nvPicPr>
                        <p:cNvPr id="0" name="图片 50186"/>
                        <p:cNvPicPr>
                          <a:picLocks noChangeAspect="1" noChangeArrowheads="1"/>
                        </p:cNvPicPr>
                        <p:nvPr/>
                      </p:nvPicPr>
                      <p:blipFill>
                        <a:blip r:embed="rId24"/>
                        <a:srcRect/>
                        <a:stretch>
                          <a:fillRect/>
                        </a:stretch>
                      </p:blipFill>
                      <p:spPr bwMode="auto">
                        <a:xfrm>
                          <a:off x="2701" y="1346"/>
                          <a:ext cx="1071" cy="257"/>
                        </a:xfrm>
                        <a:prstGeom prst="rect">
                          <a:avLst/>
                        </a:prstGeom>
                        <a:noFill/>
                        <a:ln>
                          <a:noFill/>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0541"/>
                                        </p:tgtEl>
                                        <p:attrNameLst>
                                          <p:attrName>style.visibility</p:attrName>
                                        </p:attrNameLst>
                                      </p:cBhvr>
                                      <p:to>
                                        <p:strVal val="visible"/>
                                      </p:to>
                                    </p:set>
                                    <p:anim calcmode="lin" valueType="num">
                                      <p:cBhvr additive="base">
                                        <p:cTn id="7" dur="500" fill="hold"/>
                                        <p:tgtEl>
                                          <p:spTgt spid="100541"/>
                                        </p:tgtEl>
                                        <p:attrNameLst>
                                          <p:attrName>ppt_x</p:attrName>
                                        </p:attrNameLst>
                                      </p:cBhvr>
                                      <p:tavLst>
                                        <p:tav tm="0">
                                          <p:val>
                                            <p:strVal val="0-#ppt_w/2"/>
                                          </p:val>
                                        </p:tav>
                                        <p:tav tm="100000">
                                          <p:val>
                                            <p:strVal val="#ppt_x"/>
                                          </p:val>
                                        </p:tav>
                                      </p:tavLst>
                                    </p:anim>
                                    <p:anim calcmode="lin" valueType="num">
                                      <p:cBhvr additive="base">
                                        <p:cTn id="8" dur="500" fill="hold"/>
                                        <p:tgtEl>
                                          <p:spTgt spid="1005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1+#ppt_w/2"/>
                                          </p:val>
                                        </p:tav>
                                        <p:tav tm="100000">
                                          <p:val>
                                            <p:strVal val="#ppt_x"/>
                                          </p:val>
                                        </p:tav>
                                      </p:tavLst>
                                    </p:anim>
                                    <p:anim calcmode="lin" valueType="num">
                                      <p:cBhvr additive="base">
                                        <p:cTn id="1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00656"/>
                                        </p:tgtEl>
                                        <p:attrNameLst>
                                          <p:attrName>style.visibility</p:attrName>
                                        </p:attrNameLst>
                                      </p:cBhvr>
                                      <p:to>
                                        <p:strVal val="visible"/>
                                      </p:to>
                                    </p:set>
                                    <p:animEffect transition="in" filter="box(in)">
                                      <p:cBhvr>
                                        <p:cTn id="19" dur="500"/>
                                        <p:tgtEl>
                                          <p:spTgt spid="10065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00550"/>
                                        </p:tgtEl>
                                        <p:attrNameLst>
                                          <p:attrName>style.visibility</p:attrName>
                                        </p:attrNameLst>
                                      </p:cBhvr>
                                      <p:to>
                                        <p:strVal val="visible"/>
                                      </p:to>
                                    </p:set>
                                    <p:anim calcmode="lin" valueType="num">
                                      <p:cBhvr additive="base">
                                        <p:cTn id="24" dur="500" fill="hold"/>
                                        <p:tgtEl>
                                          <p:spTgt spid="100550"/>
                                        </p:tgtEl>
                                        <p:attrNameLst>
                                          <p:attrName>ppt_x</p:attrName>
                                        </p:attrNameLst>
                                      </p:cBhvr>
                                      <p:tavLst>
                                        <p:tav tm="0">
                                          <p:val>
                                            <p:strVal val="0-#ppt_w/2"/>
                                          </p:val>
                                        </p:tav>
                                        <p:tav tm="100000">
                                          <p:val>
                                            <p:strVal val="#ppt_x"/>
                                          </p:val>
                                        </p:tav>
                                      </p:tavLst>
                                    </p:anim>
                                    <p:anim calcmode="lin" valueType="num">
                                      <p:cBhvr additive="base">
                                        <p:cTn id="25" dur="500" fill="hold"/>
                                        <p:tgtEl>
                                          <p:spTgt spid="10055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100546"/>
                                        </p:tgtEl>
                                        <p:attrNameLst>
                                          <p:attrName>style.visibility</p:attrName>
                                        </p:attrNameLst>
                                      </p:cBhvr>
                                      <p:to>
                                        <p:strVal val="visible"/>
                                      </p:to>
                                    </p:set>
                                    <p:anim calcmode="lin" valueType="num">
                                      <p:cBhvr additive="base">
                                        <p:cTn id="30" dur="500" fill="hold"/>
                                        <p:tgtEl>
                                          <p:spTgt spid="100546"/>
                                        </p:tgtEl>
                                        <p:attrNameLst>
                                          <p:attrName>ppt_x</p:attrName>
                                        </p:attrNameLst>
                                      </p:cBhvr>
                                      <p:tavLst>
                                        <p:tav tm="0">
                                          <p:val>
                                            <p:strVal val="1+#ppt_w/2"/>
                                          </p:val>
                                        </p:tav>
                                        <p:tav tm="100000">
                                          <p:val>
                                            <p:strVal val="#ppt_x"/>
                                          </p:val>
                                        </p:tav>
                                      </p:tavLst>
                                    </p:anim>
                                    <p:anim calcmode="lin" valueType="num">
                                      <p:cBhvr additive="base">
                                        <p:cTn id="31" dur="500" fill="hold"/>
                                        <p:tgtEl>
                                          <p:spTgt spid="10054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00540"/>
                                        </p:tgtEl>
                                        <p:attrNameLst>
                                          <p:attrName>style.visibility</p:attrName>
                                        </p:attrNameLst>
                                      </p:cBhvr>
                                      <p:to>
                                        <p:strVal val="visible"/>
                                      </p:to>
                                    </p:set>
                                    <p:animEffect transition="in" filter="box(in)">
                                      <p:cBhvr>
                                        <p:cTn id="36" dur="500"/>
                                        <p:tgtEl>
                                          <p:spTgt spid="100540"/>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1000"/>
                                        <p:tgtEl>
                                          <p:spTgt spid="26"/>
                                        </p:tgtEl>
                                      </p:cBhvr>
                                    </p:animEffect>
                                    <p:anim calcmode="lin" valueType="num">
                                      <p:cBhvr>
                                        <p:cTn id="56" dur="1000" fill="hold"/>
                                        <p:tgtEl>
                                          <p:spTgt spid="26"/>
                                        </p:tgtEl>
                                        <p:attrNameLst>
                                          <p:attrName>ppt_x</p:attrName>
                                        </p:attrNameLst>
                                      </p:cBhvr>
                                      <p:tavLst>
                                        <p:tav tm="0">
                                          <p:val>
                                            <p:strVal val="#ppt_x"/>
                                          </p:val>
                                        </p:tav>
                                        <p:tav tm="100000">
                                          <p:val>
                                            <p:strVal val="#ppt_x"/>
                                          </p:val>
                                        </p:tav>
                                      </p:tavLst>
                                    </p:anim>
                                    <p:anim calcmode="lin" valueType="num">
                                      <p:cBhvr>
                                        <p:cTn id="57"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41" grpId="0"/>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541" name="Group 141"/>
          <p:cNvGrpSpPr/>
          <p:nvPr/>
        </p:nvGrpSpPr>
        <p:grpSpPr bwMode="auto">
          <a:xfrm>
            <a:off x="381000" y="3325816"/>
            <a:ext cx="7475538" cy="423863"/>
            <a:chOff x="240" y="2095"/>
            <a:chExt cx="4709" cy="267"/>
          </a:xfrm>
        </p:grpSpPr>
        <p:sp>
          <p:nvSpPr>
            <p:cNvPr id="7188" name="Rectangle 7"/>
            <p:cNvSpPr>
              <a:spLocks noChangeArrowheads="1"/>
            </p:cNvSpPr>
            <p:nvPr/>
          </p:nvSpPr>
          <p:spPr bwMode="auto">
            <a:xfrm>
              <a:off x="240" y="2112"/>
              <a:ext cx="21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图中互易二端口的电流满足</a:t>
              </a:r>
            </a:p>
          </p:txBody>
        </p:sp>
        <p:graphicFrame>
          <p:nvGraphicFramePr>
            <p:cNvPr id="7189" name="Object 28"/>
            <p:cNvGraphicFramePr>
              <a:graphicFrameLocks noChangeAspect="1"/>
            </p:cNvGraphicFramePr>
            <p:nvPr/>
          </p:nvGraphicFramePr>
          <p:xfrm>
            <a:off x="2491" y="2095"/>
            <a:ext cx="442" cy="265"/>
          </p:xfrm>
          <a:graphic>
            <a:graphicData uri="http://schemas.openxmlformats.org/presentationml/2006/ole">
              <mc:AlternateContent xmlns:mc="http://schemas.openxmlformats.org/markup-compatibility/2006">
                <mc:Choice xmlns:v="urn:schemas-microsoft-com:vml" Requires="v">
                  <p:oleObj spid="_x0000_s7054" name="Equation" r:id="rId3" imgW="10058400" imgH="5791200" progId="Equation.DSMT4">
                    <p:embed/>
                  </p:oleObj>
                </mc:Choice>
                <mc:Fallback>
                  <p:oleObj name="Equation" r:id="rId3" imgW="10058400" imgH="5791200" progId="Equation.DSMT4">
                    <p:embed/>
                    <p:pic>
                      <p:nvPicPr>
                        <p:cNvPr id="0" name="图片 7041"/>
                        <p:cNvPicPr>
                          <a:picLocks noChangeAspect="1" noChangeArrowheads="1"/>
                        </p:cNvPicPr>
                        <p:nvPr/>
                      </p:nvPicPr>
                      <p:blipFill>
                        <a:blip r:embed="rId4"/>
                        <a:srcRect/>
                        <a:stretch>
                          <a:fillRect/>
                        </a:stretch>
                      </p:blipFill>
                      <p:spPr bwMode="auto">
                        <a:xfrm>
                          <a:off x="2491" y="2095"/>
                          <a:ext cx="44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90" name="Object 38"/>
            <p:cNvGraphicFramePr>
              <a:graphicFrameLocks noChangeAspect="1"/>
            </p:cNvGraphicFramePr>
            <p:nvPr/>
          </p:nvGraphicFramePr>
          <p:xfrm>
            <a:off x="3315" y="2101"/>
            <a:ext cx="617" cy="252"/>
          </p:xfrm>
          <a:graphic>
            <a:graphicData uri="http://schemas.openxmlformats.org/presentationml/2006/ole">
              <mc:AlternateContent xmlns:mc="http://schemas.openxmlformats.org/markup-compatibility/2006">
                <mc:Choice xmlns:v="urn:schemas-microsoft-com:vml" Requires="v">
                  <p:oleObj spid="_x0000_s7055" name="Equation" r:id="rId5" imgW="14935200" imgH="5791200" progId="Equation.DSMT4">
                    <p:embed/>
                  </p:oleObj>
                </mc:Choice>
                <mc:Fallback>
                  <p:oleObj name="Equation" r:id="rId5" imgW="14935200" imgH="5791200" progId="Equation.DSMT4">
                    <p:embed/>
                    <p:pic>
                      <p:nvPicPr>
                        <p:cNvPr id="0" name="图片 7042"/>
                        <p:cNvPicPr>
                          <a:picLocks noChangeAspect="1" noChangeArrowheads="1"/>
                        </p:cNvPicPr>
                        <p:nvPr/>
                      </p:nvPicPr>
                      <p:blipFill>
                        <a:blip r:embed="rId6"/>
                        <a:srcRect/>
                        <a:stretch>
                          <a:fillRect/>
                        </a:stretch>
                      </p:blipFill>
                      <p:spPr bwMode="auto">
                        <a:xfrm>
                          <a:off x="3315" y="2101"/>
                          <a:ext cx="6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91" name="Object 40"/>
            <p:cNvGraphicFramePr>
              <a:graphicFrameLocks noChangeAspect="1"/>
            </p:cNvGraphicFramePr>
            <p:nvPr/>
          </p:nvGraphicFramePr>
          <p:xfrm>
            <a:off x="4315" y="2101"/>
            <a:ext cx="634" cy="249"/>
          </p:xfrm>
          <a:graphic>
            <a:graphicData uri="http://schemas.openxmlformats.org/presentationml/2006/ole">
              <mc:AlternateContent xmlns:mc="http://schemas.openxmlformats.org/markup-compatibility/2006">
                <mc:Choice xmlns:v="urn:schemas-microsoft-com:vml" Requires="v">
                  <p:oleObj spid="_x0000_s7056" name="Equation" r:id="rId7" imgW="15544800" imgH="5791200" progId="Equation.DSMT4">
                    <p:embed/>
                  </p:oleObj>
                </mc:Choice>
                <mc:Fallback>
                  <p:oleObj name="Equation" r:id="rId7" imgW="15544800" imgH="5791200" progId="Equation.DSMT4">
                    <p:embed/>
                    <p:pic>
                      <p:nvPicPr>
                        <p:cNvPr id="0" name="图片 7043"/>
                        <p:cNvPicPr>
                          <a:picLocks noChangeAspect="1" noChangeArrowheads="1"/>
                        </p:cNvPicPr>
                        <p:nvPr/>
                      </p:nvPicPr>
                      <p:blipFill>
                        <a:blip r:embed="rId8"/>
                        <a:srcRect/>
                        <a:stretch>
                          <a:fillRect/>
                        </a:stretch>
                      </p:blipFill>
                      <p:spPr bwMode="auto">
                        <a:xfrm>
                          <a:off x="4315" y="2101"/>
                          <a:ext cx="63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2552" name="Group 152"/>
          <p:cNvGrpSpPr/>
          <p:nvPr/>
        </p:nvGrpSpPr>
        <p:grpSpPr bwMode="auto">
          <a:xfrm>
            <a:off x="755650" y="4437061"/>
            <a:ext cx="6985000" cy="1031874"/>
            <a:chOff x="476" y="2795"/>
            <a:chExt cx="4400" cy="650"/>
          </a:xfrm>
        </p:grpSpPr>
        <p:graphicFrame>
          <p:nvGraphicFramePr>
            <p:cNvPr id="7180" name="Object 45"/>
            <p:cNvGraphicFramePr>
              <a:graphicFrameLocks noChangeAspect="1"/>
            </p:cNvGraphicFramePr>
            <p:nvPr/>
          </p:nvGraphicFramePr>
          <p:xfrm>
            <a:off x="2025" y="2829"/>
            <a:ext cx="477" cy="226"/>
          </p:xfrm>
          <a:graphic>
            <a:graphicData uri="http://schemas.openxmlformats.org/presentationml/2006/ole">
              <mc:AlternateContent xmlns:mc="http://schemas.openxmlformats.org/markup-compatibility/2006">
                <mc:Choice xmlns:v="urn:schemas-microsoft-com:vml" Requires="v">
                  <p:oleObj spid="_x0000_s7057" name="Equation" r:id="rId9" imgW="12192000" imgH="5486400" progId="Equation.DSMT4">
                    <p:embed/>
                  </p:oleObj>
                </mc:Choice>
                <mc:Fallback>
                  <p:oleObj name="Equation" r:id="rId9" imgW="12192000" imgH="5486400" progId="Equation.DSMT4">
                    <p:embed/>
                    <p:pic>
                      <p:nvPicPr>
                        <p:cNvPr id="0" name="图片 7044"/>
                        <p:cNvPicPr>
                          <a:picLocks noChangeAspect="1" noChangeArrowheads="1"/>
                        </p:cNvPicPr>
                        <p:nvPr/>
                      </p:nvPicPr>
                      <p:blipFill>
                        <a:blip r:embed="rId10"/>
                        <a:srcRect/>
                        <a:stretch>
                          <a:fillRect/>
                        </a:stretch>
                      </p:blipFill>
                      <p:spPr bwMode="auto">
                        <a:xfrm>
                          <a:off x="2025" y="2829"/>
                          <a:ext cx="47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1" name="Rectangle 46"/>
            <p:cNvSpPr>
              <a:spLocks noChangeArrowheads="1"/>
            </p:cNvSpPr>
            <p:nvPr/>
          </p:nvSpPr>
          <p:spPr bwMode="auto">
            <a:xfrm>
              <a:off x="2536" y="2795"/>
              <a:ext cx="224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dirty="0">
                  <a:latin typeface="宋体" panose="02010600030101010101" pitchFamily="2" charset="-122"/>
                </a:rPr>
                <a:t>则此二端口是</a:t>
              </a:r>
              <a:r>
                <a:rPr lang="zh-CN" altLang="en-US" sz="2000" b="1" dirty="0">
                  <a:solidFill>
                    <a:schemeClr val="hlink"/>
                  </a:solidFill>
                  <a:latin typeface="宋体" panose="02010600030101010101" pitchFamily="2" charset="-122"/>
                </a:rPr>
                <a:t>互易二端口</a:t>
              </a:r>
              <a:r>
                <a:rPr lang="zh-CN" altLang="en-US" sz="2000" dirty="0">
                  <a:latin typeface="宋体" panose="02010600030101010101" pitchFamily="2" charset="-122"/>
                </a:rPr>
                <a:t>。</a:t>
              </a:r>
            </a:p>
          </p:txBody>
        </p:sp>
        <p:sp>
          <p:nvSpPr>
            <p:cNvPr id="7182" name="Rectangle 47"/>
            <p:cNvSpPr>
              <a:spLocks noChangeArrowheads="1"/>
            </p:cNvSpPr>
            <p:nvPr/>
          </p:nvSpPr>
          <p:spPr bwMode="auto">
            <a:xfrm>
              <a:off x="476" y="3178"/>
              <a:ext cx="11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如果同时满足</a:t>
              </a:r>
            </a:p>
          </p:txBody>
        </p:sp>
        <p:sp>
          <p:nvSpPr>
            <p:cNvPr id="7183" name="Rectangle 48"/>
            <p:cNvSpPr>
              <a:spLocks noChangeArrowheads="1"/>
            </p:cNvSpPr>
            <p:nvPr/>
          </p:nvSpPr>
          <p:spPr bwMode="auto">
            <a:xfrm>
              <a:off x="3160" y="3178"/>
              <a:ext cx="17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dirty="0">
                  <a:latin typeface="宋体" panose="02010600030101010101" pitchFamily="2" charset="-122"/>
                </a:rPr>
                <a:t>则称为</a:t>
              </a:r>
              <a:r>
                <a:rPr lang="zh-CN" altLang="en-US" sz="2000" b="1" dirty="0">
                  <a:solidFill>
                    <a:schemeClr val="hlink"/>
                  </a:solidFill>
                  <a:latin typeface="宋体" panose="02010600030101010101" pitchFamily="2" charset="-122"/>
                </a:rPr>
                <a:t>对称二端口</a:t>
              </a:r>
              <a:r>
                <a:rPr lang="zh-CN" altLang="en-US" sz="2000" dirty="0">
                  <a:latin typeface="宋体" panose="02010600030101010101" pitchFamily="2" charset="-122"/>
                </a:rPr>
                <a:t>。</a:t>
              </a:r>
              <a:endParaRPr lang="zh-CN" altLang="en-US" sz="2000" dirty="0">
                <a:latin typeface="Times New Roman" panose="02020603050405020304" pitchFamily="18" charset="0"/>
              </a:endParaRPr>
            </a:p>
          </p:txBody>
        </p:sp>
        <p:graphicFrame>
          <p:nvGraphicFramePr>
            <p:cNvPr id="7184" name="Object 49"/>
            <p:cNvGraphicFramePr>
              <a:graphicFrameLocks noChangeAspect="1"/>
            </p:cNvGraphicFramePr>
            <p:nvPr/>
          </p:nvGraphicFramePr>
          <p:xfrm>
            <a:off x="1575" y="3189"/>
            <a:ext cx="531" cy="253"/>
          </p:xfrm>
          <a:graphic>
            <a:graphicData uri="http://schemas.openxmlformats.org/presentationml/2006/ole">
              <mc:AlternateContent xmlns:mc="http://schemas.openxmlformats.org/markup-compatibility/2006">
                <mc:Choice xmlns:v="urn:schemas-microsoft-com:vml" Requires="v">
                  <p:oleObj spid="_x0000_s7058" name="Equation" r:id="rId11" imgW="12192000" imgH="5486400" progId="Equation.DSMT4">
                    <p:embed/>
                  </p:oleObj>
                </mc:Choice>
                <mc:Fallback>
                  <p:oleObj name="Equation" r:id="rId11" imgW="12192000" imgH="5486400" progId="Equation.DSMT4">
                    <p:embed/>
                    <p:pic>
                      <p:nvPicPr>
                        <p:cNvPr id="0" name="图片 7045"/>
                        <p:cNvPicPr>
                          <a:picLocks noChangeAspect="1" noChangeArrowheads="1"/>
                        </p:cNvPicPr>
                        <p:nvPr/>
                      </p:nvPicPr>
                      <p:blipFill>
                        <a:blip r:embed="rId12"/>
                        <a:srcRect/>
                        <a:stretch>
                          <a:fillRect/>
                        </a:stretch>
                      </p:blipFill>
                      <p:spPr bwMode="auto">
                        <a:xfrm>
                          <a:off x="1575" y="3189"/>
                          <a:ext cx="53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85" name="Object 50"/>
            <p:cNvGraphicFramePr>
              <a:graphicFrameLocks noChangeAspect="1"/>
            </p:cNvGraphicFramePr>
            <p:nvPr/>
          </p:nvGraphicFramePr>
          <p:xfrm>
            <a:off x="2465" y="3170"/>
            <a:ext cx="580" cy="275"/>
          </p:xfrm>
          <a:graphic>
            <a:graphicData uri="http://schemas.openxmlformats.org/presentationml/2006/ole">
              <mc:AlternateContent xmlns:mc="http://schemas.openxmlformats.org/markup-compatibility/2006">
                <mc:Choice xmlns:v="urn:schemas-microsoft-com:vml" Requires="v">
                  <p:oleObj spid="_x0000_s7059" name="Equation" r:id="rId13" imgW="12192000" imgH="5486400" progId="Equation.DSMT4">
                    <p:embed/>
                  </p:oleObj>
                </mc:Choice>
                <mc:Fallback>
                  <p:oleObj name="Equation" r:id="rId13" imgW="12192000" imgH="5486400" progId="Equation.DSMT4">
                    <p:embed/>
                    <p:pic>
                      <p:nvPicPr>
                        <p:cNvPr id="0" name="图片 7046"/>
                        <p:cNvPicPr>
                          <a:picLocks noChangeAspect="1" noChangeArrowheads="1"/>
                        </p:cNvPicPr>
                        <p:nvPr/>
                      </p:nvPicPr>
                      <p:blipFill>
                        <a:blip r:embed="rId14"/>
                        <a:srcRect/>
                        <a:stretch>
                          <a:fillRect/>
                        </a:stretch>
                      </p:blipFill>
                      <p:spPr bwMode="auto">
                        <a:xfrm>
                          <a:off x="2465" y="3170"/>
                          <a:ext cx="580"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6" name="Rectangle 51"/>
            <p:cNvSpPr>
              <a:spLocks noChangeArrowheads="1"/>
            </p:cNvSpPr>
            <p:nvPr/>
          </p:nvSpPr>
          <p:spPr bwMode="auto">
            <a:xfrm>
              <a:off x="2152" y="3178"/>
              <a:ext cx="3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Times New Roman" panose="02020603050405020304" pitchFamily="18" charset="0"/>
                </a:rPr>
                <a:t>和</a:t>
              </a:r>
            </a:p>
          </p:txBody>
        </p:sp>
        <p:sp>
          <p:nvSpPr>
            <p:cNvPr id="7187" name="Text Box 52"/>
            <p:cNvSpPr txBox="1">
              <a:spLocks noChangeArrowheads="1"/>
            </p:cNvSpPr>
            <p:nvPr/>
          </p:nvSpPr>
          <p:spPr bwMode="auto">
            <a:xfrm>
              <a:off x="490" y="2843"/>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latin typeface="宋体" panose="02010600030101010101" pitchFamily="2" charset="-122"/>
                </a:rPr>
                <a:t>反之如果</a:t>
              </a:r>
              <a:r>
                <a:rPr lang="en-US" altLang="zh-CN" sz="2000" b="1" i="1">
                  <a:latin typeface="Times New Roman" panose="02020603050405020304" pitchFamily="18" charset="0"/>
                </a:rPr>
                <a:t>Y</a:t>
              </a:r>
              <a:r>
                <a:rPr lang="en-US" altLang="zh-CN" sz="2000">
                  <a:latin typeface="Times New Roman" panose="02020603050405020304" pitchFamily="18" charset="0"/>
                </a:rPr>
                <a:t> </a:t>
              </a:r>
              <a:r>
                <a:rPr lang="zh-CN" altLang="en-US" sz="2000">
                  <a:latin typeface="宋体" panose="02010600030101010101" pitchFamily="2" charset="-122"/>
                </a:rPr>
                <a:t>参数满足</a:t>
              </a:r>
              <a:r>
                <a:rPr lang="zh-CN" altLang="en-US" sz="2000">
                  <a:latin typeface="Times New Roman" panose="02020603050405020304" pitchFamily="18" charset="0"/>
                </a:rPr>
                <a:t> </a:t>
              </a:r>
              <a:endParaRPr kumimoji="1" lang="zh-CN" altLang="en-US" sz="2000" b="1">
                <a:latin typeface="Times New Roman" panose="02020603050405020304" pitchFamily="18" charset="0"/>
              </a:endParaRPr>
            </a:p>
          </p:txBody>
        </p:sp>
      </p:grpSp>
      <p:sp>
        <p:nvSpPr>
          <p:cNvPr id="102540" name="Rectangle 140"/>
          <p:cNvSpPr>
            <a:spLocks noChangeArrowheads="1"/>
          </p:cNvSpPr>
          <p:nvPr/>
        </p:nvSpPr>
        <p:spPr bwMode="auto">
          <a:xfrm>
            <a:off x="276126" y="692150"/>
            <a:ext cx="2279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dirty="0">
                <a:solidFill>
                  <a:schemeClr val="hlink"/>
                </a:solidFill>
                <a:latin typeface="宋体" panose="02010600030101010101" pitchFamily="2" charset="-122"/>
              </a:rPr>
              <a:t>互易及对称情况：</a:t>
            </a:r>
            <a:r>
              <a:rPr lang="zh-CN" altLang="en-US" sz="2000" dirty="0">
                <a:latin typeface="Times New Roman" panose="02020603050405020304" pitchFamily="18" charset="0"/>
              </a:rPr>
              <a:t> </a:t>
            </a:r>
          </a:p>
        </p:txBody>
      </p:sp>
      <p:grpSp>
        <p:nvGrpSpPr>
          <p:cNvPr id="102543" name="Group 143"/>
          <p:cNvGrpSpPr/>
          <p:nvPr/>
        </p:nvGrpSpPr>
        <p:grpSpPr bwMode="auto">
          <a:xfrm>
            <a:off x="2819400" y="3786192"/>
            <a:ext cx="1908175" cy="400051"/>
            <a:chOff x="1776" y="2385"/>
            <a:chExt cx="1202" cy="252"/>
          </a:xfrm>
        </p:grpSpPr>
        <p:graphicFrame>
          <p:nvGraphicFramePr>
            <p:cNvPr id="7178" name="Object 43"/>
            <p:cNvGraphicFramePr>
              <a:graphicFrameLocks noChangeAspect="1"/>
            </p:cNvGraphicFramePr>
            <p:nvPr/>
          </p:nvGraphicFramePr>
          <p:xfrm>
            <a:off x="2446" y="2385"/>
            <a:ext cx="532" cy="252"/>
          </p:xfrm>
          <a:graphic>
            <a:graphicData uri="http://schemas.openxmlformats.org/presentationml/2006/ole">
              <mc:AlternateContent xmlns:mc="http://schemas.openxmlformats.org/markup-compatibility/2006">
                <mc:Choice xmlns:v="urn:schemas-microsoft-com:vml" Requires="v">
                  <p:oleObj spid="_x0000_s7060" name="Equation" r:id="rId15" imgW="12192000" imgH="5486400" progId="Equation.DSMT4">
                    <p:embed/>
                  </p:oleObj>
                </mc:Choice>
                <mc:Fallback>
                  <p:oleObj name="Equation" r:id="rId15" imgW="12192000" imgH="5486400" progId="Equation.DSMT4">
                    <p:embed/>
                    <p:pic>
                      <p:nvPicPr>
                        <p:cNvPr id="0" name="图片 7047"/>
                        <p:cNvPicPr>
                          <a:picLocks noChangeAspect="1" noChangeArrowheads="1"/>
                        </p:cNvPicPr>
                        <p:nvPr/>
                      </p:nvPicPr>
                      <p:blipFill>
                        <a:blip r:embed="rId16"/>
                        <a:srcRect/>
                        <a:stretch>
                          <a:fillRect/>
                        </a:stretch>
                      </p:blipFill>
                      <p:spPr bwMode="auto">
                        <a:xfrm>
                          <a:off x="2446" y="2385"/>
                          <a:ext cx="5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9" name="AutoShape 142"/>
            <p:cNvSpPr>
              <a:spLocks noChangeArrowheads="1"/>
            </p:cNvSpPr>
            <p:nvPr/>
          </p:nvSpPr>
          <p:spPr bwMode="auto">
            <a:xfrm>
              <a:off x="1776" y="2448"/>
              <a:ext cx="480" cy="144"/>
            </a:xfrm>
            <a:prstGeom prst="rightArrow">
              <a:avLst>
                <a:gd name="adj1" fmla="val 50000"/>
                <a:gd name="adj2" fmla="val 8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02548" name="Object 148"/>
          <p:cNvGraphicFramePr>
            <a:graphicFrameLocks noChangeAspect="1"/>
          </p:cNvGraphicFramePr>
          <p:nvPr/>
        </p:nvGraphicFramePr>
        <p:xfrm>
          <a:off x="827088" y="1484313"/>
          <a:ext cx="6840537" cy="1758950"/>
        </p:xfrm>
        <a:graphic>
          <a:graphicData uri="http://schemas.openxmlformats.org/presentationml/2006/ole">
            <mc:AlternateContent xmlns:mc="http://schemas.openxmlformats.org/markup-compatibility/2006">
              <mc:Choice xmlns:v="urn:schemas-microsoft-com:vml" Requires="v">
                <p:oleObj spid="_x0000_s7061" name="Visio" r:id="rId17" imgW="5638800" imgH="1460500" progId="Visio.Drawing.11">
                  <p:embed/>
                </p:oleObj>
              </mc:Choice>
              <mc:Fallback>
                <p:oleObj name="Visio" r:id="rId17" imgW="5638800" imgH="1460500" progId="Visio.Drawing.11">
                  <p:embed/>
                  <p:pic>
                    <p:nvPicPr>
                      <p:cNvPr id="0" name="图片 7048"/>
                      <p:cNvPicPr>
                        <a:picLocks noChangeAspect="1" noChangeArrowheads="1"/>
                      </p:cNvPicPr>
                      <p:nvPr/>
                    </p:nvPicPr>
                    <p:blipFill>
                      <a:blip r:embed="rId18"/>
                      <a:srcRect/>
                      <a:stretch>
                        <a:fillRect/>
                      </a:stretch>
                    </p:blipFill>
                    <p:spPr bwMode="auto">
                      <a:xfrm>
                        <a:off x="827088" y="1484313"/>
                        <a:ext cx="6840537"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 name="Group 110"/>
          <p:cNvGrpSpPr/>
          <p:nvPr/>
        </p:nvGrpSpPr>
        <p:grpSpPr bwMode="auto">
          <a:xfrm>
            <a:off x="6934886" y="430407"/>
            <a:ext cx="1700213" cy="1046163"/>
            <a:chOff x="2701" y="944"/>
            <a:chExt cx="1071" cy="659"/>
          </a:xfrm>
        </p:grpSpPr>
        <p:graphicFrame>
          <p:nvGraphicFramePr>
            <p:cNvPr id="22" name="Object 25"/>
            <p:cNvGraphicFramePr>
              <a:graphicFrameLocks noChangeAspect="1"/>
            </p:cNvGraphicFramePr>
            <p:nvPr/>
          </p:nvGraphicFramePr>
          <p:xfrm>
            <a:off x="2737" y="944"/>
            <a:ext cx="1022" cy="251"/>
          </p:xfrm>
          <a:graphic>
            <a:graphicData uri="http://schemas.openxmlformats.org/presentationml/2006/ole">
              <mc:AlternateContent xmlns:mc="http://schemas.openxmlformats.org/markup-compatibility/2006">
                <mc:Choice xmlns:v="urn:schemas-microsoft-com:vml" Requires="v">
                  <p:oleObj spid="_x0000_s7062" name="Equation" r:id="rId19" imgW="25298400" imgH="5791200" progId="Equation.DSMT4">
                    <p:embed/>
                  </p:oleObj>
                </mc:Choice>
                <mc:Fallback>
                  <p:oleObj name="Equation" r:id="rId19" imgW="25298400" imgH="5791200" progId="Equation.DSMT4">
                    <p:embed/>
                    <p:pic>
                      <p:nvPicPr>
                        <p:cNvPr id="0" name="图片 7049"/>
                        <p:cNvPicPr>
                          <a:picLocks noChangeAspect="1" noChangeArrowheads="1"/>
                        </p:cNvPicPr>
                        <p:nvPr/>
                      </p:nvPicPr>
                      <p:blipFill>
                        <a:blip r:embed="rId20"/>
                        <a:srcRect/>
                        <a:stretch>
                          <a:fillRect/>
                        </a:stretch>
                      </p:blipFill>
                      <p:spPr bwMode="auto">
                        <a:xfrm>
                          <a:off x="2737" y="944"/>
                          <a:ext cx="102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7"/>
            <p:cNvGraphicFramePr>
              <a:graphicFrameLocks noChangeAspect="1"/>
            </p:cNvGraphicFramePr>
            <p:nvPr/>
          </p:nvGraphicFramePr>
          <p:xfrm>
            <a:off x="2701" y="1346"/>
            <a:ext cx="1071" cy="257"/>
          </p:xfrm>
          <a:graphic>
            <a:graphicData uri="http://schemas.openxmlformats.org/presentationml/2006/ole">
              <mc:AlternateContent xmlns:mc="http://schemas.openxmlformats.org/markup-compatibility/2006">
                <mc:Choice xmlns:v="urn:schemas-microsoft-com:vml" Requires="v">
                  <p:oleObj spid="_x0000_s7063" name="Equation" r:id="rId21" imgW="25908000" imgH="5791200" progId="Equation.DSMT4">
                    <p:embed/>
                  </p:oleObj>
                </mc:Choice>
                <mc:Fallback>
                  <p:oleObj name="Equation" r:id="rId21" imgW="25908000" imgH="5791200" progId="Equation.DSMT4">
                    <p:embed/>
                    <p:pic>
                      <p:nvPicPr>
                        <p:cNvPr id="0" name="图片 7050"/>
                        <p:cNvPicPr>
                          <a:picLocks noChangeAspect="1" noChangeArrowheads="1"/>
                        </p:cNvPicPr>
                        <p:nvPr/>
                      </p:nvPicPr>
                      <p:blipFill>
                        <a:blip r:embed="rId22"/>
                        <a:srcRect/>
                        <a:stretch>
                          <a:fillRect/>
                        </a:stretch>
                      </p:blipFill>
                      <p:spPr bwMode="auto">
                        <a:xfrm>
                          <a:off x="2701" y="1346"/>
                          <a:ext cx="1071" cy="257"/>
                        </a:xfrm>
                        <a:prstGeom prst="rect">
                          <a:avLst/>
                        </a:prstGeom>
                        <a:noFill/>
                        <a:ln>
                          <a:noFill/>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2540">
                                            <p:txEl>
                                              <p:pRg st="0" end="0"/>
                                            </p:txEl>
                                          </p:spTgt>
                                        </p:tgtEl>
                                        <p:attrNameLst>
                                          <p:attrName>style.visibility</p:attrName>
                                        </p:attrNameLst>
                                      </p:cBhvr>
                                      <p:to>
                                        <p:strVal val="visible"/>
                                      </p:to>
                                    </p:set>
                                    <p:anim calcmode="lin" valueType="num">
                                      <p:cBhvr additive="base">
                                        <p:cTn id="7" dur="500" fill="hold"/>
                                        <p:tgtEl>
                                          <p:spTgt spid="1025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5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2548"/>
                                        </p:tgtEl>
                                        <p:attrNameLst>
                                          <p:attrName>style.visibility</p:attrName>
                                        </p:attrNameLst>
                                      </p:cBhvr>
                                      <p:to>
                                        <p:strVal val="visible"/>
                                      </p:to>
                                    </p:set>
                                    <p:animEffect transition="in" filter="blinds(horizontal)">
                                      <p:cBhvr>
                                        <p:cTn id="13" dur="500"/>
                                        <p:tgtEl>
                                          <p:spTgt spid="10254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1+#ppt_w/2"/>
                                          </p:val>
                                        </p:tav>
                                        <p:tav tm="100000">
                                          <p:val>
                                            <p:strVal val="#ppt_x"/>
                                          </p:val>
                                        </p:tav>
                                      </p:tavLst>
                                    </p:anim>
                                    <p:anim calcmode="lin" valueType="num">
                                      <p:cBhvr additive="base">
                                        <p:cTn id="19"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02541"/>
                                        </p:tgtEl>
                                        <p:attrNameLst>
                                          <p:attrName>style.visibility</p:attrName>
                                        </p:attrNameLst>
                                      </p:cBhvr>
                                      <p:to>
                                        <p:strVal val="visible"/>
                                      </p:to>
                                    </p:set>
                                    <p:anim calcmode="lin" valueType="num">
                                      <p:cBhvr additive="base">
                                        <p:cTn id="24" dur="500" fill="hold"/>
                                        <p:tgtEl>
                                          <p:spTgt spid="102541"/>
                                        </p:tgtEl>
                                        <p:attrNameLst>
                                          <p:attrName>ppt_x</p:attrName>
                                        </p:attrNameLst>
                                      </p:cBhvr>
                                      <p:tavLst>
                                        <p:tav tm="0">
                                          <p:val>
                                            <p:strVal val="0-#ppt_w/2"/>
                                          </p:val>
                                        </p:tav>
                                        <p:tav tm="100000">
                                          <p:val>
                                            <p:strVal val="#ppt_x"/>
                                          </p:val>
                                        </p:tav>
                                      </p:tavLst>
                                    </p:anim>
                                    <p:anim calcmode="lin" valueType="num">
                                      <p:cBhvr additive="base">
                                        <p:cTn id="25" dur="500" fill="hold"/>
                                        <p:tgtEl>
                                          <p:spTgt spid="102541"/>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02543"/>
                                        </p:tgtEl>
                                        <p:attrNameLst>
                                          <p:attrName>style.visibility</p:attrName>
                                        </p:attrNameLst>
                                      </p:cBhvr>
                                      <p:to>
                                        <p:strVal val="visible"/>
                                      </p:to>
                                    </p:set>
                                    <p:anim calcmode="lin" valueType="num">
                                      <p:cBhvr additive="base">
                                        <p:cTn id="30" dur="500" fill="hold"/>
                                        <p:tgtEl>
                                          <p:spTgt spid="102543"/>
                                        </p:tgtEl>
                                        <p:attrNameLst>
                                          <p:attrName>ppt_x</p:attrName>
                                        </p:attrNameLst>
                                      </p:cBhvr>
                                      <p:tavLst>
                                        <p:tav tm="0">
                                          <p:val>
                                            <p:strVal val="0-#ppt_w/2"/>
                                          </p:val>
                                        </p:tav>
                                        <p:tav tm="100000">
                                          <p:val>
                                            <p:strVal val="#ppt_x"/>
                                          </p:val>
                                        </p:tav>
                                      </p:tavLst>
                                    </p:anim>
                                    <p:anim calcmode="lin" valueType="num">
                                      <p:cBhvr additive="base">
                                        <p:cTn id="31" dur="500" fill="hold"/>
                                        <p:tgtEl>
                                          <p:spTgt spid="10254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02552"/>
                                        </p:tgtEl>
                                        <p:attrNameLst>
                                          <p:attrName>style.visibility</p:attrName>
                                        </p:attrNameLst>
                                      </p:cBhvr>
                                      <p:to>
                                        <p:strVal val="visible"/>
                                      </p:to>
                                    </p:set>
                                    <p:anim calcmode="lin" valueType="num">
                                      <p:cBhvr additive="base">
                                        <p:cTn id="36" dur="500" fill="hold"/>
                                        <p:tgtEl>
                                          <p:spTgt spid="102552"/>
                                        </p:tgtEl>
                                        <p:attrNameLst>
                                          <p:attrName>ppt_x</p:attrName>
                                        </p:attrNameLst>
                                      </p:cBhvr>
                                      <p:tavLst>
                                        <p:tav tm="0">
                                          <p:val>
                                            <p:strVal val="#ppt_x"/>
                                          </p:val>
                                        </p:tav>
                                        <p:tav tm="100000">
                                          <p:val>
                                            <p:strVal val="#ppt_x"/>
                                          </p:val>
                                        </p:tav>
                                      </p:tavLst>
                                    </p:anim>
                                    <p:anim calcmode="lin" valueType="num">
                                      <p:cBhvr additive="base">
                                        <p:cTn id="37" dur="500" fill="hold"/>
                                        <p:tgtEl>
                                          <p:spTgt spid="1025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5" name="Rectangle 3"/>
          <p:cNvSpPr>
            <a:spLocks noGrp="1" noChangeArrowheads="1"/>
          </p:cNvSpPr>
          <p:nvPr>
            <p:ph type="subTitle" idx="1"/>
          </p:nvPr>
        </p:nvSpPr>
        <p:spPr>
          <a:xfrm>
            <a:off x="4070920" y="1393031"/>
            <a:ext cx="3733800" cy="381000"/>
          </a:xfrm>
        </p:spPr>
        <p:txBody>
          <a:bodyPr rtlCol="0">
            <a:normAutofit lnSpcReduction="10000"/>
          </a:bodyPr>
          <a:lstStyle/>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求左图所示二端口</a:t>
            </a:r>
            <a:r>
              <a:rPr lang="en-US" altLang="zh-CN" sz="2000" b="1" i="1" dirty="0">
                <a:solidFill>
                  <a:schemeClr val="tx1"/>
                </a:solidFill>
                <a:latin typeface="宋体" panose="02010600030101010101" pitchFamily="2" charset="-122"/>
              </a:rPr>
              <a:t>Y </a:t>
            </a:r>
            <a:r>
              <a:rPr lang="zh-CN" altLang="en-US" sz="2000" b="1" dirty="0">
                <a:solidFill>
                  <a:schemeClr val="tx1"/>
                </a:solidFill>
                <a:latin typeface="宋体" panose="02010600030101010101" pitchFamily="2" charset="-122"/>
              </a:rPr>
              <a:t>参数矩阵。</a:t>
            </a:r>
          </a:p>
        </p:txBody>
      </p:sp>
      <p:graphicFrame>
        <p:nvGraphicFramePr>
          <p:cNvPr id="105500" name="Object 28"/>
          <p:cNvGraphicFramePr>
            <a:graphicFrameLocks noChangeAspect="1"/>
          </p:cNvGraphicFramePr>
          <p:nvPr/>
        </p:nvGraphicFramePr>
        <p:xfrm>
          <a:off x="228600" y="332656"/>
          <a:ext cx="8763000" cy="554038"/>
        </p:xfrm>
        <a:graphic>
          <a:graphicData uri="http://schemas.openxmlformats.org/presentationml/2006/ole">
            <mc:AlternateContent xmlns:mc="http://schemas.openxmlformats.org/markup-compatibility/2006">
              <mc:Choice xmlns:v="urn:schemas-microsoft-com:vml" Requires="v">
                <p:oleObj spid="_x0000_s7722" name="Visio" r:id="rId3" imgW="6832600" imgH="444500" progId="Visio.Drawing.11">
                  <p:embed/>
                </p:oleObj>
              </mc:Choice>
              <mc:Fallback>
                <p:oleObj name="Visio" r:id="rId3" imgW="6832600" imgH="444500" progId="Visio.Drawing.11">
                  <p:embed/>
                  <p:pic>
                    <p:nvPicPr>
                      <p:cNvPr id="0" name="图片 7714"/>
                      <p:cNvPicPr>
                        <a:picLocks noChangeAspect="1" noChangeArrowheads="1"/>
                      </p:cNvPicPr>
                      <p:nvPr/>
                    </p:nvPicPr>
                    <p:blipFill>
                      <a:blip r:embed="rId4"/>
                      <a:srcRect/>
                      <a:stretch>
                        <a:fillRect/>
                      </a:stretch>
                    </p:blipFill>
                    <p:spPr bwMode="auto">
                      <a:xfrm>
                        <a:off x="228600" y="332656"/>
                        <a:ext cx="8763000" cy="554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5608" name="Group 136"/>
          <p:cNvGrpSpPr/>
          <p:nvPr/>
        </p:nvGrpSpPr>
        <p:grpSpPr bwMode="auto">
          <a:xfrm>
            <a:off x="359345" y="2421731"/>
            <a:ext cx="5159375" cy="434975"/>
            <a:chOff x="158" y="1752"/>
            <a:chExt cx="3250" cy="274"/>
          </a:xfrm>
        </p:grpSpPr>
        <p:graphicFrame>
          <p:nvGraphicFramePr>
            <p:cNvPr id="8205" name="Object 4"/>
            <p:cNvGraphicFramePr>
              <a:graphicFrameLocks noChangeAspect="1"/>
            </p:cNvGraphicFramePr>
            <p:nvPr/>
          </p:nvGraphicFramePr>
          <p:xfrm>
            <a:off x="158" y="1752"/>
            <a:ext cx="383" cy="250"/>
          </p:xfrm>
          <a:graphic>
            <a:graphicData uri="http://schemas.openxmlformats.org/presentationml/2006/ole">
              <mc:AlternateContent xmlns:mc="http://schemas.openxmlformats.org/markup-compatibility/2006">
                <mc:Choice xmlns:v="urn:schemas-microsoft-com:vml" Requires="v">
                  <p:oleObj spid="_x0000_s7723" name="Visio" r:id="rId5" imgW="635000" imgH="431800" progId="Visio.Drawing.11">
                    <p:embed/>
                  </p:oleObj>
                </mc:Choice>
                <mc:Fallback>
                  <p:oleObj name="Visio" r:id="rId5" imgW="635000" imgH="431800" progId="Visio.Drawing.11">
                    <p:embed/>
                    <p:pic>
                      <p:nvPicPr>
                        <p:cNvPr id="0" name="图片 7715"/>
                        <p:cNvPicPr>
                          <a:picLocks noChangeAspect="1" noChangeArrowheads="1"/>
                        </p:cNvPicPr>
                        <p:nvPr/>
                      </p:nvPicPr>
                      <p:blipFill>
                        <a:blip r:embed="rId6"/>
                        <a:srcRect/>
                        <a:stretch>
                          <a:fillRect/>
                        </a:stretch>
                      </p:blipFill>
                      <p:spPr bwMode="auto">
                        <a:xfrm>
                          <a:off x="158" y="1752"/>
                          <a:ext cx="383" cy="250"/>
                        </a:xfrm>
                        <a:prstGeom prst="rect">
                          <a:avLst/>
                        </a:prstGeom>
                        <a:noFill/>
                        <a:ln>
                          <a:noFill/>
                        </a:ln>
                      </p:spPr>
                    </p:pic>
                  </p:oleObj>
                </mc:Fallback>
              </mc:AlternateContent>
            </a:graphicData>
          </a:graphic>
        </p:graphicFrame>
        <p:sp>
          <p:nvSpPr>
            <p:cNvPr id="8206" name="Rectangle 8"/>
            <p:cNvSpPr>
              <a:spLocks noChangeArrowheads="1"/>
            </p:cNvSpPr>
            <p:nvPr/>
          </p:nvSpPr>
          <p:spPr bwMode="auto">
            <a:xfrm>
              <a:off x="528" y="1776"/>
              <a:ext cx="28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用电流源置换两个端口列节点电压方程</a:t>
              </a:r>
            </a:p>
          </p:txBody>
        </p:sp>
      </p:grpSp>
      <p:graphicFrame>
        <p:nvGraphicFramePr>
          <p:cNvPr id="105504" name="Object 32"/>
          <p:cNvGraphicFramePr>
            <a:graphicFrameLocks noChangeAspect="1"/>
          </p:cNvGraphicFramePr>
          <p:nvPr/>
        </p:nvGraphicFramePr>
        <p:xfrm>
          <a:off x="1427733" y="2759869"/>
          <a:ext cx="4470400" cy="1708150"/>
        </p:xfrm>
        <a:graphic>
          <a:graphicData uri="http://schemas.openxmlformats.org/presentationml/2006/ole">
            <mc:AlternateContent xmlns:mc="http://schemas.openxmlformats.org/markup-compatibility/2006">
              <mc:Choice xmlns:v="urn:schemas-microsoft-com:vml" Requires="v">
                <p:oleObj spid="_x0000_s7724" name="Equation" r:id="rId7" imgW="55168800" imgH="20726400" progId="Equation.DSMT4">
                  <p:embed/>
                </p:oleObj>
              </mc:Choice>
              <mc:Fallback>
                <p:oleObj name="Equation" r:id="rId7" imgW="55168800" imgH="20726400" progId="Equation.DSMT4">
                  <p:embed/>
                  <p:pic>
                    <p:nvPicPr>
                      <p:cNvPr id="0" name="图片 7716"/>
                      <p:cNvPicPr>
                        <a:picLocks noChangeAspect="1" noChangeArrowheads="1"/>
                      </p:cNvPicPr>
                      <p:nvPr/>
                    </p:nvPicPr>
                    <p:blipFill>
                      <a:blip r:embed="rId8"/>
                      <a:srcRect/>
                      <a:stretch>
                        <a:fillRect/>
                      </a:stretch>
                    </p:blipFill>
                    <p:spPr bwMode="auto">
                      <a:xfrm>
                        <a:off x="1427733" y="2759869"/>
                        <a:ext cx="44704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2214" name="Group 6"/>
          <p:cNvGrpSpPr/>
          <p:nvPr/>
        </p:nvGrpSpPr>
        <p:grpSpPr bwMode="auto">
          <a:xfrm>
            <a:off x="753045" y="4401343"/>
            <a:ext cx="6026151" cy="1930399"/>
            <a:chOff x="406" y="2999"/>
            <a:chExt cx="3796" cy="1216"/>
          </a:xfrm>
        </p:grpSpPr>
        <p:sp>
          <p:nvSpPr>
            <p:cNvPr id="8203" name="Rectangle 6"/>
            <p:cNvSpPr>
              <a:spLocks noChangeArrowheads="1"/>
            </p:cNvSpPr>
            <p:nvPr/>
          </p:nvSpPr>
          <p:spPr bwMode="auto">
            <a:xfrm>
              <a:off x="406" y="2999"/>
              <a:ext cx="29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上式的系数矩阵就是所求</a:t>
              </a:r>
              <a:r>
                <a:rPr lang="en-US" altLang="zh-CN" sz="2000" b="1" i="1">
                  <a:latin typeface="宋体" panose="02010600030101010101" pitchFamily="2" charset="-122"/>
                </a:rPr>
                <a:t>Y </a:t>
              </a:r>
              <a:r>
                <a:rPr lang="zh-CN" altLang="en-US" sz="2000">
                  <a:latin typeface="宋体" panose="02010600030101010101" pitchFamily="2" charset="-122"/>
                </a:rPr>
                <a:t>参数矩阵： </a:t>
              </a:r>
            </a:p>
          </p:txBody>
        </p:sp>
        <p:graphicFrame>
          <p:nvGraphicFramePr>
            <p:cNvPr id="8204" name="Object 34"/>
            <p:cNvGraphicFramePr>
              <a:graphicFrameLocks noChangeAspect="1"/>
            </p:cNvGraphicFramePr>
            <p:nvPr/>
          </p:nvGraphicFramePr>
          <p:xfrm>
            <a:off x="1227" y="3206"/>
            <a:ext cx="2975" cy="1009"/>
          </p:xfrm>
          <a:graphic>
            <a:graphicData uri="http://schemas.openxmlformats.org/presentationml/2006/ole">
              <mc:AlternateContent xmlns:mc="http://schemas.openxmlformats.org/markup-compatibility/2006">
                <mc:Choice xmlns:v="urn:schemas-microsoft-com:vml" Requires="v">
                  <p:oleObj spid="_x0000_s7725" name="Equation" r:id="rId9" imgW="57302400" imgH="21336000" progId="Equation.DSMT4">
                    <p:embed/>
                  </p:oleObj>
                </mc:Choice>
                <mc:Fallback>
                  <p:oleObj name="Equation" r:id="rId9" imgW="57302400" imgH="21336000" progId="Equation.DSMT4">
                    <p:embed/>
                    <p:pic>
                      <p:nvPicPr>
                        <p:cNvPr id="0" name="图片 7717"/>
                        <p:cNvPicPr>
                          <a:picLocks noChangeAspect="1" noChangeArrowheads="1"/>
                        </p:cNvPicPr>
                        <p:nvPr/>
                      </p:nvPicPr>
                      <p:blipFill>
                        <a:blip r:embed="rId10"/>
                        <a:srcRect/>
                        <a:stretch>
                          <a:fillRect/>
                        </a:stretch>
                      </p:blipFill>
                      <p:spPr bwMode="auto">
                        <a:xfrm>
                          <a:off x="1227" y="3206"/>
                          <a:ext cx="2975" cy="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199" name="Rectangle 3"/>
          <p:cNvSpPr>
            <a:spLocks noChangeArrowheads="1"/>
          </p:cNvSpPr>
          <p:nvPr/>
        </p:nvSpPr>
        <p:spPr bwMode="auto">
          <a:xfrm>
            <a:off x="108520" y="26979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2210" name="Object 2"/>
          <p:cNvGraphicFramePr>
            <a:graphicFrameLocks noChangeAspect="1"/>
          </p:cNvGraphicFramePr>
          <p:nvPr/>
        </p:nvGraphicFramePr>
        <p:xfrm>
          <a:off x="359345" y="1124744"/>
          <a:ext cx="3600450" cy="1141412"/>
        </p:xfrm>
        <a:graphic>
          <a:graphicData uri="http://schemas.openxmlformats.org/presentationml/2006/ole">
            <mc:AlternateContent xmlns:mc="http://schemas.openxmlformats.org/markup-compatibility/2006">
              <mc:Choice xmlns:v="urn:schemas-microsoft-com:vml" Requires="v">
                <p:oleObj spid="_x0000_s7726" name="Visio" r:id="rId11" imgW="3162300" imgH="1028700" progId="Visio.Drawing.11">
                  <p:embed/>
                </p:oleObj>
              </mc:Choice>
              <mc:Fallback>
                <p:oleObj name="Visio" r:id="rId11" imgW="3162300" imgH="1028700" progId="Visio.Drawing.11">
                  <p:embed/>
                  <p:pic>
                    <p:nvPicPr>
                      <p:cNvPr id="0" name="图片 7718"/>
                      <p:cNvPicPr>
                        <a:picLocks noChangeAspect="1" noChangeArrowheads="1"/>
                      </p:cNvPicPr>
                      <p:nvPr/>
                    </p:nvPicPr>
                    <p:blipFill>
                      <a:blip r:embed="rId12"/>
                      <a:srcRect/>
                      <a:stretch>
                        <a:fillRect/>
                      </a:stretch>
                    </p:blipFill>
                    <p:spPr bwMode="auto">
                      <a:xfrm>
                        <a:off x="359345" y="1124744"/>
                        <a:ext cx="3600450"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1437471" y="340788"/>
            <a:ext cx="829073" cy="523220"/>
          </a:xfrm>
          <a:prstGeom prst="rect">
            <a:avLst/>
          </a:prstGeom>
          <a:noFill/>
        </p:spPr>
        <p:txBody>
          <a:bodyPr wrap="none" rtlCol="0">
            <a:spAutoFit/>
          </a:bodyPr>
          <a:lstStyle/>
          <a:p>
            <a:r>
              <a:rPr lang="en-US" altLang="zh-CN" sz="2800" b="1" dirty="0"/>
              <a:t>12.1</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5500"/>
                                        </p:tgtEl>
                                        <p:attrNameLst>
                                          <p:attrName>style.visibility</p:attrName>
                                        </p:attrNameLst>
                                      </p:cBhvr>
                                      <p:to>
                                        <p:strVal val="visible"/>
                                      </p:to>
                                    </p:set>
                                    <p:animEffect transition="in" filter="dissolve">
                                      <p:cBhvr>
                                        <p:cTn id="7" dur="500"/>
                                        <p:tgtEl>
                                          <p:spTgt spid="10550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22210"/>
                                        </p:tgtEl>
                                        <p:attrNameLst>
                                          <p:attrName>style.visibility</p:attrName>
                                        </p:attrNameLst>
                                      </p:cBhvr>
                                      <p:to>
                                        <p:strVal val="visible"/>
                                      </p:to>
                                    </p:set>
                                    <p:animEffect transition="in" filter="box(in)">
                                      <p:cBhvr>
                                        <p:cTn id="12" dur="500"/>
                                        <p:tgtEl>
                                          <p:spTgt spid="2222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05475">
                                            <p:txEl>
                                              <p:pRg st="0" end="0"/>
                                            </p:txEl>
                                          </p:spTgt>
                                        </p:tgtEl>
                                        <p:attrNameLst>
                                          <p:attrName>style.visibility</p:attrName>
                                        </p:attrNameLst>
                                      </p:cBhvr>
                                      <p:to>
                                        <p:strVal val="visible"/>
                                      </p:to>
                                    </p:set>
                                    <p:anim calcmode="lin" valueType="num">
                                      <p:cBhvr additive="base">
                                        <p:cTn id="17" dur="500" fill="hold"/>
                                        <p:tgtEl>
                                          <p:spTgt spid="105475">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054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5608"/>
                                        </p:tgtEl>
                                        <p:attrNameLst>
                                          <p:attrName>style.visibility</p:attrName>
                                        </p:attrNameLst>
                                      </p:cBhvr>
                                      <p:to>
                                        <p:strVal val="visible"/>
                                      </p:to>
                                    </p:set>
                                    <p:anim calcmode="lin" valueType="num">
                                      <p:cBhvr additive="base">
                                        <p:cTn id="23" dur="500" fill="hold"/>
                                        <p:tgtEl>
                                          <p:spTgt spid="105608"/>
                                        </p:tgtEl>
                                        <p:attrNameLst>
                                          <p:attrName>ppt_x</p:attrName>
                                        </p:attrNameLst>
                                      </p:cBhvr>
                                      <p:tavLst>
                                        <p:tav tm="0">
                                          <p:val>
                                            <p:strVal val="0-#ppt_w/2"/>
                                          </p:val>
                                        </p:tav>
                                        <p:tav tm="100000">
                                          <p:val>
                                            <p:strVal val="#ppt_x"/>
                                          </p:val>
                                        </p:tav>
                                      </p:tavLst>
                                    </p:anim>
                                    <p:anim calcmode="lin" valueType="num">
                                      <p:cBhvr additive="base">
                                        <p:cTn id="24" dur="500" fill="hold"/>
                                        <p:tgtEl>
                                          <p:spTgt spid="10560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05504"/>
                                        </p:tgtEl>
                                        <p:attrNameLst>
                                          <p:attrName>style.visibility</p:attrName>
                                        </p:attrNameLst>
                                      </p:cBhvr>
                                      <p:to>
                                        <p:strVal val="visible"/>
                                      </p:to>
                                    </p:set>
                                    <p:anim calcmode="lin" valueType="num">
                                      <p:cBhvr additive="base">
                                        <p:cTn id="29" dur="500" fill="hold"/>
                                        <p:tgtEl>
                                          <p:spTgt spid="105504"/>
                                        </p:tgtEl>
                                        <p:attrNameLst>
                                          <p:attrName>ppt_x</p:attrName>
                                        </p:attrNameLst>
                                      </p:cBhvr>
                                      <p:tavLst>
                                        <p:tav tm="0">
                                          <p:val>
                                            <p:strVal val="0-#ppt_w/2"/>
                                          </p:val>
                                        </p:tav>
                                        <p:tav tm="100000">
                                          <p:val>
                                            <p:strVal val="#ppt_x"/>
                                          </p:val>
                                        </p:tav>
                                      </p:tavLst>
                                    </p:anim>
                                    <p:anim calcmode="lin" valueType="num">
                                      <p:cBhvr additive="base">
                                        <p:cTn id="30" dur="500" fill="hold"/>
                                        <p:tgtEl>
                                          <p:spTgt spid="10550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22214"/>
                                        </p:tgtEl>
                                        <p:attrNameLst>
                                          <p:attrName>style.visibility</p:attrName>
                                        </p:attrNameLst>
                                      </p:cBhvr>
                                      <p:to>
                                        <p:strVal val="visible"/>
                                      </p:to>
                                    </p:set>
                                    <p:anim calcmode="lin" valueType="num">
                                      <p:cBhvr additive="base">
                                        <p:cTn id="35" dur="500" fill="hold"/>
                                        <p:tgtEl>
                                          <p:spTgt spid="222214"/>
                                        </p:tgtEl>
                                        <p:attrNameLst>
                                          <p:attrName>ppt_x</p:attrName>
                                        </p:attrNameLst>
                                      </p:cBhvr>
                                      <p:tavLst>
                                        <p:tav tm="0">
                                          <p:val>
                                            <p:strVal val="#ppt_x"/>
                                          </p:val>
                                        </p:tav>
                                        <p:tav tm="100000">
                                          <p:val>
                                            <p:strVal val="#ppt_x"/>
                                          </p:val>
                                        </p:tav>
                                      </p:tavLst>
                                    </p:anim>
                                    <p:anim calcmode="lin" valueType="num">
                                      <p:cBhvr additive="base">
                                        <p:cTn id="36" dur="500" fill="hold"/>
                                        <p:tgtEl>
                                          <p:spTgt spid="2222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0" y="476250"/>
            <a:ext cx="2981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000">
                <a:solidFill>
                  <a:schemeClr val="hlink"/>
                </a:solidFill>
                <a:latin typeface="宋体" panose="02010600030101010101" pitchFamily="2" charset="-122"/>
                <a:ea typeface="黑体" panose="02010609060101010101" pitchFamily="2" charset="-122"/>
              </a:rPr>
              <a:t>2 </a:t>
            </a:r>
            <a:r>
              <a:rPr lang="zh-CN" altLang="en-US" sz="2000">
                <a:solidFill>
                  <a:schemeClr val="hlink"/>
                </a:solidFill>
                <a:latin typeface="Times New Roman" panose="02020603050405020304" pitchFamily="18" charset="0"/>
                <a:ea typeface="黑体" panose="02010609060101010101" pitchFamily="2" charset="-122"/>
              </a:rPr>
              <a:t>阻抗参数方程</a:t>
            </a:r>
            <a:r>
              <a:rPr lang="zh-CN" altLang="en-US" sz="2000">
                <a:latin typeface="宋体" panose="02010600030101010101" pitchFamily="2" charset="-122"/>
                <a:ea typeface="黑体" panose="02010609060101010101" pitchFamily="2" charset="-122"/>
              </a:rPr>
              <a:t> </a:t>
            </a:r>
          </a:p>
        </p:txBody>
      </p:sp>
      <p:sp>
        <p:nvSpPr>
          <p:cNvPr id="106559" name="Rectangle 63"/>
          <p:cNvSpPr>
            <a:spLocks noChangeArrowheads="1"/>
          </p:cNvSpPr>
          <p:nvPr/>
        </p:nvSpPr>
        <p:spPr bwMode="auto">
          <a:xfrm>
            <a:off x="468313" y="1125538"/>
            <a:ext cx="4967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dirty="0">
                <a:latin typeface="宋体" panose="02010600030101010101" pitchFamily="2" charset="-122"/>
              </a:rPr>
              <a:t>二端口的</a:t>
            </a:r>
            <a:r>
              <a:rPr lang="zh-CN" altLang="en-US" sz="2000" dirty="0">
                <a:solidFill>
                  <a:schemeClr val="hlink"/>
                </a:solidFill>
                <a:latin typeface="Times New Roman" panose="02020603050405020304" pitchFamily="18" charset="0"/>
                <a:ea typeface="黑体" panose="02010609060101010101" pitchFamily="2" charset="-122"/>
              </a:rPr>
              <a:t>阻抗参数方程</a:t>
            </a:r>
            <a:r>
              <a:rPr lang="zh-CN" altLang="en-US" sz="2000" dirty="0">
                <a:latin typeface="宋体" panose="02010600030101010101" pitchFamily="2" charset="-122"/>
              </a:rPr>
              <a:t>或</a:t>
            </a:r>
            <a:r>
              <a:rPr lang="en-US" altLang="zh-CN" sz="2000" b="1" i="1" dirty="0">
                <a:latin typeface="宋体" panose="02010600030101010101" pitchFamily="2" charset="-122"/>
              </a:rPr>
              <a:t>Z </a:t>
            </a:r>
            <a:r>
              <a:rPr lang="zh-CN" altLang="en-US" sz="2000" dirty="0">
                <a:latin typeface="宋体" panose="02010600030101010101" pitchFamily="2" charset="-122"/>
              </a:rPr>
              <a:t>参数方程</a:t>
            </a:r>
          </a:p>
        </p:txBody>
      </p:sp>
      <p:grpSp>
        <p:nvGrpSpPr>
          <p:cNvPr id="106660" name="Group 164"/>
          <p:cNvGrpSpPr/>
          <p:nvPr/>
        </p:nvGrpSpPr>
        <p:grpSpPr bwMode="auto">
          <a:xfrm>
            <a:off x="2976563" y="1473560"/>
            <a:ext cx="2135721" cy="1083904"/>
            <a:chOff x="772" y="1137"/>
            <a:chExt cx="973" cy="469"/>
          </a:xfrm>
        </p:grpSpPr>
        <p:graphicFrame>
          <p:nvGraphicFramePr>
            <p:cNvPr id="9240" name="Object 66"/>
            <p:cNvGraphicFramePr>
              <a:graphicFrameLocks noChangeAspect="1"/>
            </p:cNvGraphicFramePr>
            <p:nvPr/>
          </p:nvGraphicFramePr>
          <p:xfrm>
            <a:off x="772" y="1137"/>
            <a:ext cx="961" cy="233"/>
          </p:xfrm>
          <a:graphic>
            <a:graphicData uri="http://schemas.openxmlformats.org/presentationml/2006/ole">
              <mc:AlternateContent xmlns:mc="http://schemas.openxmlformats.org/markup-compatibility/2006">
                <mc:Choice xmlns:v="urn:schemas-microsoft-com:vml" Requires="v">
                  <p:oleObj spid="_x0000_s9095" name="Equation" r:id="rId3" imgW="25603200" imgH="5791200" progId="Equation.DSMT4">
                    <p:embed/>
                  </p:oleObj>
                </mc:Choice>
                <mc:Fallback>
                  <p:oleObj name="Equation" r:id="rId3" imgW="25603200" imgH="5791200" progId="Equation.DSMT4">
                    <p:embed/>
                    <p:pic>
                      <p:nvPicPr>
                        <p:cNvPr id="0" name="图片 9083"/>
                        <p:cNvPicPr>
                          <a:picLocks noChangeAspect="1" noChangeArrowheads="1"/>
                        </p:cNvPicPr>
                        <p:nvPr/>
                      </p:nvPicPr>
                      <p:blipFill>
                        <a:blip r:embed="rId4"/>
                        <a:srcRect/>
                        <a:stretch>
                          <a:fillRect/>
                        </a:stretch>
                      </p:blipFill>
                      <p:spPr bwMode="auto">
                        <a:xfrm>
                          <a:off x="772" y="1137"/>
                          <a:ext cx="9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41" name="Object 67"/>
            <p:cNvGraphicFramePr>
              <a:graphicFrameLocks noChangeAspect="1"/>
            </p:cNvGraphicFramePr>
            <p:nvPr/>
          </p:nvGraphicFramePr>
          <p:xfrm>
            <a:off x="772" y="1377"/>
            <a:ext cx="973" cy="229"/>
          </p:xfrm>
          <a:graphic>
            <a:graphicData uri="http://schemas.openxmlformats.org/presentationml/2006/ole">
              <mc:AlternateContent xmlns:mc="http://schemas.openxmlformats.org/markup-compatibility/2006">
                <mc:Choice xmlns:v="urn:schemas-microsoft-com:vml" Requires="v">
                  <p:oleObj spid="_x0000_s9096" name="Equation" r:id="rId5" imgW="26517600" imgH="5791200" progId="Equation.DSMT4">
                    <p:embed/>
                  </p:oleObj>
                </mc:Choice>
                <mc:Fallback>
                  <p:oleObj name="Equation" r:id="rId5" imgW="26517600" imgH="5791200" progId="Equation.DSMT4">
                    <p:embed/>
                    <p:pic>
                      <p:nvPicPr>
                        <p:cNvPr id="0" name="图片 9084"/>
                        <p:cNvPicPr>
                          <a:picLocks noChangeAspect="1" noChangeArrowheads="1"/>
                        </p:cNvPicPr>
                        <p:nvPr/>
                      </p:nvPicPr>
                      <p:blipFill>
                        <a:blip r:embed="rId6"/>
                        <a:srcRect/>
                        <a:stretch>
                          <a:fillRect/>
                        </a:stretch>
                      </p:blipFill>
                      <p:spPr bwMode="auto">
                        <a:xfrm>
                          <a:off x="772" y="1377"/>
                          <a:ext cx="97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232" name="Group 171"/>
          <p:cNvGrpSpPr/>
          <p:nvPr/>
        </p:nvGrpSpPr>
        <p:grpSpPr bwMode="auto">
          <a:xfrm>
            <a:off x="766142" y="5935810"/>
            <a:ext cx="2276475" cy="457200"/>
            <a:chOff x="528" y="3402"/>
            <a:chExt cx="1434" cy="288"/>
          </a:xfrm>
        </p:grpSpPr>
        <p:sp>
          <p:nvSpPr>
            <p:cNvPr id="9238" name="Rectangle 72"/>
            <p:cNvSpPr>
              <a:spLocks noChangeArrowheads="1"/>
            </p:cNvSpPr>
            <p:nvPr/>
          </p:nvSpPr>
          <p:spPr bwMode="auto">
            <a:xfrm>
              <a:off x="528" y="3402"/>
              <a:ext cx="9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buFontTx/>
                <a:buChar char="•"/>
              </a:pPr>
              <a:r>
                <a:rPr lang="zh-CN" altLang="en-US" sz="2000">
                  <a:latin typeface="宋体" panose="02010600030101010101" pitchFamily="2" charset="-122"/>
                </a:rPr>
                <a:t>互易条件</a:t>
              </a:r>
              <a:r>
                <a:rPr lang="en-US" altLang="zh-CN" sz="2000">
                  <a:latin typeface="宋体" panose="02010600030101010101" pitchFamily="2" charset="-122"/>
                </a:rPr>
                <a:t>:</a:t>
              </a:r>
            </a:p>
          </p:txBody>
        </p:sp>
        <p:graphicFrame>
          <p:nvGraphicFramePr>
            <p:cNvPr id="9239" name="Object 74"/>
            <p:cNvGraphicFramePr>
              <a:graphicFrameLocks noChangeAspect="1"/>
            </p:cNvGraphicFramePr>
            <p:nvPr/>
          </p:nvGraphicFramePr>
          <p:xfrm>
            <a:off x="1438" y="3442"/>
            <a:ext cx="524" cy="223"/>
          </p:xfrm>
          <a:graphic>
            <a:graphicData uri="http://schemas.openxmlformats.org/presentationml/2006/ole">
              <mc:AlternateContent xmlns:mc="http://schemas.openxmlformats.org/markup-compatibility/2006">
                <mc:Choice xmlns:v="urn:schemas-microsoft-com:vml" Requires="v">
                  <p:oleObj spid="_x0000_s9097" name="Equation" r:id="rId7" imgW="13716000" imgH="5486400" progId="Equation.DSMT4">
                    <p:embed/>
                  </p:oleObj>
                </mc:Choice>
                <mc:Fallback>
                  <p:oleObj name="Equation" r:id="rId7" imgW="13716000" imgH="5486400" progId="Equation.DSMT4">
                    <p:embed/>
                    <p:pic>
                      <p:nvPicPr>
                        <p:cNvPr id="0" name="图片 9085"/>
                        <p:cNvPicPr>
                          <a:picLocks noChangeAspect="1" noChangeArrowheads="1"/>
                        </p:cNvPicPr>
                        <p:nvPr/>
                      </p:nvPicPr>
                      <p:blipFill>
                        <a:blip r:embed="rId8"/>
                        <a:srcRect/>
                        <a:stretch>
                          <a:fillRect/>
                        </a:stretch>
                      </p:blipFill>
                      <p:spPr bwMode="auto">
                        <a:xfrm>
                          <a:off x="1438" y="3442"/>
                          <a:ext cx="52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233" name="Group 172"/>
          <p:cNvGrpSpPr/>
          <p:nvPr/>
        </p:nvGrpSpPr>
        <p:grpSpPr bwMode="auto">
          <a:xfrm>
            <a:off x="4305002" y="5949280"/>
            <a:ext cx="3435350" cy="401638"/>
            <a:chOff x="2736" y="3431"/>
            <a:chExt cx="2164" cy="253"/>
          </a:xfrm>
        </p:grpSpPr>
        <p:sp>
          <p:nvSpPr>
            <p:cNvPr id="9234" name="Rectangle 73"/>
            <p:cNvSpPr>
              <a:spLocks noChangeArrowheads="1"/>
            </p:cNvSpPr>
            <p:nvPr/>
          </p:nvSpPr>
          <p:spPr bwMode="auto">
            <a:xfrm>
              <a:off x="2736" y="3431"/>
              <a:ext cx="93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FontTx/>
                <a:buChar char="•"/>
              </a:pPr>
              <a:r>
                <a:rPr lang="zh-CN" altLang="en-US" sz="2000">
                  <a:latin typeface="宋体" panose="02010600030101010101" pitchFamily="2" charset="-122"/>
                </a:rPr>
                <a:t>对称条件</a:t>
              </a:r>
              <a:r>
                <a:rPr lang="en-US" altLang="zh-CN" sz="2000">
                  <a:latin typeface="宋体" panose="02010600030101010101" pitchFamily="2" charset="-122"/>
                </a:rPr>
                <a:t>:</a:t>
              </a:r>
            </a:p>
          </p:txBody>
        </p:sp>
        <p:graphicFrame>
          <p:nvGraphicFramePr>
            <p:cNvPr id="9235" name="Object 75"/>
            <p:cNvGraphicFramePr>
              <a:graphicFrameLocks noChangeAspect="1"/>
            </p:cNvGraphicFramePr>
            <p:nvPr/>
          </p:nvGraphicFramePr>
          <p:xfrm>
            <a:off x="3605" y="3439"/>
            <a:ext cx="488" cy="207"/>
          </p:xfrm>
          <a:graphic>
            <a:graphicData uri="http://schemas.openxmlformats.org/presentationml/2006/ole">
              <mc:AlternateContent xmlns:mc="http://schemas.openxmlformats.org/markup-compatibility/2006">
                <mc:Choice xmlns:v="urn:schemas-microsoft-com:vml" Requires="v">
                  <p:oleObj spid="_x0000_s9098" name="Equation" r:id="rId9" imgW="13716000" imgH="5486400" progId="Equation.DSMT4">
                    <p:embed/>
                  </p:oleObj>
                </mc:Choice>
                <mc:Fallback>
                  <p:oleObj name="Equation" r:id="rId9" imgW="13716000" imgH="5486400" progId="Equation.DSMT4">
                    <p:embed/>
                    <p:pic>
                      <p:nvPicPr>
                        <p:cNvPr id="0" name="图片 9086"/>
                        <p:cNvPicPr>
                          <a:picLocks noChangeAspect="1" noChangeArrowheads="1"/>
                        </p:cNvPicPr>
                        <p:nvPr/>
                      </p:nvPicPr>
                      <p:blipFill>
                        <a:blip r:embed="rId10"/>
                        <a:srcRect/>
                        <a:stretch>
                          <a:fillRect/>
                        </a:stretch>
                      </p:blipFill>
                      <p:spPr bwMode="auto">
                        <a:xfrm>
                          <a:off x="3605" y="3439"/>
                          <a:ext cx="48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36" name="Object 76"/>
            <p:cNvGraphicFramePr>
              <a:graphicFrameLocks noChangeAspect="1"/>
            </p:cNvGraphicFramePr>
            <p:nvPr/>
          </p:nvGraphicFramePr>
          <p:xfrm>
            <a:off x="4412" y="3442"/>
            <a:ext cx="488" cy="207"/>
          </p:xfrm>
          <a:graphic>
            <a:graphicData uri="http://schemas.openxmlformats.org/presentationml/2006/ole">
              <mc:AlternateContent xmlns:mc="http://schemas.openxmlformats.org/markup-compatibility/2006">
                <mc:Choice xmlns:v="urn:schemas-microsoft-com:vml" Requires="v">
                  <p:oleObj spid="_x0000_s9099" name="Equation" r:id="rId11" imgW="13716000" imgH="5486400" progId="Equation.DSMT4">
                    <p:embed/>
                  </p:oleObj>
                </mc:Choice>
                <mc:Fallback>
                  <p:oleObj name="Equation" r:id="rId11" imgW="13716000" imgH="5486400" progId="Equation.DSMT4">
                    <p:embed/>
                    <p:pic>
                      <p:nvPicPr>
                        <p:cNvPr id="0" name="图片 9087"/>
                        <p:cNvPicPr>
                          <a:picLocks noChangeAspect="1" noChangeArrowheads="1"/>
                        </p:cNvPicPr>
                        <p:nvPr/>
                      </p:nvPicPr>
                      <p:blipFill>
                        <a:blip r:embed="rId12"/>
                        <a:srcRect/>
                        <a:stretch>
                          <a:fillRect/>
                        </a:stretch>
                      </p:blipFill>
                      <p:spPr bwMode="auto">
                        <a:xfrm>
                          <a:off x="4412" y="3442"/>
                          <a:ext cx="48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7" name="Rectangle 77"/>
            <p:cNvSpPr>
              <a:spLocks noChangeArrowheads="1"/>
            </p:cNvSpPr>
            <p:nvPr/>
          </p:nvSpPr>
          <p:spPr bwMode="auto">
            <a:xfrm>
              <a:off x="4128" y="3434"/>
              <a:ext cx="3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Times New Roman" panose="02020603050405020304" pitchFamily="18" charset="0"/>
                </a:rPr>
                <a:t>和</a:t>
              </a:r>
            </a:p>
          </p:txBody>
        </p:sp>
      </p:grpSp>
      <p:grpSp>
        <p:nvGrpSpPr>
          <p:cNvPr id="106677" name="Group 181"/>
          <p:cNvGrpSpPr/>
          <p:nvPr/>
        </p:nvGrpSpPr>
        <p:grpSpPr bwMode="auto">
          <a:xfrm>
            <a:off x="539750" y="2563837"/>
            <a:ext cx="5299076" cy="1271588"/>
            <a:chOff x="340" y="1570"/>
            <a:chExt cx="3338" cy="801"/>
          </a:xfrm>
        </p:grpSpPr>
        <p:graphicFrame>
          <p:nvGraphicFramePr>
            <p:cNvPr id="9230" name="Object 60"/>
            <p:cNvGraphicFramePr>
              <a:graphicFrameLocks noChangeAspect="1"/>
            </p:cNvGraphicFramePr>
            <p:nvPr/>
          </p:nvGraphicFramePr>
          <p:xfrm>
            <a:off x="1806" y="1700"/>
            <a:ext cx="1872" cy="671"/>
          </p:xfrm>
          <a:graphic>
            <a:graphicData uri="http://schemas.openxmlformats.org/presentationml/2006/ole">
              <mc:AlternateContent xmlns:mc="http://schemas.openxmlformats.org/markup-compatibility/2006">
                <mc:Choice xmlns:v="urn:schemas-microsoft-com:vml" Requires="v">
                  <p:oleObj spid="_x0000_s9100" name="Equation" r:id="rId13" imgW="35052000" imgH="12192000" progId="Equation.DSMT4">
                    <p:embed/>
                  </p:oleObj>
                </mc:Choice>
                <mc:Fallback>
                  <p:oleObj name="Equation" r:id="rId13" imgW="35052000" imgH="12192000" progId="Equation.DSMT4">
                    <p:embed/>
                    <p:pic>
                      <p:nvPicPr>
                        <p:cNvPr id="0" name="图片 9088"/>
                        <p:cNvPicPr>
                          <a:picLocks noChangeAspect="1" noChangeArrowheads="1"/>
                        </p:cNvPicPr>
                        <p:nvPr/>
                      </p:nvPicPr>
                      <p:blipFill>
                        <a:blip r:embed="rId14"/>
                        <a:srcRect/>
                        <a:stretch>
                          <a:fillRect/>
                        </a:stretch>
                      </p:blipFill>
                      <p:spPr bwMode="auto">
                        <a:xfrm>
                          <a:off x="1806" y="1700"/>
                          <a:ext cx="1872" cy="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1" name="Text Box 166"/>
            <p:cNvSpPr txBox="1">
              <a:spLocks noChangeArrowheads="1"/>
            </p:cNvSpPr>
            <p:nvPr/>
          </p:nvSpPr>
          <p:spPr bwMode="auto">
            <a:xfrm>
              <a:off x="340" y="1570"/>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chemeClr val="hlink"/>
                  </a:solidFill>
                  <a:latin typeface="Times New Roman" panose="02020603050405020304" pitchFamily="18" charset="0"/>
                </a:rPr>
                <a:t>矩阵形式：</a:t>
              </a:r>
            </a:p>
          </p:txBody>
        </p:sp>
      </p:grpSp>
      <p:grpSp>
        <p:nvGrpSpPr>
          <p:cNvPr id="106678" name="Group 182"/>
          <p:cNvGrpSpPr/>
          <p:nvPr/>
        </p:nvGrpSpPr>
        <p:grpSpPr bwMode="auto">
          <a:xfrm>
            <a:off x="539130" y="4004270"/>
            <a:ext cx="7561262" cy="1684338"/>
            <a:chOff x="385" y="2432"/>
            <a:chExt cx="4763" cy="1061"/>
          </a:xfrm>
        </p:grpSpPr>
        <p:graphicFrame>
          <p:nvGraphicFramePr>
            <p:cNvPr id="9226" name="Object 34"/>
            <p:cNvGraphicFramePr>
              <a:graphicFrameLocks noChangeAspect="1"/>
            </p:cNvGraphicFramePr>
            <p:nvPr/>
          </p:nvGraphicFramePr>
          <p:xfrm>
            <a:off x="1878" y="2808"/>
            <a:ext cx="1365" cy="685"/>
          </p:xfrm>
          <a:graphic>
            <a:graphicData uri="http://schemas.openxmlformats.org/presentationml/2006/ole">
              <mc:AlternateContent xmlns:mc="http://schemas.openxmlformats.org/markup-compatibility/2006">
                <mc:Choice xmlns:v="urn:schemas-microsoft-com:vml" Requires="v">
                  <p:oleObj spid="_x0000_s9101" name="Equation" r:id="rId15" imgW="23469600" imgH="11582400" progId="Equation.DSMT4">
                    <p:embed/>
                  </p:oleObj>
                </mc:Choice>
                <mc:Fallback>
                  <p:oleObj name="Equation" r:id="rId15" imgW="23469600" imgH="11582400" progId="Equation.DSMT4">
                    <p:embed/>
                    <p:pic>
                      <p:nvPicPr>
                        <p:cNvPr id="0" name="图片 9089"/>
                        <p:cNvPicPr>
                          <a:picLocks noChangeAspect="1" noChangeArrowheads="1"/>
                        </p:cNvPicPr>
                        <p:nvPr/>
                      </p:nvPicPr>
                      <p:blipFill>
                        <a:blip r:embed="rId16"/>
                        <a:srcRect/>
                        <a:stretch>
                          <a:fillRect/>
                        </a:stretch>
                      </p:blipFill>
                      <p:spPr bwMode="auto">
                        <a:xfrm>
                          <a:off x="1878" y="2808"/>
                          <a:ext cx="136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7" name="Text Box 71"/>
            <p:cNvSpPr txBox="1">
              <a:spLocks noChangeArrowheads="1"/>
            </p:cNvSpPr>
            <p:nvPr/>
          </p:nvSpPr>
          <p:spPr bwMode="auto">
            <a:xfrm>
              <a:off x="3424" y="2840"/>
              <a:ext cx="172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latin typeface="宋体" panose="02010600030101010101" pitchFamily="2" charset="-122"/>
                </a:rPr>
                <a:t>二端口阻抗参数矩阵或</a:t>
              </a:r>
              <a:r>
                <a:rPr lang="en-US" altLang="zh-CN" sz="2000" b="1" i="1" dirty="0">
                  <a:latin typeface="宋体" panose="02010600030101010101" pitchFamily="2" charset="-122"/>
                </a:rPr>
                <a:t>Z</a:t>
              </a:r>
              <a:r>
                <a:rPr lang="en-US" altLang="zh-CN" sz="2000" dirty="0">
                  <a:latin typeface="宋体" panose="02010600030101010101" pitchFamily="2" charset="-122"/>
                </a:rPr>
                <a:t> </a:t>
              </a:r>
              <a:r>
                <a:rPr lang="zh-CN" altLang="en-US" sz="2000" dirty="0">
                  <a:latin typeface="宋体" panose="02010600030101010101" pitchFamily="2" charset="-122"/>
                </a:rPr>
                <a:t>参数矩阵</a:t>
              </a:r>
            </a:p>
          </p:txBody>
        </p:sp>
        <p:graphicFrame>
          <p:nvGraphicFramePr>
            <p:cNvPr id="9228" name="Object 69"/>
            <p:cNvGraphicFramePr>
              <a:graphicFrameLocks noChangeAspect="1"/>
            </p:cNvGraphicFramePr>
            <p:nvPr/>
          </p:nvGraphicFramePr>
          <p:xfrm>
            <a:off x="1875" y="2460"/>
            <a:ext cx="1022" cy="333"/>
          </p:xfrm>
          <a:graphic>
            <a:graphicData uri="http://schemas.openxmlformats.org/presentationml/2006/ole">
              <mc:AlternateContent xmlns:mc="http://schemas.openxmlformats.org/markup-compatibility/2006">
                <mc:Choice xmlns:v="urn:schemas-microsoft-com:vml" Requires="v">
                  <p:oleObj spid="_x0000_s9102" name="Equation" r:id="rId17" imgW="11582400" imgH="4876800" progId="Equation.DSMT4">
                    <p:embed/>
                  </p:oleObj>
                </mc:Choice>
                <mc:Fallback>
                  <p:oleObj name="Equation" r:id="rId17" imgW="11582400" imgH="4876800" progId="Equation.DSMT4">
                    <p:embed/>
                    <p:pic>
                      <p:nvPicPr>
                        <p:cNvPr id="0" name="图片 9090"/>
                        <p:cNvPicPr>
                          <a:picLocks noChangeAspect="1" noChangeArrowheads="1"/>
                        </p:cNvPicPr>
                        <p:nvPr/>
                      </p:nvPicPr>
                      <p:blipFill>
                        <a:blip r:embed="rId18"/>
                        <a:srcRect/>
                        <a:stretch>
                          <a:fillRect/>
                        </a:stretch>
                      </p:blipFill>
                      <p:spPr bwMode="auto">
                        <a:xfrm>
                          <a:off x="1875" y="2460"/>
                          <a:ext cx="1022"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9" name="Text Box 167"/>
            <p:cNvSpPr txBox="1">
              <a:spLocks noChangeArrowheads="1"/>
            </p:cNvSpPr>
            <p:nvPr/>
          </p:nvSpPr>
          <p:spPr bwMode="auto">
            <a:xfrm>
              <a:off x="385" y="2432"/>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chemeClr val="hlink"/>
                  </a:solidFill>
                  <a:latin typeface="Times New Roman" panose="02020603050405020304" pitchFamily="18" charset="0"/>
                </a:rPr>
                <a:t>相量形式：</a:t>
              </a:r>
            </a:p>
          </p:txBody>
        </p:sp>
      </p:grpSp>
      <p:graphicFrame>
        <p:nvGraphicFramePr>
          <p:cNvPr id="23" name="Object 117"/>
          <p:cNvGraphicFramePr>
            <a:graphicFrameLocks noChangeAspect="1"/>
          </p:cNvGraphicFramePr>
          <p:nvPr/>
        </p:nvGraphicFramePr>
        <p:xfrm>
          <a:off x="5543550" y="918501"/>
          <a:ext cx="3600450" cy="1265238"/>
        </p:xfrm>
        <a:graphic>
          <a:graphicData uri="http://schemas.openxmlformats.org/presentationml/2006/ole">
            <mc:AlternateContent xmlns:mc="http://schemas.openxmlformats.org/markup-compatibility/2006">
              <mc:Choice xmlns:v="urn:schemas-microsoft-com:vml" Requires="v">
                <p:oleObj spid="_x0000_s9103" name="Visio" r:id="rId19" imgW="2832100" imgH="1003300" progId="Visio.Drawing.11">
                  <p:embed/>
                </p:oleObj>
              </mc:Choice>
              <mc:Fallback>
                <p:oleObj name="Visio" r:id="rId19" imgW="2832100" imgH="1003300" progId="Visio.Drawing.11">
                  <p:embed/>
                  <p:pic>
                    <p:nvPicPr>
                      <p:cNvPr id="0" name="图片 9091"/>
                      <p:cNvPicPr>
                        <a:picLocks noChangeAspect="1" noChangeArrowheads="1"/>
                      </p:cNvPicPr>
                      <p:nvPr/>
                    </p:nvPicPr>
                    <p:blipFill>
                      <a:blip r:embed="rId20"/>
                      <a:srcRect/>
                      <a:stretch>
                        <a:fillRect/>
                      </a:stretch>
                    </p:blipFill>
                    <p:spPr bwMode="auto">
                      <a:xfrm>
                        <a:off x="5543550" y="918501"/>
                        <a:ext cx="3600450" cy="126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6559"/>
                                        </p:tgtEl>
                                        <p:attrNameLst>
                                          <p:attrName>style.visibility</p:attrName>
                                        </p:attrNameLst>
                                      </p:cBhvr>
                                      <p:to>
                                        <p:strVal val="visible"/>
                                      </p:to>
                                    </p:set>
                                    <p:anim calcmode="lin" valueType="num">
                                      <p:cBhvr additive="base">
                                        <p:cTn id="12" dur="500" fill="hold"/>
                                        <p:tgtEl>
                                          <p:spTgt spid="106559"/>
                                        </p:tgtEl>
                                        <p:attrNameLst>
                                          <p:attrName>ppt_x</p:attrName>
                                        </p:attrNameLst>
                                      </p:cBhvr>
                                      <p:tavLst>
                                        <p:tav tm="0">
                                          <p:val>
                                            <p:strVal val="0-#ppt_w/2"/>
                                          </p:val>
                                        </p:tav>
                                        <p:tav tm="100000">
                                          <p:val>
                                            <p:strVal val="#ppt_x"/>
                                          </p:val>
                                        </p:tav>
                                      </p:tavLst>
                                    </p:anim>
                                    <p:anim calcmode="lin" valueType="num">
                                      <p:cBhvr additive="base">
                                        <p:cTn id="13" dur="500" fill="hold"/>
                                        <p:tgtEl>
                                          <p:spTgt spid="10655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06660"/>
                                        </p:tgtEl>
                                        <p:attrNameLst>
                                          <p:attrName>style.visibility</p:attrName>
                                        </p:attrNameLst>
                                      </p:cBhvr>
                                      <p:to>
                                        <p:strVal val="visible"/>
                                      </p:to>
                                    </p:set>
                                    <p:anim calcmode="lin" valueType="num">
                                      <p:cBhvr additive="base">
                                        <p:cTn id="18" dur="500" fill="hold"/>
                                        <p:tgtEl>
                                          <p:spTgt spid="106660"/>
                                        </p:tgtEl>
                                        <p:attrNameLst>
                                          <p:attrName>ppt_x</p:attrName>
                                        </p:attrNameLst>
                                      </p:cBhvr>
                                      <p:tavLst>
                                        <p:tav tm="0">
                                          <p:val>
                                            <p:strVal val="0-#ppt_w/2"/>
                                          </p:val>
                                        </p:tav>
                                        <p:tav tm="100000">
                                          <p:val>
                                            <p:strVal val="#ppt_x"/>
                                          </p:val>
                                        </p:tav>
                                      </p:tavLst>
                                    </p:anim>
                                    <p:anim calcmode="lin" valueType="num">
                                      <p:cBhvr additive="base">
                                        <p:cTn id="19" dur="500" fill="hold"/>
                                        <p:tgtEl>
                                          <p:spTgt spid="10666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6677"/>
                                        </p:tgtEl>
                                        <p:attrNameLst>
                                          <p:attrName>style.visibility</p:attrName>
                                        </p:attrNameLst>
                                      </p:cBhvr>
                                      <p:to>
                                        <p:strVal val="visible"/>
                                      </p:to>
                                    </p:set>
                                    <p:anim calcmode="lin" valueType="num">
                                      <p:cBhvr additive="base">
                                        <p:cTn id="24" dur="500" fill="hold"/>
                                        <p:tgtEl>
                                          <p:spTgt spid="106677"/>
                                        </p:tgtEl>
                                        <p:attrNameLst>
                                          <p:attrName>ppt_x</p:attrName>
                                        </p:attrNameLst>
                                      </p:cBhvr>
                                      <p:tavLst>
                                        <p:tav tm="0">
                                          <p:val>
                                            <p:strVal val="#ppt_x"/>
                                          </p:val>
                                        </p:tav>
                                        <p:tav tm="100000">
                                          <p:val>
                                            <p:strVal val="#ppt_x"/>
                                          </p:val>
                                        </p:tav>
                                      </p:tavLst>
                                    </p:anim>
                                    <p:anim calcmode="lin" valueType="num">
                                      <p:cBhvr additive="base">
                                        <p:cTn id="25" dur="500" fill="hold"/>
                                        <p:tgtEl>
                                          <p:spTgt spid="10667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6678"/>
                                        </p:tgtEl>
                                        <p:attrNameLst>
                                          <p:attrName>style.visibility</p:attrName>
                                        </p:attrNameLst>
                                      </p:cBhvr>
                                      <p:to>
                                        <p:strVal val="visible"/>
                                      </p:to>
                                    </p:set>
                                    <p:anim calcmode="lin" valueType="num">
                                      <p:cBhvr additive="base">
                                        <p:cTn id="30" dur="500" fill="hold"/>
                                        <p:tgtEl>
                                          <p:spTgt spid="106678"/>
                                        </p:tgtEl>
                                        <p:attrNameLst>
                                          <p:attrName>ppt_x</p:attrName>
                                        </p:attrNameLst>
                                      </p:cBhvr>
                                      <p:tavLst>
                                        <p:tav tm="0">
                                          <p:val>
                                            <p:strVal val="#ppt_x"/>
                                          </p:val>
                                        </p:tav>
                                        <p:tav tm="100000">
                                          <p:val>
                                            <p:strVal val="#ppt_x"/>
                                          </p:val>
                                        </p:tav>
                                      </p:tavLst>
                                    </p:anim>
                                    <p:anim calcmode="lin" valueType="num">
                                      <p:cBhvr additive="base">
                                        <p:cTn id="31" dur="500" fill="hold"/>
                                        <p:tgtEl>
                                          <p:spTgt spid="10667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23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5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44624"/>
            <a:ext cx="8229600" cy="1143000"/>
          </a:xfrm>
        </p:spPr>
        <p:txBody>
          <a:bodyPr>
            <a:normAutofit/>
          </a:bodyPr>
          <a:lstStyle/>
          <a:p>
            <a:pPr eaLnBrk="1" hangingPunct="1"/>
            <a:r>
              <a:rPr lang="en-US" altLang="zh-CN" sz="3600" b="1" dirty="0"/>
              <a:t>Z</a:t>
            </a:r>
            <a:r>
              <a:rPr lang="zh-CN" altLang="en-US" sz="3600" b="1" dirty="0"/>
              <a:t>参量和</a:t>
            </a:r>
            <a:r>
              <a:rPr lang="en-US" altLang="zh-CN" sz="3600" b="1" dirty="0"/>
              <a:t>Y</a:t>
            </a:r>
            <a:r>
              <a:rPr lang="zh-CN" altLang="en-US" sz="3600" b="1" dirty="0"/>
              <a:t>参量之间的关系</a:t>
            </a:r>
          </a:p>
        </p:txBody>
      </p:sp>
      <p:sp>
        <p:nvSpPr>
          <p:cNvPr id="35844" name="Text Box 6"/>
          <p:cNvSpPr txBox="1">
            <a:spLocks noChangeArrowheads="1"/>
          </p:cNvSpPr>
          <p:nvPr/>
        </p:nvSpPr>
        <p:spPr bwMode="auto">
          <a:xfrm>
            <a:off x="2483768" y="1814863"/>
            <a:ext cx="2041525" cy="461665"/>
          </a:xfrm>
          <a:prstGeom prst="rect">
            <a:avLst/>
          </a:prstGeom>
          <a:noFill/>
          <a:ln w="76200" cmpd="tri">
            <a:solidFill>
              <a:srgbClr val="FF99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en-US" altLang="zh-CN" sz="2400" b="1" i="1" dirty="0">
                <a:solidFill>
                  <a:srgbClr val="000000"/>
                </a:solidFill>
                <a:latin typeface="+mn-ea"/>
                <a:ea typeface="+mn-ea"/>
                <a:cs typeface="Helvetica" panose="020B0604020202020204" pitchFamily="34" charset="0"/>
              </a:rPr>
              <a:t>Y</a:t>
            </a:r>
            <a:r>
              <a:rPr kumimoji="1" lang="en-US" altLang="zh-CN" sz="2400" b="1" i="1" dirty="0">
                <a:solidFill>
                  <a:srgbClr val="FF0000"/>
                </a:solidFill>
                <a:latin typeface="+mn-ea"/>
                <a:ea typeface="+mn-ea"/>
                <a:cs typeface="Helvetica" panose="020B0604020202020204" pitchFamily="34" charset="0"/>
              </a:rPr>
              <a:t> </a:t>
            </a:r>
            <a:r>
              <a:rPr kumimoji="1" lang="zh-CN" altLang="en-US" sz="2400" b="1" i="1" dirty="0">
                <a:solidFill>
                  <a:srgbClr val="FF0000"/>
                </a:solidFill>
                <a:latin typeface="+mn-ea"/>
                <a:ea typeface="+mn-ea"/>
                <a:cs typeface="Helvetica" panose="020B0604020202020204" pitchFamily="34" charset="0"/>
              </a:rPr>
              <a:t>参量</a:t>
            </a:r>
          </a:p>
        </p:txBody>
      </p:sp>
      <p:sp>
        <p:nvSpPr>
          <p:cNvPr id="35845" name="Text Box 7"/>
          <p:cNvSpPr txBox="1">
            <a:spLocks noChangeArrowheads="1"/>
          </p:cNvSpPr>
          <p:nvPr/>
        </p:nvSpPr>
        <p:spPr bwMode="auto">
          <a:xfrm>
            <a:off x="5422230" y="1814863"/>
            <a:ext cx="1944688" cy="461665"/>
          </a:xfrm>
          <a:prstGeom prst="rect">
            <a:avLst/>
          </a:prstGeom>
          <a:noFill/>
          <a:ln w="76200" cmpd="tri">
            <a:solidFill>
              <a:srgbClr val="FF99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en-US" altLang="zh-CN" sz="2400" b="1" i="1" dirty="0">
                <a:solidFill>
                  <a:srgbClr val="000000"/>
                </a:solidFill>
                <a:latin typeface="+mn-ea"/>
                <a:ea typeface="+mn-ea"/>
                <a:cs typeface="Helvetica" panose="020B0604020202020204" pitchFamily="34" charset="0"/>
              </a:rPr>
              <a:t>Z</a:t>
            </a:r>
            <a:r>
              <a:rPr kumimoji="1" lang="en-US" altLang="zh-CN" sz="2400" b="1" i="1" dirty="0">
                <a:solidFill>
                  <a:srgbClr val="FF0000"/>
                </a:solidFill>
                <a:latin typeface="+mn-ea"/>
                <a:ea typeface="+mn-ea"/>
                <a:cs typeface="Helvetica" panose="020B0604020202020204" pitchFamily="34" charset="0"/>
              </a:rPr>
              <a:t> </a:t>
            </a:r>
            <a:r>
              <a:rPr kumimoji="1" lang="zh-CN" altLang="en-US" sz="2400" b="1" i="1" dirty="0">
                <a:solidFill>
                  <a:srgbClr val="FF0000"/>
                </a:solidFill>
                <a:latin typeface="+mn-ea"/>
                <a:ea typeface="+mn-ea"/>
                <a:cs typeface="Helvetica" panose="020B0604020202020204" pitchFamily="34" charset="0"/>
              </a:rPr>
              <a:t>参量</a:t>
            </a:r>
          </a:p>
        </p:txBody>
      </p:sp>
      <p:sp>
        <p:nvSpPr>
          <p:cNvPr id="35846" name="AutoShape 8"/>
          <p:cNvSpPr>
            <a:spLocks noChangeArrowheads="1"/>
          </p:cNvSpPr>
          <p:nvPr/>
        </p:nvSpPr>
        <p:spPr bwMode="auto">
          <a:xfrm>
            <a:off x="4741193" y="2001767"/>
            <a:ext cx="504825" cy="96837"/>
          </a:xfrm>
          <a:prstGeom prst="rightArrow">
            <a:avLst>
              <a:gd name="adj1" fmla="val 50000"/>
              <a:gd name="adj2" fmla="val 130329"/>
            </a:avLst>
          </a:prstGeom>
          <a:solidFill>
            <a:schemeClr val="accent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mn-ea"/>
              <a:ea typeface="+mn-ea"/>
            </a:endParaRPr>
          </a:p>
        </p:txBody>
      </p:sp>
      <p:sp>
        <p:nvSpPr>
          <p:cNvPr id="35851" name="Text Box 13"/>
          <p:cNvSpPr txBox="1">
            <a:spLocks noChangeArrowheads="1"/>
          </p:cNvSpPr>
          <p:nvPr/>
        </p:nvSpPr>
        <p:spPr bwMode="auto">
          <a:xfrm>
            <a:off x="611188" y="1037704"/>
            <a:ext cx="4167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latin typeface="+mn-ea"/>
                <a:ea typeface="+mn-ea"/>
              </a:rPr>
              <a:t>阻抗矩阵与导纳矩阵互为逆阵</a:t>
            </a:r>
          </a:p>
        </p:txBody>
      </p:sp>
      <p:graphicFrame>
        <p:nvGraphicFramePr>
          <p:cNvPr id="35852" name="Object 14"/>
          <p:cNvGraphicFramePr>
            <a:graphicFrameLocks noChangeAspect="1"/>
          </p:cNvGraphicFramePr>
          <p:nvPr/>
        </p:nvGraphicFramePr>
        <p:xfrm>
          <a:off x="5496347" y="980728"/>
          <a:ext cx="1415290" cy="576262"/>
        </p:xfrm>
        <a:graphic>
          <a:graphicData uri="http://schemas.openxmlformats.org/presentationml/2006/ole">
            <mc:AlternateContent xmlns:mc="http://schemas.openxmlformats.org/markup-compatibility/2006">
              <mc:Choice xmlns:v="urn:schemas-microsoft-com:vml" Requires="v">
                <p:oleObj spid="_x0000_s37375" name="Equation" r:id="rId3" imgW="685800" imgH="279400" progId="Equation.DSMT4">
                  <p:embed/>
                </p:oleObj>
              </mc:Choice>
              <mc:Fallback>
                <p:oleObj name="Equation" r:id="rId3" imgW="685800" imgH="279400" progId="Equation.DSMT4">
                  <p:embed/>
                  <p:pic>
                    <p:nvPicPr>
                      <p:cNvPr id="0" name="图片 373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6347" y="980728"/>
                        <a:ext cx="1415290" cy="576262"/>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p:cNvSpPr txBox="1"/>
              <p:nvPr/>
            </p:nvSpPr>
            <p:spPr>
              <a:xfrm>
                <a:off x="773544" y="2591857"/>
                <a:ext cx="4779705" cy="5954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𝑍</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𝑌</m:t>
                          </m:r>
                        </m:e>
                        <m:sup>
                          <m:r>
                            <a:rPr lang="en-US" altLang="zh-CN" sz="2000" b="0" i="1" smtClean="0">
                              <a:latin typeface="Cambria Math" panose="02040503050406030204" pitchFamily="18" charset="0"/>
                            </a:rPr>
                            <m:t>−1</m:t>
                          </m:r>
                        </m:sup>
                      </m:s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𝑌</m:t>
                          </m:r>
                        </m:den>
                      </m:f>
                      <m:d>
                        <m:dPr>
                          <m:begChr m:val="["/>
                          <m:endChr m:val="]"/>
                          <m:ctrlPr>
                            <a:rPr lang="en-US" altLang="zh-CN" sz="2000" b="0" i="1" smtClean="0">
                              <a:latin typeface="Cambria Math" panose="02040503050406030204" pitchFamily="18" charset="0"/>
                            </a:rPr>
                          </m:ctrlPr>
                        </m:dPr>
                        <m:e>
                          <m:m>
                            <m:mPr>
                              <m:mcs>
                                <m:mc>
                                  <m:mcPr>
                                    <m:count m:val="2"/>
                                    <m:mcJc m:val="center"/>
                                  </m:mcPr>
                                </m:mc>
                              </m:mcs>
                              <m:ctrlPr>
                                <a:rPr lang="en-US" altLang="zh-CN" sz="2000" b="0" i="1" smtClean="0">
                                  <a:latin typeface="Cambria Math" panose="02040503050406030204" pitchFamily="18" charset="0"/>
                                </a:rPr>
                              </m:ctrlPr>
                            </m:mPr>
                            <m:m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22</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12</m:t>
                                    </m:r>
                                  </m:sub>
                                </m:sSub>
                              </m:e>
                            </m:mr>
                            <m:m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21</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11</m:t>
                                    </m:r>
                                  </m:sub>
                                </m:sSub>
                              </m:e>
                            </m:mr>
                          </m:m>
                        </m:e>
                      </m:d>
                      <m:r>
                        <a:rPr lang="en-US" altLang="zh-CN" sz="2000" b="0" i="1" smtClean="0">
                          <a:latin typeface="Cambria Math" panose="02040503050406030204" pitchFamily="18" charset="0"/>
                        </a:rPr>
                        <m:t>=[</m:t>
                      </m:r>
                      <m:m>
                        <m:mPr>
                          <m:mcs>
                            <m:mc>
                              <m:mcPr>
                                <m:count m:val="2"/>
                                <m:mcJc m:val="center"/>
                              </m:mcPr>
                            </m:mc>
                          </m:mcs>
                          <m:ctrlPr>
                            <a:rPr lang="en-US" altLang="zh-CN" sz="2000" b="0" i="1" smtClean="0">
                              <a:latin typeface="Cambria Math" panose="02040503050406030204" pitchFamily="18" charset="0"/>
                            </a:rPr>
                          </m:ctrlPr>
                        </m:mPr>
                        <m:m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𝑍</m:t>
                                </m:r>
                              </m:e>
                              <m:sub>
                                <m:r>
                                  <a:rPr lang="en-US" altLang="zh-CN" sz="2000" b="0" i="1" smtClean="0">
                                    <a:latin typeface="Cambria Math" panose="02040503050406030204" pitchFamily="18" charset="0"/>
                                  </a:rPr>
                                  <m:t>11</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𝑍</m:t>
                                </m:r>
                              </m:e>
                              <m:sub>
                                <m:r>
                                  <a:rPr lang="en-US" altLang="zh-CN" sz="2000" b="0" i="1" smtClean="0">
                                    <a:latin typeface="Cambria Math" panose="02040503050406030204" pitchFamily="18" charset="0"/>
                                  </a:rPr>
                                  <m:t>12</m:t>
                                </m:r>
                              </m:sub>
                            </m:sSub>
                          </m:e>
                        </m:mr>
                        <m:m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𝑍</m:t>
                                </m:r>
                              </m:e>
                              <m:sub>
                                <m:r>
                                  <a:rPr lang="en-US" altLang="zh-CN" sz="2000" b="0" i="1" smtClean="0">
                                    <a:latin typeface="Cambria Math" panose="02040503050406030204" pitchFamily="18" charset="0"/>
                                  </a:rPr>
                                  <m:t>21</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𝑍</m:t>
                                </m:r>
                              </m:e>
                              <m:sub>
                                <m:r>
                                  <a:rPr lang="en-US" altLang="zh-CN" sz="2000" b="0" i="1" smtClean="0">
                                    <a:latin typeface="Cambria Math" panose="02040503050406030204" pitchFamily="18" charset="0"/>
                                  </a:rPr>
                                  <m:t>22</m:t>
                                </m:r>
                              </m:sub>
                            </m:sSub>
                          </m:e>
                        </m:mr>
                      </m:m>
                      <m:r>
                        <a:rPr lang="en-US" altLang="zh-CN" sz="2000" b="0" i="1" smtClean="0">
                          <a:latin typeface="Cambria Math" panose="02040503050406030204" pitchFamily="18" charset="0"/>
                        </a:rPr>
                        <m:t>]</m:t>
                      </m:r>
                    </m:oMath>
                  </m:oMathPara>
                </a14:m>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773544" y="2591857"/>
                <a:ext cx="4779705" cy="595484"/>
              </a:xfrm>
              <a:prstGeom prst="rect">
                <a:avLst/>
              </a:prstGeom>
              <a:blipFill rotWithShape="1">
                <a:blip r:embed="rId5"/>
                <a:stretch>
                  <a:fillRect l="-2" t="-71" r="4"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6425091" y="2798492"/>
                <a:ext cx="226170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ea typeface="Cambria Math" panose="02040503050406030204" pitchFamily="18" charset="0"/>
                            </a:rPr>
                            <m:t>∆</m:t>
                          </m:r>
                        </m:e>
                        <m:sub>
                          <m:r>
                            <a:rPr lang="en-US" altLang="zh-CN" sz="2000" b="0" i="1" smtClean="0">
                              <a:latin typeface="Cambria Math" panose="02040503050406030204" pitchFamily="18" charset="0"/>
                            </a:rPr>
                            <m:t>𝑌</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12</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𝑌</m:t>
                          </m:r>
                        </m:e>
                        <m:sub>
                          <m:r>
                            <a:rPr lang="en-US" altLang="zh-CN" sz="2000" b="0" i="1" smtClean="0">
                              <a:latin typeface="Cambria Math" panose="02040503050406030204" pitchFamily="18" charset="0"/>
                            </a:rPr>
                            <m:t>21</m:t>
                          </m:r>
                        </m:sub>
                      </m:sSub>
                    </m:oMath>
                  </m:oMathPara>
                </a14:m>
                <a:endParaRPr lang="zh-CN" altLang="en-US"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6425091" y="2798492"/>
                <a:ext cx="2261709" cy="307777"/>
              </a:xfrm>
              <a:prstGeom prst="rect">
                <a:avLst/>
              </a:prstGeom>
              <a:blipFill rotWithShape="1">
                <a:blip r:embed="rId6"/>
                <a:stretch>
                  <a:fillRect l="-7" t="-15" r="-9377" b="157"/>
                </a:stretch>
              </a:blipFill>
            </p:spPr>
            <p:txBody>
              <a:bodyPr/>
              <a:lstStyle/>
              <a:p>
                <a:r>
                  <a:rPr lang="zh-CN" altLang="en-US">
                    <a:noFill/>
                  </a:rPr>
                  <a:t> </a:t>
                </a:r>
              </a:p>
            </p:txBody>
          </p:sp>
        </mc:Fallback>
      </mc:AlternateContent>
      <p:graphicFrame>
        <p:nvGraphicFramePr>
          <p:cNvPr id="15" name="Object 8"/>
          <p:cNvGraphicFramePr>
            <a:graphicFrameLocks noChangeAspect="1"/>
          </p:cNvGraphicFramePr>
          <p:nvPr/>
        </p:nvGraphicFramePr>
        <p:xfrm>
          <a:off x="1511399" y="3364855"/>
          <a:ext cx="1179513" cy="757238"/>
        </p:xfrm>
        <a:graphic>
          <a:graphicData uri="http://schemas.openxmlformats.org/presentationml/2006/ole">
            <mc:AlternateContent xmlns:mc="http://schemas.openxmlformats.org/markup-compatibility/2006">
              <mc:Choice xmlns:v="urn:schemas-microsoft-com:vml" Requires="v">
                <p:oleObj spid="_x0000_s37376" name="Equation" r:id="rId7" imgW="635000" imgH="406400" progId="Equation.DSMT4">
                  <p:embed/>
                </p:oleObj>
              </mc:Choice>
              <mc:Fallback>
                <p:oleObj name="Equation" r:id="rId7" imgW="635000" imgH="406400" progId="Equation.DSMT4">
                  <p:embed/>
                  <p:pic>
                    <p:nvPicPr>
                      <p:cNvPr id="0" name="图片 373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1399" y="3364855"/>
                        <a:ext cx="1179513"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9"/>
          <p:cNvGraphicFramePr>
            <a:graphicFrameLocks noChangeAspect="1"/>
          </p:cNvGraphicFramePr>
          <p:nvPr/>
        </p:nvGraphicFramePr>
        <p:xfrm>
          <a:off x="3025874" y="3364855"/>
          <a:ext cx="1393825" cy="757238"/>
        </p:xfrm>
        <a:graphic>
          <a:graphicData uri="http://schemas.openxmlformats.org/presentationml/2006/ole">
            <mc:AlternateContent xmlns:mc="http://schemas.openxmlformats.org/markup-compatibility/2006">
              <mc:Choice xmlns:v="urn:schemas-microsoft-com:vml" Requires="v">
                <p:oleObj spid="_x0000_s37377" name="Equation" r:id="rId9" imgW="748665" imgH="406400" progId="Equation.DSMT4">
                  <p:embed/>
                </p:oleObj>
              </mc:Choice>
              <mc:Fallback>
                <p:oleObj name="Equation" r:id="rId9" imgW="748665" imgH="406400" progId="Equation.DSMT4">
                  <p:embed/>
                  <p:pic>
                    <p:nvPicPr>
                      <p:cNvPr id="0" name="图片 373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5874" y="3364855"/>
                        <a:ext cx="1393825"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0"/>
          <p:cNvGraphicFramePr>
            <a:graphicFrameLocks noChangeAspect="1"/>
          </p:cNvGraphicFramePr>
          <p:nvPr/>
        </p:nvGraphicFramePr>
        <p:xfrm>
          <a:off x="6588224" y="3364855"/>
          <a:ext cx="1108075" cy="757238"/>
        </p:xfrm>
        <a:graphic>
          <a:graphicData uri="http://schemas.openxmlformats.org/presentationml/2006/ole">
            <mc:AlternateContent xmlns:mc="http://schemas.openxmlformats.org/markup-compatibility/2006">
              <mc:Choice xmlns:v="urn:schemas-microsoft-com:vml" Requires="v">
                <p:oleObj spid="_x0000_s37378" name="Equation" r:id="rId11" imgW="596900" imgH="406400" progId="Equation.DSMT4">
                  <p:embed/>
                </p:oleObj>
              </mc:Choice>
              <mc:Fallback>
                <p:oleObj name="Equation" r:id="rId11" imgW="596900" imgH="406400" progId="Equation.DSMT4">
                  <p:embed/>
                  <p:pic>
                    <p:nvPicPr>
                      <p:cNvPr id="0" name="图片 373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88224" y="3364855"/>
                        <a:ext cx="1108075"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1"/>
          <p:cNvGraphicFramePr>
            <a:graphicFrameLocks noChangeAspect="1"/>
          </p:cNvGraphicFramePr>
          <p:nvPr/>
        </p:nvGraphicFramePr>
        <p:xfrm>
          <a:off x="4751487" y="3364855"/>
          <a:ext cx="1390650" cy="757238"/>
        </p:xfrm>
        <a:graphic>
          <a:graphicData uri="http://schemas.openxmlformats.org/presentationml/2006/ole">
            <mc:AlternateContent xmlns:mc="http://schemas.openxmlformats.org/markup-compatibility/2006">
              <mc:Choice xmlns:v="urn:schemas-microsoft-com:vml" Requires="v">
                <p:oleObj spid="_x0000_s37379" name="Equation" r:id="rId13" imgW="748665" imgH="406400" progId="Equation.DSMT4">
                  <p:embed/>
                </p:oleObj>
              </mc:Choice>
              <mc:Fallback>
                <p:oleObj name="Equation" r:id="rId13" imgW="748665" imgH="406400" progId="Equation.DSMT4">
                  <p:embed/>
                  <p:pic>
                    <p:nvPicPr>
                      <p:cNvPr id="0" name="图片 3736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1487" y="3364855"/>
                        <a:ext cx="139065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8"/>
          <p:cNvGraphicFramePr>
            <a:graphicFrameLocks noChangeAspect="1"/>
          </p:cNvGraphicFramePr>
          <p:nvPr/>
        </p:nvGraphicFramePr>
        <p:xfrm>
          <a:off x="1500286" y="5072982"/>
          <a:ext cx="1179513" cy="757237"/>
        </p:xfrm>
        <a:graphic>
          <a:graphicData uri="http://schemas.openxmlformats.org/presentationml/2006/ole">
            <mc:AlternateContent xmlns:mc="http://schemas.openxmlformats.org/markup-compatibility/2006">
              <mc:Choice xmlns:v="urn:schemas-microsoft-com:vml" Requires="v">
                <p:oleObj spid="_x0000_s37380" name="Equation" r:id="rId15" imgW="635000" imgH="406400" progId="Equation.DSMT4">
                  <p:embed/>
                </p:oleObj>
              </mc:Choice>
              <mc:Fallback>
                <p:oleObj name="Equation" r:id="rId15" imgW="635000" imgH="406400" progId="Equation.DSMT4">
                  <p:embed/>
                  <p:pic>
                    <p:nvPicPr>
                      <p:cNvPr id="0" name="图片 3736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0286" y="5072982"/>
                        <a:ext cx="1179513"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9"/>
          <p:cNvGraphicFramePr>
            <a:graphicFrameLocks noChangeAspect="1"/>
          </p:cNvGraphicFramePr>
          <p:nvPr/>
        </p:nvGraphicFramePr>
        <p:xfrm>
          <a:off x="3025874" y="5072982"/>
          <a:ext cx="1370012" cy="757237"/>
        </p:xfrm>
        <a:graphic>
          <a:graphicData uri="http://schemas.openxmlformats.org/presentationml/2006/ole">
            <mc:AlternateContent xmlns:mc="http://schemas.openxmlformats.org/markup-compatibility/2006">
              <mc:Choice xmlns:v="urn:schemas-microsoft-com:vml" Requires="v">
                <p:oleObj spid="_x0000_s37381" name="Equation" r:id="rId17" imgW="735965" imgH="406400" progId="Equation.DSMT4">
                  <p:embed/>
                </p:oleObj>
              </mc:Choice>
              <mc:Fallback>
                <p:oleObj name="Equation" r:id="rId17" imgW="735965" imgH="406400" progId="Equation.DSMT4">
                  <p:embed/>
                  <p:pic>
                    <p:nvPicPr>
                      <p:cNvPr id="0" name="图片 373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25874" y="5072982"/>
                        <a:ext cx="1370012"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0"/>
          <p:cNvGraphicFramePr>
            <a:graphicFrameLocks noChangeAspect="1"/>
          </p:cNvGraphicFramePr>
          <p:nvPr/>
        </p:nvGraphicFramePr>
        <p:xfrm>
          <a:off x="6588224" y="5072982"/>
          <a:ext cx="1084262" cy="757237"/>
        </p:xfrm>
        <a:graphic>
          <a:graphicData uri="http://schemas.openxmlformats.org/presentationml/2006/ole">
            <mc:AlternateContent xmlns:mc="http://schemas.openxmlformats.org/markup-compatibility/2006">
              <mc:Choice xmlns:v="urn:schemas-microsoft-com:vml" Requires="v">
                <p:oleObj spid="_x0000_s37382" name="Equation" r:id="rId19" imgW="584200" imgH="406400" progId="Equation.DSMT4">
                  <p:embed/>
                </p:oleObj>
              </mc:Choice>
              <mc:Fallback>
                <p:oleObj name="Equation" r:id="rId19" imgW="584200" imgH="406400" progId="Equation.DSMT4">
                  <p:embed/>
                  <p:pic>
                    <p:nvPicPr>
                      <p:cNvPr id="0" name="图片 3736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88224" y="5072982"/>
                        <a:ext cx="1084262"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1"/>
          <p:cNvGraphicFramePr>
            <a:graphicFrameLocks noChangeAspect="1"/>
          </p:cNvGraphicFramePr>
          <p:nvPr/>
        </p:nvGraphicFramePr>
        <p:xfrm>
          <a:off x="4751486" y="5072982"/>
          <a:ext cx="1368425" cy="757237"/>
        </p:xfrm>
        <a:graphic>
          <a:graphicData uri="http://schemas.openxmlformats.org/presentationml/2006/ole">
            <mc:AlternateContent xmlns:mc="http://schemas.openxmlformats.org/markup-compatibility/2006">
              <mc:Choice xmlns:v="urn:schemas-microsoft-com:vml" Requires="v">
                <p:oleObj spid="_x0000_s37383" name="Equation" r:id="rId21" imgW="735965" imgH="406400" progId="Equation.DSMT4">
                  <p:embed/>
                </p:oleObj>
              </mc:Choice>
              <mc:Fallback>
                <p:oleObj name="Equation" r:id="rId21" imgW="735965" imgH="406400" progId="Equation.DSMT4">
                  <p:embed/>
                  <p:pic>
                    <p:nvPicPr>
                      <p:cNvPr id="0" name="图片 3737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51486" y="5072982"/>
                        <a:ext cx="1368425"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Text Box 6"/>
          <p:cNvSpPr txBox="1">
            <a:spLocks noChangeArrowheads="1"/>
          </p:cNvSpPr>
          <p:nvPr/>
        </p:nvSpPr>
        <p:spPr bwMode="auto">
          <a:xfrm>
            <a:off x="2483768" y="4372249"/>
            <a:ext cx="2041525" cy="461665"/>
          </a:xfrm>
          <a:prstGeom prst="rect">
            <a:avLst/>
          </a:prstGeom>
          <a:noFill/>
          <a:ln w="76200" cmpd="tri">
            <a:solidFill>
              <a:srgbClr val="FF99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en-US" altLang="zh-CN" sz="2400" b="1" i="1" dirty="0">
                <a:solidFill>
                  <a:srgbClr val="000000"/>
                </a:solidFill>
                <a:latin typeface="+mn-ea"/>
                <a:ea typeface="+mn-ea"/>
                <a:cs typeface="Helvetica" panose="020B0604020202020204" pitchFamily="34" charset="0"/>
              </a:rPr>
              <a:t>Z</a:t>
            </a:r>
            <a:r>
              <a:rPr kumimoji="1" lang="en-US" altLang="zh-CN" sz="2400" b="1" i="1" dirty="0">
                <a:solidFill>
                  <a:srgbClr val="FF0000"/>
                </a:solidFill>
                <a:latin typeface="+mn-ea"/>
                <a:ea typeface="+mn-ea"/>
                <a:cs typeface="Helvetica" panose="020B0604020202020204" pitchFamily="34" charset="0"/>
              </a:rPr>
              <a:t> </a:t>
            </a:r>
            <a:r>
              <a:rPr kumimoji="1" lang="zh-CN" altLang="en-US" sz="2400" b="1" i="1" dirty="0">
                <a:solidFill>
                  <a:srgbClr val="FF0000"/>
                </a:solidFill>
                <a:latin typeface="+mn-ea"/>
                <a:ea typeface="+mn-ea"/>
                <a:cs typeface="Helvetica" panose="020B0604020202020204" pitchFamily="34" charset="0"/>
              </a:rPr>
              <a:t>参量</a:t>
            </a:r>
          </a:p>
        </p:txBody>
      </p:sp>
      <p:sp>
        <p:nvSpPr>
          <p:cNvPr id="24" name="Text Box 7"/>
          <p:cNvSpPr txBox="1">
            <a:spLocks noChangeArrowheads="1"/>
          </p:cNvSpPr>
          <p:nvPr/>
        </p:nvSpPr>
        <p:spPr bwMode="auto">
          <a:xfrm>
            <a:off x="5422230" y="4372249"/>
            <a:ext cx="1944688" cy="461665"/>
          </a:xfrm>
          <a:prstGeom prst="rect">
            <a:avLst/>
          </a:prstGeom>
          <a:noFill/>
          <a:ln w="76200" cmpd="tri">
            <a:solidFill>
              <a:srgbClr val="FF99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Tx/>
              <a:buNone/>
            </a:pPr>
            <a:r>
              <a:rPr kumimoji="1" lang="en-US" altLang="zh-CN" sz="2400" b="1" i="1" dirty="0">
                <a:solidFill>
                  <a:srgbClr val="000000"/>
                </a:solidFill>
                <a:latin typeface="+mn-ea"/>
                <a:ea typeface="+mn-ea"/>
                <a:cs typeface="Helvetica" panose="020B0604020202020204" pitchFamily="34" charset="0"/>
              </a:rPr>
              <a:t>Y</a:t>
            </a:r>
            <a:r>
              <a:rPr kumimoji="1" lang="en-US" altLang="zh-CN" sz="2400" b="1" i="1" dirty="0">
                <a:solidFill>
                  <a:srgbClr val="FF0000"/>
                </a:solidFill>
                <a:latin typeface="+mn-ea"/>
                <a:ea typeface="+mn-ea"/>
                <a:cs typeface="Helvetica" panose="020B0604020202020204" pitchFamily="34" charset="0"/>
              </a:rPr>
              <a:t> </a:t>
            </a:r>
            <a:r>
              <a:rPr kumimoji="1" lang="zh-CN" altLang="en-US" sz="2400" b="1" i="1" dirty="0">
                <a:solidFill>
                  <a:srgbClr val="FF0000"/>
                </a:solidFill>
                <a:latin typeface="+mn-ea"/>
                <a:ea typeface="+mn-ea"/>
                <a:cs typeface="Helvetica" panose="020B0604020202020204" pitchFamily="34" charset="0"/>
              </a:rPr>
              <a:t>参量</a:t>
            </a:r>
          </a:p>
        </p:txBody>
      </p:sp>
      <p:sp>
        <p:nvSpPr>
          <p:cNvPr id="25" name="AutoShape 8"/>
          <p:cNvSpPr>
            <a:spLocks noChangeArrowheads="1"/>
          </p:cNvSpPr>
          <p:nvPr/>
        </p:nvSpPr>
        <p:spPr bwMode="auto">
          <a:xfrm>
            <a:off x="4741193" y="4559153"/>
            <a:ext cx="504825" cy="96837"/>
          </a:xfrm>
          <a:prstGeom prst="rightArrow">
            <a:avLst>
              <a:gd name="adj1" fmla="val 50000"/>
              <a:gd name="adj2" fmla="val 130329"/>
            </a:avLst>
          </a:prstGeom>
          <a:solidFill>
            <a:schemeClr val="accent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mn-ea"/>
              <a:ea typeface="+mn-ea"/>
            </a:endParaRPr>
          </a:p>
        </p:txBody>
      </p:sp>
      <p:sp>
        <p:nvSpPr>
          <p:cNvPr id="4" name="文本框 3"/>
          <p:cNvSpPr txBox="1"/>
          <p:nvPr/>
        </p:nvSpPr>
        <p:spPr>
          <a:xfrm>
            <a:off x="773544" y="4412668"/>
            <a:ext cx="1112805" cy="461665"/>
          </a:xfrm>
          <a:prstGeom prst="rect">
            <a:avLst/>
          </a:prstGeom>
          <a:noFill/>
        </p:spPr>
        <p:txBody>
          <a:bodyPr wrap="none" rtlCol="0">
            <a:spAutoFit/>
          </a:bodyPr>
          <a:lstStyle/>
          <a:p>
            <a:r>
              <a:rPr lang="zh-CN" altLang="en-US" sz="2400" b="1" dirty="0"/>
              <a:t>同理：</a:t>
            </a:r>
          </a:p>
        </p:txBody>
      </p:sp>
      <p:graphicFrame>
        <p:nvGraphicFramePr>
          <p:cNvPr id="27" name="Object 5"/>
          <p:cNvGraphicFramePr>
            <a:graphicFrameLocks noChangeAspect="1"/>
          </p:cNvGraphicFramePr>
          <p:nvPr/>
        </p:nvGraphicFramePr>
        <p:xfrm>
          <a:off x="3722786" y="6099894"/>
          <a:ext cx="2314575" cy="425450"/>
        </p:xfrm>
        <a:graphic>
          <a:graphicData uri="http://schemas.openxmlformats.org/presentationml/2006/ole">
            <mc:AlternateContent xmlns:mc="http://schemas.openxmlformats.org/markup-compatibility/2006">
              <mc:Choice xmlns:v="urn:schemas-microsoft-com:vml" Requires="v">
                <p:oleObj spid="_x0000_s37384" name="Equation" r:id="rId23" imgW="1244600" imgH="228600" progId="Equation.DSMT4">
                  <p:embed/>
                </p:oleObj>
              </mc:Choice>
              <mc:Fallback>
                <p:oleObj name="Equation" r:id="rId23" imgW="1244600" imgH="228600" progId="Equation.DSMT4">
                  <p:embed/>
                  <p:pic>
                    <p:nvPicPr>
                      <p:cNvPr id="0" name="图片 373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722786" y="6099894"/>
                        <a:ext cx="231457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34" name="Text Box 42"/>
          <p:cNvSpPr txBox="1">
            <a:spLocks noChangeArrowheads="1"/>
          </p:cNvSpPr>
          <p:nvPr/>
        </p:nvSpPr>
        <p:spPr bwMode="auto">
          <a:xfrm>
            <a:off x="0" y="620713"/>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chemeClr val="hlink"/>
                </a:solidFill>
                <a:latin typeface="宋体" panose="02010600030101010101" pitchFamily="2" charset="-122"/>
              </a:rPr>
              <a:t>二端口的</a:t>
            </a:r>
            <a:r>
              <a:rPr lang="en-US" altLang="zh-CN" sz="2000" b="1">
                <a:solidFill>
                  <a:schemeClr val="hlink"/>
                </a:solidFill>
                <a:latin typeface="宋体" panose="02010600030101010101" pitchFamily="2" charset="-122"/>
              </a:rPr>
              <a:t>Z</a:t>
            </a:r>
            <a:r>
              <a:rPr lang="zh-CN" altLang="en-US" sz="2000" b="1">
                <a:solidFill>
                  <a:schemeClr val="hlink"/>
                </a:solidFill>
                <a:latin typeface="宋体" panose="02010600030101010101" pitchFamily="2" charset="-122"/>
              </a:rPr>
              <a:t>参数测定</a:t>
            </a:r>
            <a:r>
              <a:rPr lang="en-US" altLang="zh-CN" sz="2000" b="1">
                <a:solidFill>
                  <a:schemeClr val="hlink"/>
                </a:solidFill>
                <a:latin typeface="宋体" panose="02010600030101010101" pitchFamily="2" charset="-122"/>
              </a:rPr>
              <a:t>:</a:t>
            </a:r>
          </a:p>
        </p:txBody>
      </p:sp>
      <p:grpSp>
        <p:nvGrpSpPr>
          <p:cNvPr id="110895" name="Group 303"/>
          <p:cNvGrpSpPr/>
          <p:nvPr/>
        </p:nvGrpSpPr>
        <p:grpSpPr bwMode="auto">
          <a:xfrm>
            <a:off x="550863" y="3986213"/>
            <a:ext cx="3206750" cy="865187"/>
            <a:chOff x="2407" y="948"/>
            <a:chExt cx="2020" cy="545"/>
          </a:xfrm>
        </p:grpSpPr>
        <p:graphicFrame>
          <p:nvGraphicFramePr>
            <p:cNvPr id="11277" name="Object 45"/>
            <p:cNvGraphicFramePr>
              <a:graphicFrameLocks noChangeAspect="1"/>
            </p:cNvGraphicFramePr>
            <p:nvPr/>
          </p:nvGraphicFramePr>
          <p:xfrm>
            <a:off x="2407" y="949"/>
            <a:ext cx="753" cy="501"/>
          </p:xfrm>
          <a:graphic>
            <a:graphicData uri="http://schemas.openxmlformats.org/presentationml/2006/ole">
              <mc:AlternateContent xmlns:mc="http://schemas.openxmlformats.org/markup-compatibility/2006">
                <mc:Choice xmlns:v="urn:schemas-microsoft-com:vml" Requires="v">
                  <p:oleObj spid="_x0000_s10924" name="Equation" r:id="rId3" imgW="18592800" imgH="12192000" progId="Equation.DSMT4">
                    <p:embed/>
                  </p:oleObj>
                </mc:Choice>
                <mc:Fallback>
                  <p:oleObj name="Equation" r:id="rId3" imgW="18592800" imgH="12192000" progId="Equation.DSMT4">
                    <p:embed/>
                    <p:pic>
                      <p:nvPicPr>
                        <p:cNvPr id="0" name="图片 10914"/>
                        <p:cNvPicPr>
                          <a:picLocks noChangeAspect="1" noChangeArrowheads="1"/>
                        </p:cNvPicPr>
                        <p:nvPr/>
                      </p:nvPicPr>
                      <p:blipFill>
                        <a:blip r:embed="rId4"/>
                        <a:srcRect/>
                        <a:stretch>
                          <a:fillRect/>
                        </a:stretch>
                      </p:blipFill>
                      <p:spPr bwMode="auto">
                        <a:xfrm>
                          <a:off x="2407" y="949"/>
                          <a:ext cx="753"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8" name="Object 46"/>
            <p:cNvGraphicFramePr>
              <a:graphicFrameLocks noChangeAspect="1"/>
            </p:cNvGraphicFramePr>
            <p:nvPr/>
          </p:nvGraphicFramePr>
          <p:xfrm>
            <a:off x="3542" y="948"/>
            <a:ext cx="885" cy="545"/>
          </p:xfrm>
          <a:graphic>
            <a:graphicData uri="http://schemas.openxmlformats.org/presentationml/2006/ole">
              <mc:AlternateContent xmlns:mc="http://schemas.openxmlformats.org/markup-compatibility/2006">
                <mc:Choice xmlns:v="urn:schemas-microsoft-com:vml" Requires="v">
                  <p:oleObj spid="_x0000_s10925" name="Equation" r:id="rId5" imgW="19202400" imgH="12192000" progId="Equation.DSMT4">
                    <p:embed/>
                  </p:oleObj>
                </mc:Choice>
                <mc:Fallback>
                  <p:oleObj name="Equation" r:id="rId5" imgW="19202400" imgH="12192000" progId="Equation.DSMT4">
                    <p:embed/>
                    <p:pic>
                      <p:nvPicPr>
                        <p:cNvPr id="0" name="图片 10915"/>
                        <p:cNvPicPr>
                          <a:picLocks noChangeAspect="1" noChangeArrowheads="1"/>
                        </p:cNvPicPr>
                        <p:nvPr/>
                      </p:nvPicPr>
                      <p:blipFill>
                        <a:blip r:embed="rId6"/>
                        <a:srcRect/>
                        <a:stretch>
                          <a:fillRect/>
                        </a:stretch>
                      </p:blipFill>
                      <p:spPr bwMode="auto">
                        <a:xfrm>
                          <a:off x="3542" y="948"/>
                          <a:ext cx="885"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0897" name="Group 305"/>
          <p:cNvGrpSpPr/>
          <p:nvPr/>
        </p:nvGrpSpPr>
        <p:grpSpPr bwMode="auto">
          <a:xfrm>
            <a:off x="5099050" y="3916365"/>
            <a:ext cx="3159125" cy="920751"/>
            <a:chOff x="2462" y="2485"/>
            <a:chExt cx="1990" cy="580"/>
          </a:xfrm>
        </p:grpSpPr>
        <p:graphicFrame>
          <p:nvGraphicFramePr>
            <p:cNvPr id="11275" name="Object 47"/>
            <p:cNvGraphicFramePr>
              <a:graphicFrameLocks noChangeAspect="1"/>
            </p:cNvGraphicFramePr>
            <p:nvPr/>
          </p:nvGraphicFramePr>
          <p:xfrm>
            <a:off x="2462" y="2533"/>
            <a:ext cx="787" cy="532"/>
          </p:xfrm>
          <a:graphic>
            <a:graphicData uri="http://schemas.openxmlformats.org/presentationml/2006/ole">
              <mc:AlternateContent xmlns:mc="http://schemas.openxmlformats.org/markup-compatibility/2006">
                <mc:Choice xmlns:v="urn:schemas-microsoft-com:vml" Requires="v">
                  <p:oleObj spid="_x0000_s10926" name="Equation" r:id="rId7" imgW="18288000" imgH="12192000" progId="Equation.DSMT4">
                    <p:embed/>
                  </p:oleObj>
                </mc:Choice>
                <mc:Fallback>
                  <p:oleObj name="Equation" r:id="rId7" imgW="18288000" imgH="12192000" progId="Equation.DSMT4">
                    <p:embed/>
                    <p:pic>
                      <p:nvPicPr>
                        <p:cNvPr id="0" name="图片 10916"/>
                        <p:cNvPicPr>
                          <a:picLocks noChangeAspect="1" noChangeArrowheads="1"/>
                        </p:cNvPicPr>
                        <p:nvPr/>
                      </p:nvPicPr>
                      <p:blipFill>
                        <a:blip r:embed="rId8"/>
                        <a:srcRect/>
                        <a:stretch>
                          <a:fillRect/>
                        </a:stretch>
                      </p:blipFill>
                      <p:spPr bwMode="auto">
                        <a:xfrm>
                          <a:off x="2462" y="2533"/>
                          <a:ext cx="787"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6" name="Object 48"/>
            <p:cNvGraphicFramePr>
              <a:graphicFrameLocks noChangeAspect="1"/>
            </p:cNvGraphicFramePr>
            <p:nvPr/>
          </p:nvGraphicFramePr>
          <p:xfrm>
            <a:off x="3612" y="2485"/>
            <a:ext cx="840" cy="526"/>
          </p:xfrm>
          <a:graphic>
            <a:graphicData uri="http://schemas.openxmlformats.org/presentationml/2006/ole">
              <mc:AlternateContent xmlns:mc="http://schemas.openxmlformats.org/markup-compatibility/2006">
                <mc:Choice xmlns:v="urn:schemas-microsoft-com:vml" Requires="v">
                  <p:oleObj spid="_x0000_s10927" name="Equation" r:id="rId9" imgW="18897600" imgH="12192000" progId="Equation.DSMT4">
                    <p:embed/>
                  </p:oleObj>
                </mc:Choice>
                <mc:Fallback>
                  <p:oleObj name="Equation" r:id="rId9" imgW="18897600" imgH="12192000" progId="Equation.DSMT4">
                    <p:embed/>
                    <p:pic>
                      <p:nvPicPr>
                        <p:cNvPr id="0" name="图片 10917"/>
                        <p:cNvPicPr>
                          <a:picLocks noChangeAspect="1" noChangeArrowheads="1"/>
                        </p:cNvPicPr>
                        <p:nvPr/>
                      </p:nvPicPr>
                      <p:blipFill>
                        <a:blip r:embed="rId10"/>
                        <a:srcRect/>
                        <a:stretch>
                          <a:fillRect/>
                        </a:stretch>
                      </p:blipFill>
                      <p:spPr bwMode="auto">
                        <a:xfrm>
                          <a:off x="3612" y="2485"/>
                          <a:ext cx="840"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269" name="Rectangle 3"/>
          <p:cNvSpPr>
            <a:spLocks noChangeArrowheads="1"/>
          </p:cNvSpPr>
          <p:nvPr/>
        </p:nvSpPr>
        <p:spPr bwMode="auto">
          <a:xfrm>
            <a:off x="0" y="2881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223239" name="Group 7"/>
          <p:cNvGrpSpPr/>
          <p:nvPr/>
        </p:nvGrpSpPr>
        <p:grpSpPr bwMode="auto">
          <a:xfrm>
            <a:off x="323875" y="549277"/>
            <a:ext cx="7056437" cy="5472113"/>
            <a:chOff x="431" y="346"/>
            <a:chExt cx="4445" cy="3447"/>
          </a:xfrm>
        </p:grpSpPr>
        <p:graphicFrame>
          <p:nvGraphicFramePr>
            <p:cNvPr id="11273" name="Object 2"/>
            <p:cNvGraphicFramePr>
              <a:graphicFrameLocks noChangeAspect="1"/>
            </p:cNvGraphicFramePr>
            <p:nvPr/>
          </p:nvGraphicFramePr>
          <p:xfrm>
            <a:off x="431" y="845"/>
            <a:ext cx="4445" cy="1321"/>
          </p:xfrm>
          <a:graphic>
            <a:graphicData uri="http://schemas.openxmlformats.org/presentationml/2006/ole">
              <mc:AlternateContent xmlns:mc="http://schemas.openxmlformats.org/markup-compatibility/2006">
                <mc:Choice xmlns:v="urn:schemas-microsoft-com:vml" Requires="v">
                  <p:oleObj spid="_x0000_s10928" name="Visio" r:id="rId11" imgW="4927600" imgH="1473200" progId="Visio.Drawing.11">
                    <p:embed/>
                  </p:oleObj>
                </mc:Choice>
                <mc:Fallback>
                  <p:oleObj name="Visio" r:id="rId11" imgW="4927600" imgH="1473200" progId="Visio.Drawing.11">
                    <p:embed/>
                    <p:pic>
                      <p:nvPicPr>
                        <p:cNvPr id="0" name="图片 10918"/>
                        <p:cNvPicPr>
                          <a:picLocks noChangeAspect="1" noChangeArrowheads="1"/>
                        </p:cNvPicPr>
                        <p:nvPr/>
                      </p:nvPicPr>
                      <p:blipFill>
                        <a:blip r:embed="rId12"/>
                        <a:srcRect/>
                        <a:stretch>
                          <a:fillRect/>
                        </a:stretch>
                      </p:blipFill>
                      <p:spPr bwMode="auto">
                        <a:xfrm>
                          <a:off x="431" y="845"/>
                          <a:ext cx="4445" cy="1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4" name="Line 6"/>
            <p:cNvSpPr>
              <a:spLocks noChangeShapeType="1"/>
            </p:cNvSpPr>
            <p:nvPr/>
          </p:nvSpPr>
          <p:spPr bwMode="auto">
            <a:xfrm>
              <a:off x="2608" y="346"/>
              <a:ext cx="0" cy="3447"/>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aphicFrame>
        <p:nvGraphicFramePr>
          <p:cNvPr id="13" name="对象 12"/>
          <p:cNvGraphicFramePr>
            <a:graphicFrameLocks noChangeAspect="1"/>
          </p:cNvGraphicFramePr>
          <p:nvPr/>
        </p:nvGraphicFramePr>
        <p:xfrm>
          <a:off x="6927787" y="372480"/>
          <a:ext cx="1676661" cy="404453"/>
        </p:xfrm>
        <a:graphic>
          <a:graphicData uri="http://schemas.openxmlformats.org/presentationml/2006/ole">
            <mc:AlternateContent xmlns:mc="http://schemas.openxmlformats.org/markup-compatibility/2006">
              <mc:Choice xmlns:v="urn:schemas-microsoft-com:vml" Requires="v">
                <p:oleObj spid="_x0000_s10929" name="Equation" r:id="rId13" imgW="1066800" imgH="241300" progId="Equation.DSMT4">
                  <p:embed/>
                </p:oleObj>
              </mc:Choice>
              <mc:Fallback>
                <p:oleObj name="Equation" r:id="rId13" imgW="1066800" imgH="241300" progId="Equation.DSMT4">
                  <p:embed/>
                  <p:pic>
                    <p:nvPicPr>
                      <p:cNvPr id="0" name="图片 109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27787" y="372480"/>
                        <a:ext cx="1676661" cy="404453"/>
                      </a:xfrm>
                      <a:prstGeom prst="rect">
                        <a:avLst/>
                      </a:prstGeom>
                      <a:solidFill>
                        <a:srgbClr val="FFFF00"/>
                      </a:solidFill>
                      <a:ln>
                        <a:noFill/>
                      </a:ln>
                    </p:spPr>
                  </p:pic>
                </p:oleObj>
              </mc:Fallback>
            </mc:AlternateContent>
          </a:graphicData>
        </a:graphic>
      </p:graphicFrame>
      <p:graphicFrame>
        <p:nvGraphicFramePr>
          <p:cNvPr id="14" name="对象 13"/>
          <p:cNvGraphicFramePr>
            <a:graphicFrameLocks noChangeAspect="1"/>
          </p:cNvGraphicFramePr>
          <p:nvPr/>
        </p:nvGraphicFramePr>
        <p:xfrm>
          <a:off x="6927787" y="950330"/>
          <a:ext cx="1676661" cy="390438"/>
        </p:xfrm>
        <a:graphic>
          <a:graphicData uri="http://schemas.openxmlformats.org/presentationml/2006/ole">
            <mc:AlternateContent xmlns:mc="http://schemas.openxmlformats.org/markup-compatibility/2006">
              <mc:Choice xmlns:v="urn:schemas-microsoft-com:vml" Requires="v">
                <p:oleObj spid="_x0000_s10930" name="Equation" r:id="rId15" imgW="1104900" imgH="241300" progId="Equation.DSMT4">
                  <p:embed/>
                </p:oleObj>
              </mc:Choice>
              <mc:Fallback>
                <p:oleObj name="Equation" r:id="rId15" imgW="1104900" imgH="241300" progId="Equation.DSMT4">
                  <p:embed/>
                  <p:pic>
                    <p:nvPicPr>
                      <p:cNvPr id="0" name="图片 109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27787" y="950330"/>
                        <a:ext cx="1676661" cy="390438"/>
                      </a:xfrm>
                      <a:prstGeom prst="rect">
                        <a:avLst/>
                      </a:prstGeom>
                      <a:solidFill>
                        <a:srgbClr val="66FFFF"/>
                      </a:solidFill>
                      <a:ln>
                        <a:noFill/>
                      </a:ln>
                    </p:spPr>
                  </p:pic>
                </p:oleObj>
              </mc:Fallback>
            </mc:AlternateContent>
          </a:graphicData>
        </a:graphic>
      </p:graphicFrame>
      <p:sp>
        <p:nvSpPr>
          <p:cNvPr id="2" name="文本框 1"/>
          <p:cNvSpPr txBox="1"/>
          <p:nvPr/>
        </p:nvSpPr>
        <p:spPr>
          <a:xfrm>
            <a:off x="157620" y="3577710"/>
            <a:ext cx="1569660" cy="369332"/>
          </a:xfrm>
          <a:prstGeom prst="rect">
            <a:avLst/>
          </a:prstGeom>
          <a:noFill/>
        </p:spPr>
        <p:txBody>
          <a:bodyPr wrap="none" rtlCol="0">
            <a:spAutoFit/>
          </a:bodyPr>
          <a:lstStyle/>
          <a:p>
            <a:r>
              <a:rPr lang="zh-CN" altLang="en-US" b="1" dirty="0"/>
              <a:t>开路输入阻抗</a:t>
            </a:r>
          </a:p>
        </p:txBody>
      </p:sp>
      <p:sp>
        <p:nvSpPr>
          <p:cNvPr id="16" name="文本框 15"/>
          <p:cNvSpPr txBox="1"/>
          <p:nvPr/>
        </p:nvSpPr>
        <p:spPr>
          <a:xfrm>
            <a:off x="6806595" y="3547033"/>
            <a:ext cx="1579278" cy="369332"/>
          </a:xfrm>
          <a:prstGeom prst="rect">
            <a:avLst/>
          </a:prstGeom>
          <a:noFill/>
        </p:spPr>
        <p:txBody>
          <a:bodyPr wrap="none" rtlCol="0">
            <a:spAutoFit/>
          </a:bodyPr>
          <a:lstStyle/>
          <a:p>
            <a:r>
              <a:rPr lang="zh-CN" altLang="en-US" b="1" dirty="0"/>
              <a:t>开路输出阻抗</a:t>
            </a:r>
          </a:p>
        </p:txBody>
      </p:sp>
      <p:sp>
        <p:nvSpPr>
          <p:cNvPr id="17" name="文本框 16"/>
          <p:cNvSpPr txBox="1"/>
          <p:nvPr/>
        </p:nvSpPr>
        <p:spPr>
          <a:xfrm>
            <a:off x="2134600" y="3547033"/>
            <a:ext cx="1579278" cy="369332"/>
          </a:xfrm>
          <a:prstGeom prst="rect">
            <a:avLst/>
          </a:prstGeom>
          <a:noFill/>
        </p:spPr>
        <p:txBody>
          <a:bodyPr wrap="none" rtlCol="0">
            <a:spAutoFit/>
          </a:bodyPr>
          <a:lstStyle/>
          <a:p>
            <a:r>
              <a:rPr lang="zh-CN" altLang="en-US" b="1" dirty="0"/>
              <a:t>开路转移阻抗</a:t>
            </a:r>
          </a:p>
        </p:txBody>
      </p:sp>
      <p:sp>
        <p:nvSpPr>
          <p:cNvPr id="21" name="文本框 20"/>
          <p:cNvSpPr txBox="1"/>
          <p:nvPr/>
        </p:nvSpPr>
        <p:spPr>
          <a:xfrm>
            <a:off x="4648906" y="3563724"/>
            <a:ext cx="1579278" cy="369332"/>
          </a:xfrm>
          <a:prstGeom prst="rect">
            <a:avLst/>
          </a:prstGeom>
          <a:noFill/>
        </p:spPr>
        <p:txBody>
          <a:bodyPr wrap="none" rtlCol="0">
            <a:spAutoFit/>
          </a:bodyPr>
          <a:lstStyle/>
          <a:p>
            <a:r>
              <a:rPr lang="zh-CN" altLang="en-US" b="1" dirty="0"/>
              <a:t>开路转移阻抗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634"/>
                                        </p:tgtEl>
                                        <p:attrNameLst>
                                          <p:attrName>style.visibility</p:attrName>
                                        </p:attrNameLst>
                                      </p:cBhvr>
                                      <p:to>
                                        <p:strVal val="visible"/>
                                      </p:to>
                                    </p:set>
                                    <p:anim calcmode="lin" valueType="num">
                                      <p:cBhvr additive="base">
                                        <p:cTn id="7" dur="500" fill="hold"/>
                                        <p:tgtEl>
                                          <p:spTgt spid="110634"/>
                                        </p:tgtEl>
                                        <p:attrNameLst>
                                          <p:attrName>ppt_x</p:attrName>
                                        </p:attrNameLst>
                                      </p:cBhvr>
                                      <p:tavLst>
                                        <p:tav tm="0">
                                          <p:val>
                                            <p:strVal val="0-#ppt_w/2"/>
                                          </p:val>
                                        </p:tav>
                                        <p:tav tm="100000">
                                          <p:val>
                                            <p:strVal val="#ppt_x"/>
                                          </p:val>
                                        </p:tav>
                                      </p:tavLst>
                                    </p:anim>
                                    <p:anim calcmode="lin" valueType="num">
                                      <p:cBhvr additive="base">
                                        <p:cTn id="8" dur="500" fill="hold"/>
                                        <p:tgtEl>
                                          <p:spTgt spid="110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3239"/>
                                        </p:tgtEl>
                                        <p:attrNameLst>
                                          <p:attrName>style.visibility</p:attrName>
                                        </p:attrNameLst>
                                      </p:cBhvr>
                                      <p:to>
                                        <p:strVal val="visible"/>
                                      </p:to>
                                    </p:set>
                                    <p:anim calcmode="lin" valueType="num">
                                      <p:cBhvr additive="base">
                                        <p:cTn id="13" dur="500" fill="hold"/>
                                        <p:tgtEl>
                                          <p:spTgt spid="223239"/>
                                        </p:tgtEl>
                                        <p:attrNameLst>
                                          <p:attrName>ppt_x</p:attrName>
                                        </p:attrNameLst>
                                      </p:cBhvr>
                                      <p:tavLst>
                                        <p:tav tm="0">
                                          <p:val>
                                            <p:strVal val="0-#ppt_w/2"/>
                                          </p:val>
                                        </p:tav>
                                        <p:tav tm="100000">
                                          <p:val>
                                            <p:strVal val="#ppt_x"/>
                                          </p:val>
                                        </p:tav>
                                      </p:tavLst>
                                    </p:anim>
                                    <p:anim calcmode="lin" valueType="num">
                                      <p:cBhvr additive="base">
                                        <p:cTn id="14" dur="500" fill="hold"/>
                                        <p:tgtEl>
                                          <p:spTgt spid="2232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0895"/>
                                        </p:tgtEl>
                                        <p:attrNameLst>
                                          <p:attrName>style.visibility</p:attrName>
                                        </p:attrNameLst>
                                      </p:cBhvr>
                                      <p:to>
                                        <p:strVal val="visible"/>
                                      </p:to>
                                    </p:set>
                                    <p:anim calcmode="lin" valueType="num">
                                      <p:cBhvr additive="base">
                                        <p:cTn id="19" dur="500" fill="hold"/>
                                        <p:tgtEl>
                                          <p:spTgt spid="110895"/>
                                        </p:tgtEl>
                                        <p:attrNameLst>
                                          <p:attrName>ppt_x</p:attrName>
                                        </p:attrNameLst>
                                      </p:cBhvr>
                                      <p:tavLst>
                                        <p:tav tm="0">
                                          <p:val>
                                            <p:strVal val="0-#ppt_w/2"/>
                                          </p:val>
                                        </p:tav>
                                        <p:tav tm="100000">
                                          <p:val>
                                            <p:strVal val="#ppt_x"/>
                                          </p:val>
                                        </p:tav>
                                      </p:tavLst>
                                    </p:anim>
                                    <p:anim calcmode="lin" valueType="num">
                                      <p:cBhvr additive="base">
                                        <p:cTn id="20" dur="500" fill="hold"/>
                                        <p:tgtEl>
                                          <p:spTgt spid="11089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10897"/>
                                        </p:tgtEl>
                                        <p:attrNameLst>
                                          <p:attrName>style.visibility</p:attrName>
                                        </p:attrNameLst>
                                      </p:cBhvr>
                                      <p:to>
                                        <p:strVal val="visible"/>
                                      </p:to>
                                    </p:set>
                                    <p:anim calcmode="lin" valueType="num">
                                      <p:cBhvr additive="base">
                                        <p:cTn id="25" dur="500" fill="hold"/>
                                        <p:tgtEl>
                                          <p:spTgt spid="110897"/>
                                        </p:tgtEl>
                                        <p:attrNameLst>
                                          <p:attrName>ppt_x</p:attrName>
                                        </p:attrNameLst>
                                      </p:cBhvr>
                                      <p:tavLst>
                                        <p:tav tm="0">
                                          <p:val>
                                            <p:strVal val="1+#ppt_w/2"/>
                                          </p:val>
                                        </p:tav>
                                        <p:tav tm="100000">
                                          <p:val>
                                            <p:strVal val="#ppt_x"/>
                                          </p:val>
                                        </p:tav>
                                      </p:tavLst>
                                    </p:anim>
                                    <p:anim calcmode="lin" valueType="num">
                                      <p:cBhvr additive="base">
                                        <p:cTn id="26" dur="500" fill="hold"/>
                                        <p:tgtEl>
                                          <p:spTgt spid="11089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34" grpId="0"/>
      <p:bldP spid="2" grpId="0"/>
      <p:bldP spid="16" grpId="0"/>
      <p:bldP spid="17"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841" name="Object 73"/>
          <p:cNvGraphicFramePr>
            <a:graphicFrameLocks noChangeAspect="1"/>
          </p:cNvGraphicFramePr>
          <p:nvPr/>
        </p:nvGraphicFramePr>
        <p:xfrm>
          <a:off x="3081338" y="1508125"/>
          <a:ext cx="2562225" cy="779463"/>
        </p:xfrm>
        <a:graphic>
          <a:graphicData uri="http://schemas.openxmlformats.org/presentationml/2006/ole">
            <mc:AlternateContent xmlns:mc="http://schemas.openxmlformats.org/markup-compatibility/2006">
              <mc:Choice xmlns:v="urn:schemas-microsoft-com:vml" Requires="v">
                <p:oleObj spid="_x0000_s9880" name="Equation" r:id="rId3" imgW="41148000" imgH="12192000" progId="Equation.DSMT4">
                  <p:embed/>
                </p:oleObj>
              </mc:Choice>
              <mc:Fallback>
                <p:oleObj name="Equation" r:id="rId3" imgW="41148000" imgH="12192000" progId="Equation.DSMT4">
                  <p:embed/>
                  <p:pic>
                    <p:nvPicPr>
                      <p:cNvPr id="0" name="图片 9871"/>
                      <p:cNvPicPr>
                        <a:picLocks noChangeAspect="1" noChangeArrowheads="1"/>
                      </p:cNvPicPr>
                      <p:nvPr/>
                    </p:nvPicPr>
                    <p:blipFill>
                      <a:blip r:embed="rId4"/>
                      <a:srcRect/>
                      <a:stretch>
                        <a:fillRect/>
                      </a:stretch>
                    </p:blipFill>
                    <p:spPr bwMode="auto">
                      <a:xfrm>
                        <a:off x="3081338" y="1508125"/>
                        <a:ext cx="256222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842" name="Object 74"/>
          <p:cNvGraphicFramePr>
            <a:graphicFrameLocks noChangeAspect="1"/>
          </p:cNvGraphicFramePr>
          <p:nvPr/>
        </p:nvGraphicFramePr>
        <p:xfrm>
          <a:off x="6080125" y="1512888"/>
          <a:ext cx="1789113" cy="719137"/>
        </p:xfrm>
        <a:graphic>
          <a:graphicData uri="http://schemas.openxmlformats.org/presentationml/2006/ole">
            <mc:AlternateContent xmlns:mc="http://schemas.openxmlformats.org/markup-compatibility/2006">
              <mc:Choice xmlns:v="urn:schemas-microsoft-com:vml" Requires="v">
                <p:oleObj spid="_x0000_s9881" name="Equation" r:id="rId5" imgW="29565600" imgH="11582400" progId="Equation.DSMT4">
                  <p:embed/>
                </p:oleObj>
              </mc:Choice>
              <mc:Fallback>
                <p:oleObj name="Equation" r:id="rId5" imgW="29565600" imgH="11582400" progId="Equation.DSMT4">
                  <p:embed/>
                  <p:pic>
                    <p:nvPicPr>
                      <p:cNvPr id="0" name="图片 9872"/>
                      <p:cNvPicPr>
                        <a:picLocks noChangeAspect="1" noChangeArrowheads="1"/>
                      </p:cNvPicPr>
                      <p:nvPr/>
                    </p:nvPicPr>
                    <p:blipFill>
                      <a:blip r:embed="rId6"/>
                      <a:srcRect/>
                      <a:stretch>
                        <a:fillRect/>
                      </a:stretch>
                    </p:blipFill>
                    <p:spPr bwMode="auto">
                      <a:xfrm>
                        <a:off x="6080125" y="1512888"/>
                        <a:ext cx="178911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4" name="Rectangle 137"/>
          <p:cNvSpPr>
            <a:spLocks noChangeArrowheads="1"/>
          </p:cNvSpPr>
          <p:nvPr/>
        </p:nvSpPr>
        <p:spPr bwMode="auto">
          <a:xfrm>
            <a:off x="1857375" y="3505200"/>
            <a:ext cx="284163"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5" name="Rectangle 142"/>
          <p:cNvSpPr>
            <a:spLocks noChangeArrowheads="1"/>
          </p:cNvSpPr>
          <p:nvPr/>
        </p:nvSpPr>
        <p:spPr bwMode="auto">
          <a:xfrm>
            <a:off x="3527425" y="3529013"/>
            <a:ext cx="284163"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6" name="Rectangle 206"/>
          <p:cNvSpPr>
            <a:spLocks noChangeArrowheads="1"/>
          </p:cNvSpPr>
          <p:nvPr/>
        </p:nvSpPr>
        <p:spPr bwMode="auto">
          <a:xfrm>
            <a:off x="7196138" y="3338513"/>
            <a:ext cx="363537"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60989" name="Group 221"/>
          <p:cNvGrpSpPr/>
          <p:nvPr/>
        </p:nvGrpSpPr>
        <p:grpSpPr bwMode="auto">
          <a:xfrm>
            <a:off x="323850" y="2420938"/>
            <a:ext cx="7772400" cy="1006475"/>
            <a:chOff x="240" y="1536"/>
            <a:chExt cx="4896" cy="634"/>
          </a:xfrm>
        </p:grpSpPr>
        <p:sp>
          <p:nvSpPr>
            <p:cNvPr id="10264" name="Text Box 83"/>
            <p:cNvSpPr txBox="1">
              <a:spLocks noChangeArrowheads="1"/>
            </p:cNvSpPr>
            <p:nvPr/>
          </p:nvSpPr>
          <p:spPr bwMode="auto">
            <a:xfrm>
              <a:off x="288" y="1920"/>
              <a:ext cx="48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latin typeface="Times New Roman" panose="02020603050405020304" pitchFamily="18" charset="0"/>
                </a:rPr>
                <a:t>对于给定的二端口，有时不同时存在阻抗参数矩阵和导纳参数矩阵</a:t>
              </a:r>
            </a:p>
          </p:txBody>
        </p:sp>
        <p:sp>
          <p:nvSpPr>
            <p:cNvPr id="10265" name="Text Box 217"/>
            <p:cNvSpPr txBox="1">
              <a:spLocks noChangeArrowheads="1"/>
            </p:cNvSpPr>
            <p:nvPr/>
          </p:nvSpPr>
          <p:spPr bwMode="auto">
            <a:xfrm>
              <a:off x="240" y="1536"/>
              <a:ext cx="83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chemeClr val="hlink"/>
                  </a:solidFill>
                  <a:latin typeface="Times New Roman" panose="02020603050405020304" pitchFamily="18" charset="0"/>
                  <a:ea typeface="黑体" panose="02010609060101010101" pitchFamily="2" charset="-122"/>
                </a:rPr>
                <a:t>特殊情况</a:t>
              </a:r>
            </a:p>
          </p:txBody>
        </p:sp>
      </p:grpSp>
      <p:grpSp>
        <p:nvGrpSpPr>
          <p:cNvPr id="161003" name="Group 235"/>
          <p:cNvGrpSpPr/>
          <p:nvPr/>
        </p:nvGrpSpPr>
        <p:grpSpPr bwMode="auto">
          <a:xfrm>
            <a:off x="0" y="404813"/>
            <a:ext cx="3692525" cy="1817687"/>
            <a:chOff x="0" y="255"/>
            <a:chExt cx="2326" cy="1145"/>
          </a:xfrm>
        </p:grpSpPr>
        <p:sp>
          <p:nvSpPr>
            <p:cNvPr id="10261" name="Rectangle 6"/>
            <p:cNvSpPr>
              <a:spLocks noChangeArrowheads="1"/>
            </p:cNvSpPr>
            <p:nvPr/>
          </p:nvSpPr>
          <p:spPr bwMode="auto">
            <a:xfrm>
              <a:off x="304" y="255"/>
              <a:ext cx="202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a:latin typeface="宋体" panose="02010600030101010101" pitchFamily="2" charset="-122"/>
                </a:rPr>
                <a:t>如图</a:t>
              </a:r>
              <a:r>
                <a:rPr lang="en-US" altLang="zh-CN">
                  <a:latin typeface="宋体" panose="02010600030101010101" pitchFamily="2" charset="-122"/>
                </a:rPr>
                <a:t>1</a:t>
              </a:r>
              <a:r>
                <a:rPr lang="zh-CN" altLang="en-US">
                  <a:latin typeface="宋体" panose="02010600030101010101" pitchFamily="2" charset="-122"/>
                </a:rPr>
                <a:t>所示二端口互感</a:t>
              </a:r>
              <a:r>
                <a:rPr lang="en-US" altLang="zh-CN">
                  <a:latin typeface="宋体" panose="02010600030101010101" pitchFamily="2" charset="-122"/>
                </a:rPr>
                <a:t>:</a:t>
              </a:r>
            </a:p>
          </p:txBody>
        </p:sp>
        <p:sp>
          <p:nvSpPr>
            <p:cNvPr id="10262" name="Rectangle 215"/>
            <p:cNvSpPr>
              <a:spLocks noChangeArrowheads="1"/>
            </p:cNvSpPr>
            <p:nvPr/>
          </p:nvSpPr>
          <p:spPr bwMode="auto">
            <a:xfrm>
              <a:off x="34" y="255"/>
              <a:ext cx="40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zh-CN" altLang="en-US" b="1" dirty="0">
                  <a:latin typeface="宋体" panose="02010600030101010101" pitchFamily="2" charset="-122"/>
                </a:rPr>
                <a:t>例：</a:t>
              </a:r>
            </a:p>
          </p:txBody>
        </p:sp>
        <p:graphicFrame>
          <p:nvGraphicFramePr>
            <p:cNvPr id="10263" name="Object 224"/>
            <p:cNvGraphicFramePr>
              <a:graphicFrameLocks noChangeAspect="1"/>
            </p:cNvGraphicFramePr>
            <p:nvPr/>
          </p:nvGraphicFramePr>
          <p:xfrm>
            <a:off x="0" y="484"/>
            <a:ext cx="1588" cy="916"/>
          </p:xfrm>
          <a:graphic>
            <a:graphicData uri="http://schemas.openxmlformats.org/presentationml/2006/ole">
              <mc:AlternateContent xmlns:mc="http://schemas.openxmlformats.org/markup-compatibility/2006">
                <mc:Choice xmlns:v="urn:schemas-microsoft-com:vml" Requires="v">
                  <p:oleObj spid="_x0000_s9882" name="Visio" r:id="rId7" imgW="2171700" imgH="1257300" progId="Visio.Drawing.11">
                    <p:embed/>
                  </p:oleObj>
                </mc:Choice>
                <mc:Fallback>
                  <p:oleObj name="Visio" r:id="rId7" imgW="2171700" imgH="1257300" progId="Visio.Drawing.11">
                    <p:embed/>
                    <p:pic>
                      <p:nvPicPr>
                        <p:cNvPr id="0" name="图片 9873"/>
                        <p:cNvPicPr>
                          <a:picLocks noChangeAspect="1" noChangeArrowheads="1"/>
                        </p:cNvPicPr>
                        <p:nvPr/>
                      </p:nvPicPr>
                      <p:blipFill>
                        <a:blip r:embed="rId8"/>
                        <a:srcRect/>
                        <a:stretch>
                          <a:fillRect/>
                        </a:stretch>
                      </p:blipFill>
                      <p:spPr bwMode="auto">
                        <a:xfrm>
                          <a:off x="0" y="484"/>
                          <a:ext cx="1588" cy="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1000" name="Group 232"/>
          <p:cNvGrpSpPr/>
          <p:nvPr/>
        </p:nvGrpSpPr>
        <p:grpSpPr bwMode="auto">
          <a:xfrm>
            <a:off x="684213" y="3419475"/>
            <a:ext cx="7905750" cy="2816225"/>
            <a:chOff x="431" y="2154"/>
            <a:chExt cx="4980" cy="1774"/>
          </a:xfrm>
        </p:grpSpPr>
        <p:grpSp>
          <p:nvGrpSpPr>
            <p:cNvPr id="10252" name="Group 218"/>
            <p:cNvGrpSpPr/>
            <p:nvPr/>
          </p:nvGrpSpPr>
          <p:grpSpPr bwMode="auto">
            <a:xfrm>
              <a:off x="528" y="3253"/>
              <a:ext cx="2133" cy="634"/>
              <a:chOff x="528" y="3253"/>
              <a:chExt cx="2133" cy="634"/>
            </a:xfrm>
          </p:grpSpPr>
          <p:sp>
            <p:nvSpPr>
              <p:cNvPr id="10259" name="Rectangle 85"/>
              <p:cNvSpPr>
                <a:spLocks noChangeArrowheads="1"/>
              </p:cNvSpPr>
              <p:nvPr/>
            </p:nvSpPr>
            <p:spPr bwMode="auto">
              <a:xfrm>
                <a:off x="528" y="3253"/>
                <a:ext cx="1200"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Times New Roman" panose="02020603050405020304" pitchFamily="18" charset="0"/>
                  </a:rPr>
                  <a:t>图中</a:t>
                </a:r>
                <a:r>
                  <a:rPr lang="zh-CN" altLang="en-US" sz="2000" b="1" dirty="0">
                    <a:solidFill>
                      <a:srgbClr val="FF0000"/>
                    </a:solidFill>
                    <a:latin typeface="Times New Roman" panose="02020603050405020304" pitchFamily="18" charset="0"/>
                  </a:rPr>
                  <a:t>没有阻抗参数矩阵只有导纳参数矩阵</a:t>
                </a:r>
              </a:p>
            </p:txBody>
          </p:sp>
          <p:graphicFrame>
            <p:nvGraphicFramePr>
              <p:cNvPr id="10260" name="Object 86"/>
              <p:cNvGraphicFramePr>
                <a:graphicFrameLocks noChangeAspect="1"/>
              </p:cNvGraphicFramePr>
              <p:nvPr/>
            </p:nvGraphicFramePr>
            <p:xfrm>
              <a:off x="1826" y="3293"/>
              <a:ext cx="835" cy="404"/>
            </p:xfrm>
            <a:graphic>
              <a:graphicData uri="http://schemas.openxmlformats.org/presentationml/2006/ole">
                <mc:AlternateContent xmlns:mc="http://schemas.openxmlformats.org/markup-compatibility/2006">
                  <mc:Choice xmlns:v="urn:schemas-microsoft-com:vml" Requires="v">
                    <p:oleObj spid="_x0000_s9883" name="Equation" r:id="rId9" imgW="23164800" imgH="10972800" progId="Equation.DSMT4">
                      <p:embed/>
                    </p:oleObj>
                  </mc:Choice>
                  <mc:Fallback>
                    <p:oleObj name="Equation" r:id="rId9" imgW="23164800" imgH="10972800" progId="Equation.DSMT4">
                      <p:embed/>
                      <p:pic>
                        <p:nvPicPr>
                          <p:cNvPr id="0" name="图片 9874"/>
                          <p:cNvPicPr>
                            <a:picLocks noChangeAspect="1" noChangeArrowheads="1"/>
                          </p:cNvPicPr>
                          <p:nvPr/>
                        </p:nvPicPr>
                        <p:blipFill>
                          <a:blip r:embed="rId10"/>
                          <a:srcRect/>
                          <a:stretch>
                            <a:fillRect/>
                          </a:stretch>
                        </p:blipFill>
                        <p:spPr bwMode="auto">
                          <a:xfrm>
                            <a:off x="1826" y="3293"/>
                            <a:ext cx="8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253" name="Rectangle 88"/>
            <p:cNvSpPr>
              <a:spLocks noChangeArrowheads="1"/>
            </p:cNvSpPr>
            <p:nvPr/>
          </p:nvSpPr>
          <p:spPr bwMode="auto">
            <a:xfrm>
              <a:off x="431" y="3067"/>
              <a:ext cx="2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宋体" panose="02010600030101010101" pitchFamily="2" charset="-122"/>
                </a:rPr>
                <a:t>简单串联元件组成的二端口</a:t>
              </a:r>
              <a:r>
                <a:rPr lang="zh-CN" altLang="en-US" sz="2000">
                  <a:latin typeface="Times New Roman" panose="02020603050405020304" pitchFamily="18" charset="0"/>
                </a:rPr>
                <a:t> </a:t>
              </a:r>
            </a:p>
          </p:txBody>
        </p:sp>
        <p:sp>
          <p:nvSpPr>
            <p:cNvPr id="10254" name="Rectangle 213"/>
            <p:cNvSpPr>
              <a:spLocks noChangeArrowheads="1"/>
            </p:cNvSpPr>
            <p:nvPr/>
          </p:nvSpPr>
          <p:spPr bwMode="auto">
            <a:xfrm>
              <a:off x="3107" y="3067"/>
              <a:ext cx="2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宋体" panose="02010600030101010101" pitchFamily="2" charset="-122"/>
                </a:rPr>
                <a:t>简单并联元件组成的二端口</a:t>
              </a:r>
              <a:r>
                <a:rPr lang="zh-CN" altLang="en-US" sz="2000">
                  <a:latin typeface="Times New Roman" panose="02020603050405020304" pitchFamily="18" charset="0"/>
                </a:rPr>
                <a:t> </a:t>
              </a:r>
            </a:p>
          </p:txBody>
        </p:sp>
        <p:grpSp>
          <p:nvGrpSpPr>
            <p:cNvPr id="10255" name="Group 219"/>
            <p:cNvGrpSpPr/>
            <p:nvPr/>
          </p:nvGrpSpPr>
          <p:grpSpPr bwMode="auto">
            <a:xfrm>
              <a:off x="3243" y="3294"/>
              <a:ext cx="2134" cy="634"/>
              <a:chOff x="3216" y="3205"/>
              <a:chExt cx="2134" cy="634"/>
            </a:xfrm>
          </p:grpSpPr>
          <p:graphicFrame>
            <p:nvGraphicFramePr>
              <p:cNvPr id="10257" name="Object 151"/>
              <p:cNvGraphicFramePr>
                <a:graphicFrameLocks noChangeAspect="1"/>
              </p:cNvGraphicFramePr>
              <p:nvPr/>
            </p:nvGraphicFramePr>
            <p:xfrm>
              <a:off x="4551" y="3243"/>
              <a:ext cx="799" cy="466"/>
            </p:xfrm>
            <a:graphic>
              <a:graphicData uri="http://schemas.openxmlformats.org/presentationml/2006/ole">
                <mc:AlternateContent xmlns:mc="http://schemas.openxmlformats.org/markup-compatibility/2006">
                  <mc:Choice xmlns:v="urn:schemas-microsoft-com:vml" Requires="v">
                    <p:oleObj spid="_x0000_s9884" name="Equation" r:id="rId11" imgW="19202400" imgH="10972800" progId="Equation.DSMT4">
                      <p:embed/>
                    </p:oleObj>
                  </mc:Choice>
                  <mc:Fallback>
                    <p:oleObj name="Equation" r:id="rId11" imgW="19202400" imgH="10972800" progId="Equation.DSMT4">
                      <p:embed/>
                      <p:pic>
                        <p:nvPicPr>
                          <p:cNvPr id="0" name="图片 9875"/>
                          <p:cNvPicPr>
                            <a:picLocks noChangeAspect="1" noChangeArrowheads="1"/>
                          </p:cNvPicPr>
                          <p:nvPr/>
                        </p:nvPicPr>
                        <p:blipFill>
                          <a:blip r:embed="rId12"/>
                          <a:srcRect/>
                          <a:stretch>
                            <a:fillRect/>
                          </a:stretch>
                        </p:blipFill>
                        <p:spPr bwMode="auto">
                          <a:xfrm>
                            <a:off x="4551" y="3243"/>
                            <a:ext cx="799"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8" name="Rectangle 214"/>
              <p:cNvSpPr>
                <a:spLocks noChangeArrowheads="1"/>
              </p:cNvSpPr>
              <p:nvPr/>
            </p:nvSpPr>
            <p:spPr bwMode="auto">
              <a:xfrm>
                <a:off x="3216" y="3205"/>
                <a:ext cx="129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Times New Roman" panose="02020603050405020304" pitchFamily="18" charset="0"/>
                  </a:rPr>
                  <a:t>图中</a:t>
                </a:r>
                <a:r>
                  <a:rPr lang="zh-CN" altLang="en-US" sz="2000" b="1" dirty="0">
                    <a:solidFill>
                      <a:srgbClr val="FF0000"/>
                    </a:solidFill>
                    <a:latin typeface="Times New Roman" panose="02020603050405020304" pitchFamily="18" charset="0"/>
                  </a:rPr>
                  <a:t>没有导纳参数矩阵，只有阻抗参数矩阵</a:t>
                </a:r>
                <a:endParaRPr lang="zh-CN" altLang="en-US" sz="2000" dirty="0">
                  <a:latin typeface="Times New Roman" panose="02020603050405020304" pitchFamily="18" charset="0"/>
                </a:endParaRPr>
              </a:p>
            </p:txBody>
          </p:sp>
        </p:grpSp>
        <p:graphicFrame>
          <p:nvGraphicFramePr>
            <p:cNvPr id="10256" name="Object 230"/>
            <p:cNvGraphicFramePr>
              <a:graphicFrameLocks noChangeAspect="1"/>
            </p:cNvGraphicFramePr>
            <p:nvPr/>
          </p:nvGraphicFramePr>
          <p:xfrm>
            <a:off x="740" y="2154"/>
            <a:ext cx="4643" cy="968"/>
          </p:xfrm>
          <a:graphic>
            <a:graphicData uri="http://schemas.openxmlformats.org/presentationml/2006/ole">
              <mc:AlternateContent xmlns:mc="http://schemas.openxmlformats.org/markup-compatibility/2006">
                <mc:Choice xmlns:v="urn:schemas-microsoft-com:vml" Requires="v">
                  <p:oleObj spid="_x0000_s9885" name="Picture" r:id="rId13" imgW="34613850" imgH="7124700" progId="Word.Picture.8">
                    <p:embed/>
                  </p:oleObj>
                </mc:Choice>
                <mc:Fallback>
                  <p:oleObj name="Picture" r:id="rId13" imgW="34613850" imgH="7124700" progId="Word.Picture.8">
                    <p:embed/>
                    <p:pic>
                      <p:nvPicPr>
                        <p:cNvPr id="0" name="图片 9876"/>
                        <p:cNvPicPr>
                          <a:picLocks noChangeAspect="1" noChangeArrowheads="1"/>
                        </p:cNvPicPr>
                        <p:nvPr/>
                      </p:nvPicPr>
                      <p:blipFill>
                        <a:blip r:embed="rId14"/>
                        <a:srcRect/>
                        <a:stretch>
                          <a:fillRect/>
                        </a:stretch>
                      </p:blipFill>
                      <p:spPr bwMode="auto">
                        <a:xfrm>
                          <a:off x="740" y="2154"/>
                          <a:ext cx="4643" cy="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1003"/>
                                        </p:tgtEl>
                                        <p:attrNameLst>
                                          <p:attrName>style.visibility</p:attrName>
                                        </p:attrNameLst>
                                      </p:cBhvr>
                                      <p:to>
                                        <p:strVal val="visible"/>
                                      </p:to>
                                    </p:set>
                                    <p:anim calcmode="lin" valueType="num">
                                      <p:cBhvr additive="base">
                                        <p:cTn id="7" dur="500" fill="hold"/>
                                        <p:tgtEl>
                                          <p:spTgt spid="161003"/>
                                        </p:tgtEl>
                                        <p:attrNameLst>
                                          <p:attrName>ppt_x</p:attrName>
                                        </p:attrNameLst>
                                      </p:cBhvr>
                                      <p:tavLst>
                                        <p:tav tm="0">
                                          <p:val>
                                            <p:strVal val="0-#ppt_w/2"/>
                                          </p:val>
                                        </p:tav>
                                        <p:tav tm="100000">
                                          <p:val>
                                            <p:strVal val="#ppt_x"/>
                                          </p:val>
                                        </p:tav>
                                      </p:tavLst>
                                    </p:anim>
                                    <p:anim calcmode="lin" valueType="num">
                                      <p:cBhvr additive="base">
                                        <p:cTn id="8" dur="500" fill="hold"/>
                                        <p:tgtEl>
                                          <p:spTgt spid="1610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60841"/>
                                        </p:tgtEl>
                                        <p:attrNameLst>
                                          <p:attrName>style.visibility</p:attrName>
                                        </p:attrNameLst>
                                      </p:cBhvr>
                                      <p:to>
                                        <p:strVal val="visible"/>
                                      </p:to>
                                    </p:set>
                                    <p:anim calcmode="lin" valueType="num">
                                      <p:cBhvr additive="base">
                                        <p:cTn id="13" dur="500" fill="hold"/>
                                        <p:tgtEl>
                                          <p:spTgt spid="160841"/>
                                        </p:tgtEl>
                                        <p:attrNameLst>
                                          <p:attrName>ppt_x</p:attrName>
                                        </p:attrNameLst>
                                      </p:cBhvr>
                                      <p:tavLst>
                                        <p:tav tm="0">
                                          <p:val>
                                            <p:strVal val="1+#ppt_w/2"/>
                                          </p:val>
                                        </p:tav>
                                        <p:tav tm="100000">
                                          <p:val>
                                            <p:strVal val="#ppt_x"/>
                                          </p:val>
                                        </p:tav>
                                      </p:tavLst>
                                    </p:anim>
                                    <p:anim calcmode="lin" valueType="num">
                                      <p:cBhvr additive="base">
                                        <p:cTn id="14" dur="500" fill="hold"/>
                                        <p:tgtEl>
                                          <p:spTgt spid="16084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60842"/>
                                        </p:tgtEl>
                                        <p:attrNameLst>
                                          <p:attrName>style.visibility</p:attrName>
                                        </p:attrNameLst>
                                      </p:cBhvr>
                                      <p:to>
                                        <p:strVal val="visible"/>
                                      </p:to>
                                    </p:set>
                                    <p:anim calcmode="lin" valueType="num">
                                      <p:cBhvr additive="base">
                                        <p:cTn id="19" dur="500" fill="hold"/>
                                        <p:tgtEl>
                                          <p:spTgt spid="160842"/>
                                        </p:tgtEl>
                                        <p:attrNameLst>
                                          <p:attrName>ppt_x</p:attrName>
                                        </p:attrNameLst>
                                      </p:cBhvr>
                                      <p:tavLst>
                                        <p:tav tm="0">
                                          <p:val>
                                            <p:strVal val="1+#ppt_w/2"/>
                                          </p:val>
                                        </p:tav>
                                        <p:tav tm="100000">
                                          <p:val>
                                            <p:strVal val="#ppt_x"/>
                                          </p:val>
                                        </p:tav>
                                      </p:tavLst>
                                    </p:anim>
                                    <p:anim calcmode="lin" valueType="num">
                                      <p:cBhvr additive="base">
                                        <p:cTn id="20" dur="500" fill="hold"/>
                                        <p:tgtEl>
                                          <p:spTgt spid="16084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60989"/>
                                        </p:tgtEl>
                                        <p:attrNameLst>
                                          <p:attrName>style.visibility</p:attrName>
                                        </p:attrNameLst>
                                      </p:cBhvr>
                                      <p:to>
                                        <p:strVal val="visible"/>
                                      </p:to>
                                    </p:set>
                                    <p:anim calcmode="lin" valueType="num">
                                      <p:cBhvr additive="base">
                                        <p:cTn id="25" dur="500" fill="hold"/>
                                        <p:tgtEl>
                                          <p:spTgt spid="160989"/>
                                        </p:tgtEl>
                                        <p:attrNameLst>
                                          <p:attrName>ppt_x</p:attrName>
                                        </p:attrNameLst>
                                      </p:cBhvr>
                                      <p:tavLst>
                                        <p:tav tm="0">
                                          <p:val>
                                            <p:strVal val="0-#ppt_w/2"/>
                                          </p:val>
                                        </p:tav>
                                        <p:tav tm="100000">
                                          <p:val>
                                            <p:strVal val="#ppt_x"/>
                                          </p:val>
                                        </p:tav>
                                      </p:tavLst>
                                    </p:anim>
                                    <p:anim calcmode="lin" valueType="num">
                                      <p:cBhvr additive="base">
                                        <p:cTn id="26" dur="500" fill="hold"/>
                                        <p:tgtEl>
                                          <p:spTgt spid="16098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161000"/>
                                        </p:tgtEl>
                                        <p:attrNameLst>
                                          <p:attrName>style.visibility</p:attrName>
                                        </p:attrNameLst>
                                      </p:cBhvr>
                                      <p:to>
                                        <p:strVal val="visible"/>
                                      </p:to>
                                    </p:set>
                                    <p:animEffect transition="in" filter="checkerboard(across)">
                                      <p:cBhvr>
                                        <p:cTn id="31" dur="500"/>
                                        <p:tgtEl>
                                          <p:spTgt spid="161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3"/>
          <p:cNvSpPr>
            <a:spLocks noGrp="1" noChangeArrowheads="1"/>
          </p:cNvSpPr>
          <p:nvPr>
            <p:ph type="subTitle" idx="1"/>
          </p:nvPr>
        </p:nvSpPr>
        <p:spPr>
          <a:xfrm>
            <a:off x="3581400" y="1066800"/>
            <a:ext cx="4343400" cy="457200"/>
          </a:xfrm>
        </p:spPr>
        <p:txBody>
          <a:bodyPr rtlCol="0">
            <a:normAutofit/>
          </a:bodyPr>
          <a:lstStyle/>
          <a:p>
            <a:pPr algn="just" eaLnBrk="1" fontAlgn="auto" hangingPunct="1">
              <a:spcAft>
                <a:spcPts val="0"/>
              </a:spcAft>
              <a:buFont typeface="Arial" panose="020B0604020202020204" pitchFamily="34" charset="0"/>
              <a:buNone/>
              <a:defRPr/>
            </a:pPr>
            <a:r>
              <a:rPr lang="zh-CN" altLang="en-US" sz="2000" dirty="0">
                <a:solidFill>
                  <a:schemeClr val="tx1"/>
                </a:solidFill>
                <a:latin typeface="宋体" panose="02010600030101010101" pitchFamily="2" charset="-122"/>
              </a:rPr>
              <a:t>求左图所示二端口的阻抗参数矩阵。 </a:t>
            </a:r>
          </a:p>
        </p:txBody>
      </p:sp>
      <p:graphicFrame>
        <p:nvGraphicFramePr>
          <p:cNvPr id="96282" name="Object 26"/>
          <p:cNvGraphicFramePr>
            <a:graphicFrameLocks noChangeAspect="1"/>
          </p:cNvGraphicFramePr>
          <p:nvPr/>
        </p:nvGraphicFramePr>
        <p:xfrm>
          <a:off x="0" y="188913"/>
          <a:ext cx="9220200" cy="582612"/>
        </p:xfrm>
        <a:graphic>
          <a:graphicData uri="http://schemas.openxmlformats.org/presentationml/2006/ole">
            <mc:AlternateContent xmlns:mc="http://schemas.openxmlformats.org/markup-compatibility/2006">
              <mc:Choice xmlns:v="urn:schemas-microsoft-com:vml" Requires="v">
                <p:oleObj spid="_x0000_s44332" name="Visio" r:id="rId3" imgW="6832600" imgH="444500" progId="Visio.Drawing.11">
                  <p:embed/>
                </p:oleObj>
              </mc:Choice>
              <mc:Fallback>
                <p:oleObj name="Visio" r:id="rId3" imgW="6832600" imgH="444500" progId="Visio.Drawing.11">
                  <p:embed/>
                  <p:pic>
                    <p:nvPicPr>
                      <p:cNvPr id="0" name="图片 44317"/>
                      <p:cNvPicPr>
                        <a:picLocks noChangeAspect="1" noChangeArrowheads="1"/>
                      </p:cNvPicPr>
                      <p:nvPr/>
                    </p:nvPicPr>
                    <p:blipFill>
                      <a:blip r:embed="rId4"/>
                      <a:srcRect/>
                      <a:stretch>
                        <a:fillRect/>
                      </a:stretch>
                    </p:blipFill>
                    <p:spPr bwMode="auto">
                      <a:xfrm>
                        <a:off x="0" y="188913"/>
                        <a:ext cx="9220200" cy="582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6407" name="Group 151"/>
          <p:cNvGrpSpPr/>
          <p:nvPr/>
        </p:nvGrpSpPr>
        <p:grpSpPr bwMode="auto">
          <a:xfrm>
            <a:off x="3132138" y="1772816"/>
            <a:ext cx="6011862" cy="822325"/>
            <a:chOff x="1973" y="1298"/>
            <a:chExt cx="3787" cy="518"/>
          </a:xfrm>
        </p:grpSpPr>
        <p:graphicFrame>
          <p:nvGraphicFramePr>
            <p:cNvPr id="12313" name="Object 4"/>
            <p:cNvGraphicFramePr>
              <a:graphicFrameLocks noChangeAspect="1"/>
            </p:cNvGraphicFramePr>
            <p:nvPr/>
          </p:nvGraphicFramePr>
          <p:xfrm>
            <a:off x="1973" y="1308"/>
            <a:ext cx="381" cy="249"/>
          </p:xfrm>
          <a:graphic>
            <a:graphicData uri="http://schemas.openxmlformats.org/presentationml/2006/ole">
              <mc:AlternateContent xmlns:mc="http://schemas.openxmlformats.org/markup-compatibility/2006">
                <mc:Choice xmlns:v="urn:schemas-microsoft-com:vml" Requires="v">
                  <p:oleObj spid="_x0000_s44333" name="Visio" r:id="rId5" imgW="635000" imgH="431800" progId="Visio.Drawing.11">
                    <p:embed/>
                  </p:oleObj>
                </mc:Choice>
                <mc:Fallback>
                  <p:oleObj name="Visio" r:id="rId5" imgW="635000" imgH="431800" progId="Visio.Drawing.11">
                    <p:embed/>
                    <p:pic>
                      <p:nvPicPr>
                        <p:cNvPr id="0" name="图片 44318"/>
                        <p:cNvPicPr>
                          <a:picLocks noChangeAspect="1" noChangeArrowheads="1"/>
                        </p:cNvPicPr>
                        <p:nvPr/>
                      </p:nvPicPr>
                      <p:blipFill>
                        <a:blip r:embed="rId6"/>
                        <a:srcRect/>
                        <a:stretch>
                          <a:fillRect/>
                        </a:stretch>
                      </p:blipFill>
                      <p:spPr bwMode="auto">
                        <a:xfrm>
                          <a:off x="1973" y="1308"/>
                          <a:ext cx="381" cy="249"/>
                        </a:xfrm>
                        <a:prstGeom prst="rect">
                          <a:avLst/>
                        </a:prstGeom>
                        <a:noFill/>
                        <a:ln>
                          <a:noFill/>
                        </a:ln>
                      </p:spPr>
                    </p:pic>
                  </p:oleObj>
                </mc:Fallback>
              </mc:AlternateContent>
            </a:graphicData>
          </a:graphic>
        </p:graphicFrame>
        <p:sp>
          <p:nvSpPr>
            <p:cNvPr id="12314" name="Rectangle 5"/>
            <p:cNvSpPr>
              <a:spLocks noChangeArrowheads="1"/>
            </p:cNvSpPr>
            <p:nvPr/>
          </p:nvSpPr>
          <p:spPr bwMode="auto">
            <a:xfrm>
              <a:off x="2290" y="1298"/>
              <a:ext cx="347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pPr>
              <a:r>
                <a:rPr lang="zh-CN" altLang="en-US" sz="2000" dirty="0">
                  <a:latin typeface="宋体" panose="02010600030101010101" pitchFamily="2" charset="-122"/>
                </a:rPr>
                <a:t>求</a:t>
              </a:r>
              <a:r>
                <a:rPr lang="en-US" altLang="zh-CN" sz="2000" b="1" i="1" dirty="0">
                  <a:latin typeface="宋体" panose="02010600030101010101" pitchFamily="2" charset="-122"/>
                </a:rPr>
                <a:t>Z </a:t>
              </a:r>
              <a:r>
                <a:rPr lang="zh-CN" altLang="en-US" sz="2000" dirty="0">
                  <a:latin typeface="宋体" panose="02010600030101010101" pitchFamily="2" charset="-122"/>
                </a:rPr>
                <a:t>参数</a:t>
              </a:r>
              <a:r>
                <a:rPr lang="zh-CN" altLang="en-US" sz="2000" b="1" dirty="0">
                  <a:latin typeface="宋体" panose="02010600030101010101" pitchFamily="2" charset="-122"/>
                </a:rPr>
                <a:t>宜列回路电流方程</a:t>
              </a:r>
              <a:r>
                <a:rPr lang="zh-CN" altLang="en-US" sz="2000" dirty="0">
                  <a:latin typeface="宋体" panose="02010600030101010101" pitchFamily="2" charset="-122"/>
                </a:rPr>
                <a:t>。用电压源  和</a:t>
              </a:r>
            </a:p>
            <a:p>
              <a:pPr algn="just" eaLnBrk="0" hangingPunct="0">
                <a:lnSpc>
                  <a:spcPct val="120000"/>
                </a:lnSpc>
              </a:pPr>
              <a:r>
                <a:rPr lang="zh-CN" altLang="en-US" sz="2000" dirty="0">
                  <a:latin typeface="宋体" panose="02010600030101010101" pitchFamily="2" charset="-122"/>
                </a:rPr>
                <a:t>分别置换端口</a:t>
              </a:r>
              <a:r>
                <a:rPr lang="en-US" altLang="zh-CN" sz="2000" dirty="0">
                  <a:latin typeface="宋体" panose="02010600030101010101" pitchFamily="2" charset="-122"/>
                </a:rPr>
                <a:t>1</a:t>
              </a:r>
              <a:r>
                <a:rPr lang="zh-CN" altLang="en-US" sz="2000" dirty="0">
                  <a:latin typeface="宋体" panose="02010600030101010101" pitchFamily="2" charset="-122"/>
                </a:rPr>
                <a:t>和端口</a:t>
              </a:r>
              <a:r>
                <a:rPr lang="en-US" altLang="zh-CN" sz="2000" dirty="0">
                  <a:latin typeface="宋体" panose="02010600030101010101" pitchFamily="2" charset="-122"/>
                </a:rPr>
                <a:t>2</a:t>
              </a:r>
              <a:r>
                <a:rPr lang="zh-CN" altLang="en-US" sz="2000" dirty="0">
                  <a:latin typeface="宋体" panose="02010600030101010101" pitchFamily="2" charset="-122"/>
                </a:rPr>
                <a:t>的外接电路。</a:t>
              </a:r>
            </a:p>
          </p:txBody>
        </p:sp>
        <p:graphicFrame>
          <p:nvGraphicFramePr>
            <p:cNvPr id="12315" name="Object 30"/>
            <p:cNvGraphicFramePr>
              <a:graphicFrameLocks noChangeAspect="1"/>
            </p:cNvGraphicFramePr>
            <p:nvPr/>
          </p:nvGraphicFramePr>
          <p:xfrm>
            <a:off x="5410" y="1330"/>
            <a:ext cx="205" cy="242"/>
          </p:xfrm>
          <a:graphic>
            <a:graphicData uri="http://schemas.openxmlformats.org/presentationml/2006/ole">
              <mc:AlternateContent xmlns:mc="http://schemas.openxmlformats.org/markup-compatibility/2006">
                <mc:Choice xmlns:v="urn:schemas-microsoft-com:vml" Requires="v">
                  <p:oleObj spid="_x0000_s44334" name="Equation" r:id="rId7" imgW="4876800" imgH="5791200" progId="Equation.DSMT4">
                    <p:embed/>
                  </p:oleObj>
                </mc:Choice>
                <mc:Fallback>
                  <p:oleObj name="Equation" r:id="rId7" imgW="4876800" imgH="5791200" progId="Equation.DSMT4">
                    <p:embed/>
                    <p:pic>
                      <p:nvPicPr>
                        <p:cNvPr id="0" name="图片 44319"/>
                        <p:cNvPicPr>
                          <a:picLocks noChangeAspect="1" noChangeArrowheads="1"/>
                        </p:cNvPicPr>
                        <p:nvPr/>
                      </p:nvPicPr>
                      <p:blipFill>
                        <a:blip r:embed="rId8"/>
                        <a:srcRect/>
                        <a:stretch>
                          <a:fillRect/>
                        </a:stretch>
                      </p:blipFill>
                      <p:spPr bwMode="auto">
                        <a:xfrm>
                          <a:off x="5410" y="1330"/>
                          <a:ext cx="205" cy="242"/>
                        </a:xfrm>
                        <a:prstGeom prst="rect">
                          <a:avLst/>
                        </a:prstGeom>
                        <a:noFill/>
                        <a:ln>
                          <a:noFill/>
                        </a:ln>
                      </p:spPr>
                    </p:pic>
                  </p:oleObj>
                </mc:Fallback>
              </mc:AlternateContent>
            </a:graphicData>
          </a:graphic>
        </p:graphicFrame>
        <p:graphicFrame>
          <p:nvGraphicFramePr>
            <p:cNvPr id="12316" name="Object 32"/>
            <p:cNvGraphicFramePr>
              <a:graphicFrameLocks noChangeAspect="1"/>
            </p:cNvGraphicFramePr>
            <p:nvPr/>
          </p:nvGraphicFramePr>
          <p:xfrm>
            <a:off x="5066" y="1310"/>
            <a:ext cx="226" cy="254"/>
          </p:xfrm>
          <a:graphic>
            <a:graphicData uri="http://schemas.openxmlformats.org/presentationml/2006/ole">
              <mc:AlternateContent xmlns:mc="http://schemas.openxmlformats.org/markup-compatibility/2006">
                <mc:Choice xmlns:v="urn:schemas-microsoft-com:vml" Requires="v">
                  <p:oleObj spid="_x0000_s44335" name="Equation" r:id="rId9" imgW="4572000" imgH="5791200" progId="Equation.DSMT4">
                    <p:embed/>
                  </p:oleObj>
                </mc:Choice>
                <mc:Fallback>
                  <p:oleObj name="Equation" r:id="rId9" imgW="4572000" imgH="5791200" progId="Equation.DSMT4">
                    <p:embed/>
                    <p:pic>
                      <p:nvPicPr>
                        <p:cNvPr id="0" name="图片 44320"/>
                        <p:cNvPicPr>
                          <a:picLocks noChangeAspect="1" noChangeArrowheads="1"/>
                        </p:cNvPicPr>
                        <p:nvPr/>
                      </p:nvPicPr>
                      <p:blipFill>
                        <a:blip r:embed="rId10"/>
                        <a:srcRect/>
                        <a:stretch>
                          <a:fillRect/>
                        </a:stretch>
                      </p:blipFill>
                      <p:spPr bwMode="auto">
                        <a:xfrm>
                          <a:off x="5066" y="1310"/>
                          <a:ext cx="226" cy="254"/>
                        </a:xfrm>
                        <a:prstGeom prst="rect">
                          <a:avLst/>
                        </a:prstGeom>
                        <a:noFill/>
                        <a:ln>
                          <a:noFill/>
                        </a:ln>
                      </p:spPr>
                    </p:pic>
                  </p:oleObj>
                </mc:Fallback>
              </mc:AlternateContent>
            </a:graphicData>
          </a:graphic>
        </p:graphicFrame>
      </p:grpSp>
      <p:grpSp>
        <p:nvGrpSpPr>
          <p:cNvPr id="96403" name="Group 147"/>
          <p:cNvGrpSpPr/>
          <p:nvPr/>
        </p:nvGrpSpPr>
        <p:grpSpPr bwMode="auto">
          <a:xfrm>
            <a:off x="3267075" y="2636912"/>
            <a:ext cx="4962525" cy="1144588"/>
            <a:chOff x="474" y="1584"/>
            <a:chExt cx="3126" cy="721"/>
          </a:xfrm>
        </p:grpSpPr>
        <p:graphicFrame>
          <p:nvGraphicFramePr>
            <p:cNvPr id="12307" name="Object 35"/>
            <p:cNvGraphicFramePr>
              <a:graphicFrameLocks noChangeAspect="1"/>
            </p:cNvGraphicFramePr>
            <p:nvPr/>
          </p:nvGraphicFramePr>
          <p:xfrm>
            <a:off x="585" y="1588"/>
            <a:ext cx="2383" cy="248"/>
          </p:xfrm>
          <a:graphic>
            <a:graphicData uri="http://schemas.openxmlformats.org/presentationml/2006/ole">
              <mc:AlternateContent xmlns:mc="http://schemas.openxmlformats.org/markup-compatibility/2006">
                <mc:Choice xmlns:v="urn:schemas-microsoft-com:vml" Requires="v">
                  <p:oleObj spid="_x0000_s44336" name="Equation" r:id="rId11" imgW="60350400" imgH="5791200" progId="Equation.DSMT4">
                    <p:embed/>
                  </p:oleObj>
                </mc:Choice>
                <mc:Fallback>
                  <p:oleObj name="Equation" r:id="rId11" imgW="60350400" imgH="5791200" progId="Equation.DSMT4">
                    <p:embed/>
                    <p:pic>
                      <p:nvPicPr>
                        <p:cNvPr id="0" name="图片 44321"/>
                        <p:cNvPicPr>
                          <a:picLocks noChangeAspect="1" noChangeArrowheads="1"/>
                        </p:cNvPicPr>
                        <p:nvPr/>
                      </p:nvPicPr>
                      <p:blipFill>
                        <a:blip r:embed="rId12"/>
                        <a:srcRect/>
                        <a:stretch>
                          <a:fillRect/>
                        </a:stretch>
                      </p:blipFill>
                      <p:spPr bwMode="auto">
                        <a:xfrm>
                          <a:off x="585" y="1588"/>
                          <a:ext cx="238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8" name="Object 37"/>
            <p:cNvGraphicFramePr>
              <a:graphicFrameLocks noChangeAspect="1"/>
            </p:cNvGraphicFramePr>
            <p:nvPr/>
          </p:nvGraphicFramePr>
          <p:xfrm>
            <a:off x="578" y="1821"/>
            <a:ext cx="2397" cy="247"/>
          </p:xfrm>
          <a:graphic>
            <a:graphicData uri="http://schemas.openxmlformats.org/presentationml/2006/ole">
              <mc:AlternateContent xmlns:mc="http://schemas.openxmlformats.org/markup-compatibility/2006">
                <mc:Choice xmlns:v="urn:schemas-microsoft-com:vml" Requires="v">
                  <p:oleObj spid="_x0000_s44337" name="Equation" r:id="rId13" imgW="60960000" imgH="5791200" progId="Equation.DSMT4">
                    <p:embed/>
                  </p:oleObj>
                </mc:Choice>
                <mc:Fallback>
                  <p:oleObj name="Equation" r:id="rId13" imgW="60960000" imgH="5791200" progId="Equation.DSMT4">
                    <p:embed/>
                    <p:pic>
                      <p:nvPicPr>
                        <p:cNvPr id="0" name="图片 44322"/>
                        <p:cNvPicPr>
                          <a:picLocks noChangeAspect="1" noChangeArrowheads="1"/>
                        </p:cNvPicPr>
                        <p:nvPr/>
                      </p:nvPicPr>
                      <p:blipFill>
                        <a:blip r:embed="rId14"/>
                        <a:srcRect/>
                        <a:stretch>
                          <a:fillRect/>
                        </a:stretch>
                      </p:blipFill>
                      <p:spPr bwMode="auto">
                        <a:xfrm>
                          <a:off x="578" y="1821"/>
                          <a:ext cx="239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9" name="Object 39"/>
            <p:cNvGraphicFramePr>
              <a:graphicFrameLocks noChangeAspect="1"/>
            </p:cNvGraphicFramePr>
            <p:nvPr/>
          </p:nvGraphicFramePr>
          <p:xfrm>
            <a:off x="474" y="2018"/>
            <a:ext cx="2701" cy="251"/>
          </p:xfrm>
          <a:graphic>
            <a:graphicData uri="http://schemas.openxmlformats.org/presentationml/2006/ole">
              <mc:AlternateContent xmlns:mc="http://schemas.openxmlformats.org/markup-compatibility/2006">
                <mc:Choice xmlns:v="urn:schemas-microsoft-com:vml" Requires="v">
                  <p:oleObj spid="_x0000_s44338" name="Equation" r:id="rId15" imgW="67665600" imgH="5791200" progId="Equation.DSMT4">
                    <p:embed/>
                  </p:oleObj>
                </mc:Choice>
                <mc:Fallback>
                  <p:oleObj name="Equation" r:id="rId15" imgW="67665600" imgH="5791200" progId="Equation.DSMT4">
                    <p:embed/>
                    <p:pic>
                      <p:nvPicPr>
                        <p:cNvPr id="0" name="图片 44323"/>
                        <p:cNvPicPr>
                          <a:picLocks noChangeAspect="1" noChangeArrowheads="1"/>
                        </p:cNvPicPr>
                        <p:nvPr/>
                      </p:nvPicPr>
                      <p:blipFill>
                        <a:blip r:embed="rId16"/>
                        <a:srcRect/>
                        <a:stretch>
                          <a:fillRect/>
                        </a:stretch>
                      </p:blipFill>
                      <p:spPr bwMode="auto">
                        <a:xfrm>
                          <a:off x="474" y="2018"/>
                          <a:ext cx="27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10" name="Rectangle 41"/>
            <p:cNvSpPr>
              <a:spLocks noChangeArrowheads="1"/>
            </p:cNvSpPr>
            <p:nvPr/>
          </p:nvSpPr>
          <p:spPr bwMode="auto">
            <a:xfrm>
              <a:off x="2880" y="1584"/>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latin typeface="Times New Roman" panose="02020603050405020304" pitchFamily="18" charset="0"/>
                </a:rPr>
                <a:t>(1) </a:t>
              </a:r>
            </a:p>
          </p:txBody>
        </p:sp>
        <p:sp>
          <p:nvSpPr>
            <p:cNvPr id="12311" name="Rectangle 42"/>
            <p:cNvSpPr>
              <a:spLocks noChangeArrowheads="1"/>
            </p:cNvSpPr>
            <p:nvPr/>
          </p:nvSpPr>
          <p:spPr bwMode="auto">
            <a:xfrm>
              <a:off x="2880" y="2055"/>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latin typeface="Times New Roman" panose="02020603050405020304" pitchFamily="18" charset="0"/>
                </a:rPr>
                <a:t>(3) </a:t>
              </a:r>
            </a:p>
          </p:txBody>
        </p:sp>
        <p:sp>
          <p:nvSpPr>
            <p:cNvPr id="12312" name="Rectangle 43"/>
            <p:cNvSpPr>
              <a:spLocks noChangeArrowheads="1"/>
            </p:cNvSpPr>
            <p:nvPr/>
          </p:nvSpPr>
          <p:spPr bwMode="auto">
            <a:xfrm>
              <a:off x="2880" y="1815"/>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latin typeface="Times New Roman" panose="02020603050405020304" pitchFamily="18" charset="0"/>
                </a:rPr>
                <a:t>(2)</a:t>
              </a:r>
            </a:p>
          </p:txBody>
        </p:sp>
      </p:grpSp>
      <p:grpSp>
        <p:nvGrpSpPr>
          <p:cNvPr id="96408" name="Group 152"/>
          <p:cNvGrpSpPr/>
          <p:nvPr/>
        </p:nvGrpSpPr>
        <p:grpSpPr bwMode="auto">
          <a:xfrm>
            <a:off x="3348038" y="3933056"/>
            <a:ext cx="5243512" cy="2012950"/>
            <a:chOff x="2109" y="2568"/>
            <a:chExt cx="3303" cy="1268"/>
          </a:xfrm>
        </p:grpSpPr>
        <p:sp>
          <p:nvSpPr>
            <p:cNvPr id="12302" name="Rectangle 6"/>
            <p:cNvSpPr>
              <a:spLocks noChangeArrowheads="1"/>
            </p:cNvSpPr>
            <p:nvPr/>
          </p:nvSpPr>
          <p:spPr bwMode="auto">
            <a:xfrm>
              <a:off x="2256" y="3467"/>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b="1" i="1">
                  <a:latin typeface="宋体" panose="02010600030101010101" pitchFamily="2" charset="-122"/>
                </a:rPr>
                <a:t>Z</a:t>
              </a:r>
              <a:r>
                <a:rPr lang="zh-CN" altLang="en-US" sz="2000">
                  <a:latin typeface="宋体" panose="02010600030101010101" pitchFamily="2" charset="-122"/>
                </a:rPr>
                <a:t>参数矩阵为</a:t>
              </a:r>
            </a:p>
          </p:txBody>
        </p:sp>
        <p:sp>
          <p:nvSpPr>
            <p:cNvPr id="12303" name="Rectangle 8"/>
            <p:cNvSpPr>
              <a:spLocks noChangeArrowheads="1"/>
            </p:cNvSpPr>
            <p:nvPr/>
          </p:nvSpPr>
          <p:spPr bwMode="auto">
            <a:xfrm>
              <a:off x="2109" y="2568"/>
              <a:ext cx="33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由方程</a:t>
              </a:r>
              <a:r>
                <a:rPr lang="en-US" altLang="zh-CN" sz="2000">
                  <a:latin typeface="宋体" panose="02010600030101010101" pitchFamily="2" charset="-122"/>
                </a:rPr>
                <a:t>(3)</a:t>
              </a:r>
              <a:r>
                <a:rPr lang="zh-CN" altLang="en-US" sz="2000">
                  <a:latin typeface="宋体" panose="02010600030101010101" pitchFamily="2" charset="-122"/>
                </a:rPr>
                <a:t>解出   ，再代入方程</a:t>
              </a:r>
              <a:r>
                <a:rPr lang="en-US" altLang="zh-CN" sz="2000">
                  <a:latin typeface="宋体" panose="02010600030101010101" pitchFamily="2" charset="-122"/>
                </a:rPr>
                <a:t>(1)</a:t>
              </a:r>
              <a:r>
                <a:rPr lang="zh-CN" altLang="en-US" sz="2000">
                  <a:latin typeface="宋体" panose="02010600030101010101" pitchFamily="2" charset="-122"/>
                </a:rPr>
                <a:t>、</a:t>
              </a:r>
              <a:r>
                <a:rPr lang="en-US" altLang="zh-CN" sz="2000">
                  <a:latin typeface="宋体" panose="02010600030101010101" pitchFamily="2" charset="-122"/>
                </a:rPr>
                <a:t>(2) </a:t>
              </a:r>
              <a:r>
                <a:rPr lang="zh-CN" altLang="en-US" sz="2000">
                  <a:latin typeface="宋体" panose="02010600030101010101" pitchFamily="2" charset="-122"/>
                </a:rPr>
                <a:t>： </a:t>
              </a:r>
            </a:p>
          </p:txBody>
        </p:sp>
        <p:graphicFrame>
          <p:nvGraphicFramePr>
            <p:cNvPr id="12304" name="Object 44"/>
            <p:cNvGraphicFramePr>
              <a:graphicFrameLocks noChangeAspect="1"/>
            </p:cNvGraphicFramePr>
            <p:nvPr/>
          </p:nvGraphicFramePr>
          <p:xfrm>
            <a:off x="3036" y="2869"/>
            <a:ext cx="1456" cy="485"/>
          </p:xfrm>
          <a:graphic>
            <a:graphicData uri="http://schemas.openxmlformats.org/presentationml/2006/ole">
              <mc:AlternateContent xmlns:mc="http://schemas.openxmlformats.org/markup-compatibility/2006">
                <mc:Choice xmlns:v="urn:schemas-microsoft-com:vml" Requires="v">
                  <p:oleObj spid="_x0000_s44339" name="Equation" r:id="rId17" imgW="35966400" imgH="11582400" progId="Equation.DSMT4">
                    <p:embed/>
                  </p:oleObj>
                </mc:Choice>
                <mc:Fallback>
                  <p:oleObj name="Equation" r:id="rId17" imgW="35966400" imgH="11582400" progId="Equation.DSMT4">
                    <p:embed/>
                    <p:pic>
                      <p:nvPicPr>
                        <p:cNvPr id="0" name="图片 44324"/>
                        <p:cNvPicPr>
                          <a:picLocks noChangeAspect="1" noChangeArrowheads="1"/>
                        </p:cNvPicPr>
                        <p:nvPr/>
                      </p:nvPicPr>
                      <p:blipFill>
                        <a:blip r:embed="rId18"/>
                        <a:srcRect/>
                        <a:stretch>
                          <a:fillRect/>
                        </a:stretch>
                      </p:blipFill>
                      <p:spPr bwMode="auto">
                        <a:xfrm>
                          <a:off x="3036" y="2869"/>
                          <a:ext cx="1456"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5" name="Object 46"/>
            <p:cNvGraphicFramePr>
              <a:graphicFrameLocks noChangeAspect="1"/>
            </p:cNvGraphicFramePr>
            <p:nvPr/>
          </p:nvGraphicFramePr>
          <p:xfrm>
            <a:off x="3222" y="2572"/>
            <a:ext cx="200" cy="304"/>
          </p:xfrm>
          <a:graphic>
            <a:graphicData uri="http://schemas.openxmlformats.org/presentationml/2006/ole">
              <mc:AlternateContent xmlns:mc="http://schemas.openxmlformats.org/markup-compatibility/2006">
                <mc:Choice xmlns:v="urn:schemas-microsoft-com:vml" Requires="v">
                  <p:oleObj spid="_x0000_s44340" name="Equation" r:id="rId19" imgW="3657600" imgH="5791200" progId="Equation.DSMT4">
                    <p:embed/>
                  </p:oleObj>
                </mc:Choice>
                <mc:Fallback>
                  <p:oleObj name="Equation" r:id="rId19" imgW="3657600" imgH="5791200" progId="Equation.DSMT4">
                    <p:embed/>
                    <p:pic>
                      <p:nvPicPr>
                        <p:cNvPr id="0" name="图片 44325"/>
                        <p:cNvPicPr>
                          <a:picLocks noChangeAspect="1" noChangeArrowheads="1"/>
                        </p:cNvPicPr>
                        <p:nvPr/>
                      </p:nvPicPr>
                      <p:blipFill>
                        <a:blip r:embed="rId20"/>
                        <a:srcRect/>
                        <a:stretch>
                          <a:fillRect/>
                        </a:stretch>
                      </p:blipFill>
                      <p:spPr bwMode="auto">
                        <a:xfrm>
                          <a:off x="3222" y="2572"/>
                          <a:ext cx="20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6" name="Object 48"/>
            <p:cNvGraphicFramePr>
              <a:graphicFrameLocks noChangeAspect="1"/>
            </p:cNvGraphicFramePr>
            <p:nvPr/>
          </p:nvGraphicFramePr>
          <p:xfrm>
            <a:off x="3222" y="3366"/>
            <a:ext cx="1030" cy="470"/>
          </p:xfrm>
          <a:graphic>
            <a:graphicData uri="http://schemas.openxmlformats.org/presentationml/2006/ole">
              <mc:AlternateContent xmlns:mc="http://schemas.openxmlformats.org/markup-compatibility/2006">
                <mc:Choice xmlns:v="urn:schemas-microsoft-com:vml" Requires="v">
                  <p:oleObj spid="_x0000_s44341" name="Equation" r:id="rId21" imgW="24688800" imgH="10972800" progId="Equation.DSMT4">
                    <p:embed/>
                  </p:oleObj>
                </mc:Choice>
                <mc:Fallback>
                  <p:oleObj name="Equation" r:id="rId21" imgW="24688800" imgH="10972800" progId="Equation.DSMT4">
                    <p:embed/>
                    <p:pic>
                      <p:nvPicPr>
                        <p:cNvPr id="0" name="图片 44326"/>
                        <p:cNvPicPr>
                          <a:picLocks noChangeAspect="1" noChangeArrowheads="1"/>
                        </p:cNvPicPr>
                        <p:nvPr/>
                      </p:nvPicPr>
                      <p:blipFill>
                        <a:blip r:embed="rId22"/>
                        <a:srcRect/>
                        <a:stretch>
                          <a:fillRect/>
                        </a:stretch>
                      </p:blipFill>
                      <p:spPr bwMode="auto">
                        <a:xfrm>
                          <a:off x="3222" y="3366"/>
                          <a:ext cx="1030"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6405" name="Group 149"/>
          <p:cNvGrpSpPr/>
          <p:nvPr/>
        </p:nvGrpSpPr>
        <p:grpSpPr bwMode="auto">
          <a:xfrm>
            <a:off x="914400" y="6234120"/>
            <a:ext cx="7224713" cy="411163"/>
            <a:chOff x="480" y="3687"/>
            <a:chExt cx="4551" cy="259"/>
          </a:xfrm>
        </p:grpSpPr>
        <p:sp>
          <p:nvSpPr>
            <p:cNvPr id="12300" name="Rectangle 25"/>
            <p:cNvSpPr>
              <a:spLocks noChangeArrowheads="1"/>
            </p:cNvSpPr>
            <p:nvPr/>
          </p:nvSpPr>
          <p:spPr bwMode="auto">
            <a:xfrm>
              <a:off x="480" y="3696"/>
              <a:ext cx="35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本题电路结构与元件参数对称是对称二端口，故</a:t>
              </a:r>
            </a:p>
          </p:txBody>
        </p:sp>
        <p:graphicFrame>
          <p:nvGraphicFramePr>
            <p:cNvPr id="12301" name="Object 50"/>
            <p:cNvGraphicFramePr>
              <a:graphicFrameLocks noChangeAspect="1"/>
            </p:cNvGraphicFramePr>
            <p:nvPr/>
          </p:nvGraphicFramePr>
          <p:xfrm>
            <a:off x="3897" y="3687"/>
            <a:ext cx="1134" cy="245"/>
          </p:xfrm>
          <a:graphic>
            <a:graphicData uri="http://schemas.openxmlformats.org/presentationml/2006/ole">
              <mc:AlternateContent xmlns:mc="http://schemas.openxmlformats.org/markup-compatibility/2006">
                <mc:Choice xmlns:v="urn:schemas-microsoft-com:vml" Requires="v">
                  <p:oleObj spid="_x0000_s44342" name="Equation" r:id="rId23" imgW="27736800" imgH="5486400" progId="Equation.DSMT4">
                    <p:embed/>
                  </p:oleObj>
                </mc:Choice>
                <mc:Fallback>
                  <p:oleObj name="Equation" r:id="rId23" imgW="27736800" imgH="5486400" progId="Equation.DSMT4">
                    <p:embed/>
                    <p:pic>
                      <p:nvPicPr>
                        <p:cNvPr id="0" name="图片 44327"/>
                        <p:cNvPicPr>
                          <a:picLocks noChangeAspect="1" noChangeArrowheads="1"/>
                        </p:cNvPicPr>
                        <p:nvPr/>
                      </p:nvPicPr>
                      <p:blipFill>
                        <a:blip r:embed="rId24"/>
                        <a:srcRect/>
                        <a:stretch>
                          <a:fillRect/>
                        </a:stretch>
                      </p:blipFill>
                      <p:spPr bwMode="auto">
                        <a:xfrm>
                          <a:off x="3897" y="3687"/>
                          <a:ext cx="113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6411" name="Object 155"/>
          <p:cNvGraphicFramePr>
            <a:graphicFrameLocks noChangeAspect="1"/>
          </p:cNvGraphicFramePr>
          <p:nvPr/>
        </p:nvGraphicFramePr>
        <p:xfrm>
          <a:off x="0" y="908050"/>
          <a:ext cx="3132138" cy="1727119"/>
        </p:xfrm>
        <a:graphic>
          <a:graphicData uri="http://schemas.openxmlformats.org/presentationml/2006/ole">
            <mc:AlternateContent xmlns:mc="http://schemas.openxmlformats.org/markup-compatibility/2006">
              <mc:Choice xmlns:v="urn:schemas-microsoft-com:vml" Requires="v">
                <p:oleObj spid="_x0000_s44343" name="Visio" r:id="rId25" imgW="3340100" imgH="1600200" progId="Visio.Drawing.11">
                  <p:embed/>
                </p:oleObj>
              </mc:Choice>
              <mc:Fallback>
                <p:oleObj name="Visio" r:id="rId25" imgW="3340100" imgH="1600200" progId="Visio.Drawing.11">
                  <p:embed/>
                  <p:pic>
                    <p:nvPicPr>
                      <p:cNvPr id="0" name="图片 44328"/>
                      <p:cNvPicPr>
                        <a:picLocks noChangeAspect="1" noChangeArrowheads="1"/>
                      </p:cNvPicPr>
                      <p:nvPr/>
                    </p:nvPicPr>
                    <p:blipFill>
                      <a:blip r:embed="rId26"/>
                      <a:srcRect/>
                      <a:stretch>
                        <a:fillRect/>
                      </a:stretch>
                    </p:blipFill>
                    <p:spPr bwMode="auto">
                      <a:xfrm>
                        <a:off x="0" y="908050"/>
                        <a:ext cx="3132138" cy="1727119"/>
                      </a:xfrm>
                      <a:prstGeom prst="rect">
                        <a:avLst/>
                      </a:prstGeom>
                      <a:noFill/>
                      <a:ln>
                        <a:noFill/>
                      </a:ln>
                    </p:spPr>
                  </p:pic>
                </p:oleObj>
              </mc:Fallback>
            </mc:AlternateContent>
          </a:graphicData>
        </a:graphic>
      </p:graphicFrame>
      <p:sp>
        <p:nvSpPr>
          <p:cNvPr id="26" name="文本框 25"/>
          <p:cNvSpPr txBox="1"/>
          <p:nvPr/>
        </p:nvSpPr>
        <p:spPr>
          <a:xfrm>
            <a:off x="1437471" y="188640"/>
            <a:ext cx="829073" cy="523220"/>
          </a:xfrm>
          <a:prstGeom prst="rect">
            <a:avLst/>
          </a:prstGeom>
          <a:noFill/>
        </p:spPr>
        <p:txBody>
          <a:bodyPr wrap="none" rtlCol="0">
            <a:spAutoFit/>
          </a:bodyPr>
          <a:lstStyle/>
          <a:p>
            <a:r>
              <a:rPr lang="en-US" altLang="zh-CN" sz="2800" b="1" dirty="0"/>
              <a:t>12.2</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6282"/>
                                        </p:tgtEl>
                                        <p:attrNameLst>
                                          <p:attrName>style.visibility</p:attrName>
                                        </p:attrNameLst>
                                      </p:cBhvr>
                                      <p:to>
                                        <p:strVal val="visible"/>
                                      </p:to>
                                    </p:set>
                                    <p:animEffect transition="in" filter="dissolve">
                                      <p:cBhvr>
                                        <p:cTn id="7" dur="500"/>
                                        <p:tgtEl>
                                          <p:spTgt spid="962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6411"/>
                                        </p:tgtEl>
                                        <p:attrNameLst>
                                          <p:attrName>style.visibility</p:attrName>
                                        </p:attrNameLst>
                                      </p:cBhvr>
                                      <p:to>
                                        <p:strVal val="visible"/>
                                      </p:to>
                                    </p:set>
                                    <p:anim calcmode="lin" valueType="num">
                                      <p:cBhvr additive="base">
                                        <p:cTn id="12" dur="500" fill="hold"/>
                                        <p:tgtEl>
                                          <p:spTgt spid="96411"/>
                                        </p:tgtEl>
                                        <p:attrNameLst>
                                          <p:attrName>ppt_x</p:attrName>
                                        </p:attrNameLst>
                                      </p:cBhvr>
                                      <p:tavLst>
                                        <p:tav tm="0">
                                          <p:val>
                                            <p:strVal val="0-#ppt_w/2"/>
                                          </p:val>
                                        </p:tav>
                                        <p:tav tm="100000">
                                          <p:val>
                                            <p:strVal val="#ppt_x"/>
                                          </p:val>
                                        </p:tav>
                                      </p:tavLst>
                                    </p:anim>
                                    <p:anim calcmode="lin" valueType="num">
                                      <p:cBhvr additive="base">
                                        <p:cTn id="13" dur="500" fill="hold"/>
                                        <p:tgtEl>
                                          <p:spTgt spid="9641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9625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96407"/>
                                        </p:tgtEl>
                                        <p:attrNameLst>
                                          <p:attrName>style.visibility</p:attrName>
                                        </p:attrNameLst>
                                      </p:cBhvr>
                                      <p:to>
                                        <p:strVal val="visible"/>
                                      </p:to>
                                    </p:set>
                                    <p:anim calcmode="lin" valueType="num">
                                      <p:cBhvr additive="base">
                                        <p:cTn id="21" dur="500" fill="hold"/>
                                        <p:tgtEl>
                                          <p:spTgt spid="96407"/>
                                        </p:tgtEl>
                                        <p:attrNameLst>
                                          <p:attrName>ppt_x</p:attrName>
                                        </p:attrNameLst>
                                      </p:cBhvr>
                                      <p:tavLst>
                                        <p:tav tm="0">
                                          <p:val>
                                            <p:strVal val="1+#ppt_w/2"/>
                                          </p:val>
                                        </p:tav>
                                        <p:tav tm="100000">
                                          <p:val>
                                            <p:strVal val="#ppt_x"/>
                                          </p:val>
                                        </p:tav>
                                      </p:tavLst>
                                    </p:anim>
                                    <p:anim calcmode="lin" valueType="num">
                                      <p:cBhvr additive="base">
                                        <p:cTn id="22" dur="500" fill="hold"/>
                                        <p:tgtEl>
                                          <p:spTgt spid="9640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96403"/>
                                        </p:tgtEl>
                                        <p:attrNameLst>
                                          <p:attrName>style.visibility</p:attrName>
                                        </p:attrNameLst>
                                      </p:cBhvr>
                                      <p:to>
                                        <p:strVal val="visible"/>
                                      </p:to>
                                    </p:set>
                                    <p:anim calcmode="lin" valueType="num">
                                      <p:cBhvr additive="base">
                                        <p:cTn id="27" dur="500" fill="hold"/>
                                        <p:tgtEl>
                                          <p:spTgt spid="96403"/>
                                        </p:tgtEl>
                                        <p:attrNameLst>
                                          <p:attrName>ppt_x</p:attrName>
                                        </p:attrNameLst>
                                      </p:cBhvr>
                                      <p:tavLst>
                                        <p:tav tm="0">
                                          <p:val>
                                            <p:strVal val="1+#ppt_w/2"/>
                                          </p:val>
                                        </p:tav>
                                        <p:tav tm="100000">
                                          <p:val>
                                            <p:strVal val="#ppt_x"/>
                                          </p:val>
                                        </p:tav>
                                      </p:tavLst>
                                    </p:anim>
                                    <p:anim calcmode="lin" valueType="num">
                                      <p:cBhvr additive="base">
                                        <p:cTn id="28" dur="500" fill="hold"/>
                                        <p:tgtEl>
                                          <p:spTgt spid="9640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96408"/>
                                        </p:tgtEl>
                                        <p:attrNameLst>
                                          <p:attrName>style.visibility</p:attrName>
                                        </p:attrNameLst>
                                      </p:cBhvr>
                                      <p:to>
                                        <p:strVal val="visible"/>
                                      </p:to>
                                    </p:set>
                                    <p:anim calcmode="lin" valueType="num">
                                      <p:cBhvr additive="base">
                                        <p:cTn id="33" dur="500" fill="hold"/>
                                        <p:tgtEl>
                                          <p:spTgt spid="96408"/>
                                        </p:tgtEl>
                                        <p:attrNameLst>
                                          <p:attrName>ppt_x</p:attrName>
                                        </p:attrNameLst>
                                      </p:cBhvr>
                                      <p:tavLst>
                                        <p:tav tm="0">
                                          <p:val>
                                            <p:strVal val="1+#ppt_w/2"/>
                                          </p:val>
                                        </p:tav>
                                        <p:tav tm="100000">
                                          <p:val>
                                            <p:strVal val="#ppt_x"/>
                                          </p:val>
                                        </p:tav>
                                      </p:tavLst>
                                    </p:anim>
                                    <p:anim calcmode="lin" valueType="num">
                                      <p:cBhvr additive="base">
                                        <p:cTn id="34" dur="500" fill="hold"/>
                                        <p:tgtEl>
                                          <p:spTgt spid="96408"/>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6405"/>
                                        </p:tgtEl>
                                        <p:attrNameLst>
                                          <p:attrName>style.visibility</p:attrName>
                                        </p:attrNameLst>
                                      </p:cBhvr>
                                      <p:to>
                                        <p:strVal val="visible"/>
                                      </p:to>
                                    </p:set>
                                    <p:anim calcmode="lin" valueType="num">
                                      <p:cBhvr additive="base">
                                        <p:cTn id="39" dur="500" fill="hold"/>
                                        <p:tgtEl>
                                          <p:spTgt spid="96405"/>
                                        </p:tgtEl>
                                        <p:attrNameLst>
                                          <p:attrName>ppt_x</p:attrName>
                                        </p:attrNameLst>
                                      </p:cBhvr>
                                      <p:tavLst>
                                        <p:tav tm="0">
                                          <p:val>
                                            <p:strVal val="#ppt_x"/>
                                          </p:val>
                                        </p:tav>
                                        <p:tav tm="100000">
                                          <p:val>
                                            <p:strVal val="#ppt_x"/>
                                          </p:val>
                                        </p:tav>
                                      </p:tavLst>
                                    </p:anim>
                                    <p:anim calcmode="lin" valueType="num">
                                      <p:cBhvr additive="base">
                                        <p:cTn id="40" dur="500" fill="hold"/>
                                        <p:tgtEl>
                                          <p:spTgt spid="964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5" name="Rectangle 3"/>
          <p:cNvSpPr>
            <a:spLocks noGrp="1" noChangeArrowheads="1"/>
          </p:cNvSpPr>
          <p:nvPr>
            <p:ph type="subTitle" idx="1"/>
          </p:nvPr>
        </p:nvSpPr>
        <p:spPr>
          <a:xfrm>
            <a:off x="683568" y="980728"/>
            <a:ext cx="4724400" cy="457200"/>
          </a:xfrm>
        </p:spPr>
        <p:txBody>
          <a:bodyPr rtlCol="0">
            <a:normAutofit/>
          </a:bodyPr>
          <a:lstStyle/>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求图所示二端口的阻抗参数矩阵</a:t>
            </a:r>
            <a:r>
              <a:rPr lang="zh-CN" altLang="en-US" sz="2000" b="1" i="1" dirty="0">
                <a:solidFill>
                  <a:schemeClr val="tx1"/>
                </a:solidFill>
                <a:latin typeface="宋体" panose="02010600030101010101" pitchFamily="2" charset="-122"/>
              </a:rPr>
              <a:t>。</a:t>
            </a:r>
            <a:endParaRPr lang="zh-CN" altLang="en-US" sz="2000" b="1" dirty="0">
              <a:solidFill>
                <a:schemeClr val="tx1"/>
              </a:solidFill>
              <a:latin typeface="宋体" panose="02010600030101010101" pitchFamily="2" charset="-122"/>
            </a:endParaRPr>
          </a:p>
        </p:txBody>
      </p:sp>
      <p:grpSp>
        <p:nvGrpSpPr>
          <p:cNvPr id="115839" name="Group 127"/>
          <p:cNvGrpSpPr/>
          <p:nvPr/>
        </p:nvGrpSpPr>
        <p:grpSpPr bwMode="auto">
          <a:xfrm>
            <a:off x="381000" y="1600200"/>
            <a:ext cx="5581650" cy="1916113"/>
            <a:chOff x="240" y="1008"/>
            <a:chExt cx="3516" cy="1207"/>
          </a:xfrm>
        </p:grpSpPr>
        <p:graphicFrame>
          <p:nvGraphicFramePr>
            <p:cNvPr id="13327" name="Object 4"/>
            <p:cNvGraphicFramePr>
              <a:graphicFrameLocks noChangeAspect="1"/>
            </p:cNvGraphicFramePr>
            <p:nvPr/>
          </p:nvGraphicFramePr>
          <p:xfrm>
            <a:off x="240" y="1008"/>
            <a:ext cx="375" cy="245"/>
          </p:xfrm>
          <a:graphic>
            <a:graphicData uri="http://schemas.openxmlformats.org/presentationml/2006/ole">
              <mc:AlternateContent xmlns:mc="http://schemas.openxmlformats.org/markup-compatibility/2006">
                <mc:Choice xmlns:v="urn:schemas-microsoft-com:vml" Requires="v">
                  <p:oleObj spid="_x0000_s12952" name="Visio" r:id="rId3" imgW="635000" imgH="431800" progId="Visio.Drawing.11">
                    <p:embed/>
                  </p:oleObj>
                </mc:Choice>
                <mc:Fallback>
                  <p:oleObj name="Visio" r:id="rId3" imgW="635000" imgH="431800" progId="Visio.Drawing.11">
                    <p:embed/>
                    <p:pic>
                      <p:nvPicPr>
                        <p:cNvPr id="0" name="图片 12943"/>
                        <p:cNvPicPr>
                          <a:picLocks noChangeAspect="1" noChangeArrowheads="1"/>
                        </p:cNvPicPr>
                        <p:nvPr/>
                      </p:nvPicPr>
                      <p:blipFill>
                        <a:blip r:embed="rId4"/>
                        <a:srcRect/>
                        <a:stretch>
                          <a:fillRect/>
                        </a:stretch>
                      </p:blipFill>
                      <p:spPr bwMode="auto">
                        <a:xfrm>
                          <a:off x="240" y="1008"/>
                          <a:ext cx="375" cy="245"/>
                        </a:xfrm>
                        <a:prstGeom prst="rect">
                          <a:avLst/>
                        </a:prstGeom>
                        <a:noFill/>
                        <a:ln>
                          <a:noFill/>
                        </a:ln>
                      </p:spPr>
                    </p:pic>
                  </p:oleObj>
                </mc:Fallback>
              </mc:AlternateContent>
            </a:graphicData>
          </a:graphic>
        </p:graphicFrame>
        <p:sp>
          <p:nvSpPr>
            <p:cNvPr id="13328" name="Rectangle 5"/>
            <p:cNvSpPr>
              <a:spLocks noChangeArrowheads="1"/>
            </p:cNvSpPr>
            <p:nvPr/>
          </p:nvSpPr>
          <p:spPr bwMode="auto">
            <a:xfrm>
              <a:off x="576" y="1200"/>
              <a:ext cx="20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pPr>
              <a:r>
                <a:rPr lang="zh-CN" altLang="en-US" sz="2000">
                  <a:latin typeface="宋体" panose="02010600030101010101" pitchFamily="2" charset="-122"/>
                </a:rPr>
                <a:t>选图中回路列回路电流方程</a:t>
              </a:r>
            </a:p>
          </p:txBody>
        </p:sp>
        <p:graphicFrame>
          <p:nvGraphicFramePr>
            <p:cNvPr id="13329" name="Object 35"/>
            <p:cNvGraphicFramePr>
              <a:graphicFrameLocks noChangeAspect="1"/>
            </p:cNvGraphicFramePr>
            <p:nvPr/>
          </p:nvGraphicFramePr>
          <p:xfrm>
            <a:off x="757" y="1625"/>
            <a:ext cx="2999" cy="590"/>
          </p:xfrm>
          <a:graphic>
            <a:graphicData uri="http://schemas.openxmlformats.org/presentationml/2006/ole">
              <mc:AlternateContent xmlns:mc="http://schemas.openxmlformats.org/markup-compatibility/2006">
                <mc:Choice xmlns:v="urn:schemas-microsoft-com:vml" Requires="v">
                  <p:oleObj spid="_x0000_s12953" name="Equation" r:id="rId5" imgW="59436000" imgH="10972800" progId="Equation.DSMT4">
                    <p:embed/>
                  </p:oleObj>
                </mc:Choice>
                <mc:Fallback>
                  <p:oleObj name="Equation" r:id="rId5" imgW="59436000" imgH="10972800" progId="Equation.DSMT4">
                    <p:embed/>
                    <p:pic>
                      <p:nvPicPr>
                        <p:cNvPr id="0" name="图片 12944"/>
                        <p:cNvPicPr>
                          <a:picLocks noChangeAspect="1" noChangeArrowheads="1"/>
                        </p:cNvPicPr>
                        <p:nvPr/>
                      </p:nvPicPr>
                      <p:blipFill>
                        <a:blip r:embed="rId6"/>
                        <a:srcRect/>
                        <a:stretch>
                          <a:fillRect/>
                        </a:stretch>
                      </p:blipFill>
                      <p:spPr bwMode="auto">
                        <a:xfrm>
                          <a:off x="757" y="1625"/>
                          <a:ext cx="2999" cy="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5840" name="Group 128"/>
          <p:cNvGrpSpPr/>
          <p:nvPr/>
        </p:nvGrpSpPr>
        <p:grpSpPr bwMode="auto">
          <a:xfrm>
            <a:off x="457200" y="3429000"/>
            <a:ext cx="3621088" cy="935038"/>
            <a:chOff x="288" y="2160"/>
            <a:chExt cx="2281" cy="589"/>
          </a:xfrm>
        </p:grpSpPr>
        <p:sp>
          <p:nvSpPr>
            <p:cNvPr id="13325" name="Rectangle 8"/>
            <p:cNvSpPr>
              <a:spLocks noChangeArrowheads="1"/>
            </p:cNvSpPr>
            <p:nvPr/>
          </p:nvSpPr>
          <p:spPr bwMode="auto">
            <a:xfrm>
              <a:off x="288" y="2160"/>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整理得：</a:t>
              </a:r>
            </a:p>
          </p:txBody>
        </p:sp>
        <p:graphicFrame>
          <p:nvGraphicFramePr>
            <p:cNvPr id="13326" name="Object 37"/>
            <p:cNvGraphicFramePr>
              <a:graphicFrameLocks noChangeAspect="1"/>
            </p:cNvGraphicFramePr>
            <p:nvPr/>
          </p:nvGraphicFramePr>
          <p:xfrm>
            <a:off x="1272" y="2268"/>
            <a:ext cx="1297" cy="481"/>
          </p:xfrm>
          <a:graphic>
            <a:graphicData uri="http://schemas.openxmlformats.org/presentationml/2006/ole">
              <mc:AlternateContent xmlns:mc="http://schemas.openxmlformats.org/markup-compatibility/2006">
                <mc:Choice xmlns:v="urn:schemas-microsoft-com:vml" Requires="v">
                  <p:oleObj spid="_x0000_s12954" name="Equation" r:id="rId7" imgW="31394400" imgH="11277600" progId="Equation.DSMT4">
                    <p:embed/>
                  </p:oleObj>
                </mc:Choice>
                <mc:Fallback>
                  <p:oleObj name="Equation" r:id="rId7" imgW="31394400" imgH="11277600" progId="Equation.DSMT4">
                    <p:embed/>
                    <p:pic>
                      <p:nvPicPr>
                        <p:cNvPr id="0" name="图片 12945"/>
                        <p:cNvPicPr>
                          <a:picLocks noChangeAspect="1" noChangeArrowheads="1"/>
                        </p:cNvPicPr>
                        <p:nvPr/>
                      </p:nvPicPr>
                      <p:blipFill>
                        <a:blip r:embed="rId8"/>
                        <a:srcRect/>
                        <a:stretch>
                          <a:fillRect/>
                        </a:stretch>
                      </p:blipFill>
                      <p:spPr bwMode="auto">
                        <a:xfrm>
                          <a:off x="1272" y="2268"/>
                          <a:ext cx="1297"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5841" name="Group 129"/>
          <p:cNvGrpSpPr/>
          <p:nvPr/>
        </p:nvGrpSpPr>
        <p:grpSpPr bwMode="auto">
          <a:xfrm>
            <a:off x="457200" y="4648200"/>
            <a:ext cx="3276600" cy="715963"/>
            <a:chOff x="288" y="2928"/>
            <a:chExt cx="2064" cy="451"/>
          </a:xfrm>
        </p:grpSpPr>
        <p:sp>
          <p:nvSpPr>
            <p:cNvPr id="13323" name="Rectangle 6"/>
            <p:cNvSpPr>
              <a:spLocks noChangeArrowheads="1"/>
            </p:cNvSpPr>
            <p:nvPr/>
          </p:nvSpPr>
          <p:spPr bwMode="auto">
            <a:xfrm>
              <a:off x="288" y="2976"/>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b="1" i="1">
                  <a:latin typeface="宋体" panose="02010600030101010101" pitchFamily="2" charset="-122"/>
                </a:rPr>
                <a:t>Z</a:t>
              </a:r>
              <a:r>
                <a:rPr lang="zh-CN" altLang="en-US" sz="2000">
                  <a:latin typeface="宋体" panose="02010600030101010101" pitchFamily="2" charset="-122"/>
                </a:rPr>
                <a:t>参数矩阵为</a:t>
              </a:r>
            </a:p>
          </p:txBody>
        </p:sp>
        <p:graphicFrame>
          <p:nvGraphicFramePr>
            <p:cNvPr id="13324" name="Object 39"/>
            <p:cNvGraphicFramePr>
              <a:graphicFrameLocks noChangeAspect="1"/>
            </p:cNvGraphicFramePr>
            <p:nvPr/>
          </p:nvGraphicFramePr>
          <p:xfrm>
            <a:off x="1440" y="2928"/>
            <a:ext cx="912" cy="451"/>
          </p:xfrm>
          <a:graphic>
            <a:graphicData uri="http://schemas.openxmlformats.org/presentationml/2006/ole">
              <mc:AlternateContent xmlns:mc="http://schemas.openxmlformats.org/markup-compatibility/2006">
                <mc:Choice xmlns:v="urn:schemas-microsoft-com:vml" Requires="v">
                  <p:oleObj spid="_x0000_s12955" r:id="rId9" imgW="1028700" imgH="495300" progId="Equation.3">
                    <p:embed/>
                  </p:oleObj>
                </mc:Choice>
                <mc:Fallback>
                  <p:oleObj r:id="rId9" imgW="1028700" imgH="495300" progId="Equation.3">
                    <p:embed/>
                    <p:pic>
                      <p:nvPicPr>
                        <p:cNvPr id="0" name="图片 129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928"/>
                          <a:ext cx="912"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15845" name="Object 133"/>
          <p:cNvGraphicFramePr>
            <a:graphicFrameLocks noChangeAspect="1"/>
          </p:cNvGraphicFramePr>
          <p:nvPr/>
        </p:nvGraphicFramePr>
        <p:xfrm>
          <a:off x="4392613" y="908050"/>
          <a:ext cx="4751387" cy="1770063"/>
        </p:xfrm>
        <a:graphic>
          <a:graphicData uri="http://schemas.openxmlformats.org/presentationml/2006/ole">
            <mc:AlternateContent xmlns:mc="http://schemas.openxmlformats.org/markup-compatibility/2006">
              <mc:Choice xmlns:v="urn:schemas-microsoft-com:vml" Requires="v">
                <p:oleObj spid="_x0000_s12956" name="Visio" r:id="rId11" imgW="3251200" imgH="1219200" progId="Visio.Drawing.11">
                  <p:embed/>
                </p:oleObj>
              </mc:Choice>
              <mc:Fallback>
                <p:oleObj name="Visio" r:id="rId11" imgW="3251200" imgH="1219200" progId="Visio.Drawing.11">
                  <p:embed/>
                  <p:pic>
                    <p:nvPicPr>
                      <p:cNvPr id="0" name="图片 12947"/>
                      <p:cNvPicPr>
                        <a:picLocks noChangeAspect="1" noChangeArrowheads="1"/>
                      </p:cNvPicPr>
                      <p:nvPr/>
                    </p:nvPicPr>
                    <p:blipFill>
                      <a:blip r:embed="rId12"/>
                      <a:srcRect/>
                      <a:stretch>
                        <a:fillRect/>
                      </a:stretch>
                    </p:blipFill>
                    <p:spPr bwMode="auto">
                      <a:xfrm>
                        <a:off x="4392613" y="908050"/>
                        <a:ext cx="4751387"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26"/>
          <p:cNvGraphicFramePr>
            <a:graphicFrameLocks noChangeAspect="1"/>
          </p:cNvGraphicFramePr>
          <p:nvPr/>
        </p:nvGraphicFramePr>
        <p:xfrm>
          <a:off x="0" y="188913"/>
          <a:ext cx="9220200" cy="582612"/>
        </p:xfrm>
        <a:graphic>
          <a:graphicData uri="http://schemas.openxmlformats.org/presentationml/2006/ole">
            <mc:AlternateContent xmlns:mc="http://schemas.openxmlformats.org/markup-compatibility/2006">
              <mc:Choice xmlns:v="urn:schemas-microsoft-com:vml" Requires="v">
                <p:oleObj spid="_x0000_s12957" name="Visio" r:id="rId13" imgW="6832600" imgH="444500" progId="Visio.Drawing.11">
                  <p:embed/>
                </p:oleObj>
              </mc:Choice>
              <mc:Fallback>
                <p:oleObj name="Visio" r:id="rId13" imgW="6832600" imgH="444500" progId="Visio.Drawing.11">
                  <p:embed/>
                  <p:pic>
                    <p:nvPicPr>
                      <p:cNvPr id="0" name="图片 12948"/>
                      <p:cNvPicPr>
                        <a:picLocks noChangeAspect="1" noChangeArrowheads="1"/>
                      </p:cNvPicPr>
                      <p:nvPr/>
                    </p:nvPicPr>
                    <p:blipFill>
                      <a:blip r:embed="rId14"/>
                      <a:srcRect/>
                      <a:stretch>
                        <a:fillRect/>
                      </a:stretch>
                    </p:blipFill>
                    <p:spPr bwMode="auto">
                      <a:xfrm>
                        <a:off x="0" y="188913"/>
                        <a:ext cx="9220200" cy="582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文本框 15"/>
          <p:cNvSpPr txBox="1"/>
          <p:nvPr/>
        </p:nvSpPr>
        <p:spPr>
          <a:xfrm>
            <a:off x="1437471" y="188640"/>
            <a:ext cx="829073" cy="523220"/>
          </a:xfrm>
          <a:prstGeom prst="rect">
            <a:avLst/>
          </a:prstGeom>
          <a:noFill/>
        </p:spPr>
        <p:txBody>
          <a:bodyPr wrap="none" rtlCol="0">
            <a:spAutoFit/>
          </a:bodyPr>
          <a:lstStyle/>
          <a:p>
            <a:r>
              <a:rPr lang="en-US" altLang="zh-CN" sz="2800" b="1" dirty="0"/>
              <a:t>12.3</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115845"/>
                                        </p:tgtEl>
                                        <p:attrNameLst>
                                          <p:attrName>style.visibility</p:attrName>
                                        </p:attrNameLst>
                                      </p:cBhvr>
                                      <p:to>
                                        <p:strVal val="visible"/>
                                      </p:to>
                                    </p:set>
                                    <p:anim calcmode="lin" valueType="num">
                                      <p:cBhvr additive="base">
                                        <p:cTn id="11" dur="500" fill="hold"/>
                                        <p:tgtEl>
                                          <p:spTgt spid="115845"/>
                                        </p:tgtEl>
                                        <p:attrNameLst>
                                          <p:attrName>ppt_x</p:attrName>
                                        </p:attrNameLst>
                                      </p:cBhvr>
                                      <p:tavLst>
                                        <p:tav tm="0">
                                          <p:val>
                                            <p:strVal val="1+#ppt_w/2"/>
                                          </p:val>
                                        </p:tav>
                                        <p:tav tm="100000">
                                          <p:val>
                                            <p:strVal val="#ppt_x"/>
                                          </p:val>
                                        </p:tav>
                                      </p:tavLst>
                                    </p:anim>
                                    <p:anim calcmode="lin" valueType="num">
                                      <p:cBhvr additive="base">
                                        <p:cTn id="12" dur="500" fill="hold"/>
                                        <p:tgtEl>
                                          <p:spTgt spid="11584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15839"/>
                                        </p:tgtEl>
                                        <p:attrNameLst>
                                          <p:attrName>style.visibility</p:attrName>
                                        </p:attrNameLst>
                                      </p:cBhvr>
                                      <p:to>
                                        <p:strVal val="visible"/>
                                      </p:to>
                                    </p:set>
                                    <p:animEffect transition="in" filter="slide(fromLeft)">
                                      <p:cBhvr>
                                        <p:cTn id="17" dur="500"/>
                                        <p:tgtEl>
                                          <p:spTgt spid="11583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115840"/>
                                        </p:tgtEl>
                                        <p:attrNameLst>
                                          <p:attrName>style.visibility</p:attrName>
                                        </p:attrNameLst>
                                      </p:cBhvr>
                                      <p:to>
                                        <p:strVal val="visible"/>
                                      </p:to>
                                    </p:set>
                                    <p:animEffect transition="in" filter="slide(fromLeft)">
                                      <p:cBhvr>
                                        <p:cTn id="22" dur="500"/>
                                        <p:tgtEl>
                                          <p:spTgt spid="115840"/>
                                        </p:tgtEl>
                                      </p:cBhvr>
                                    </p:animEffect>
                                  </p:childTnLst>
                                </p:cTn>
                              </p:par>
                              <p:par>
                                <p:cTn id="23" presetID="12" presetClass="entr" presetSubtype="4" fill="hold" nodeType="withEffect">
                                  <p:stCondLst>
                                    <p:cond delay="0"/>
                                  </p:stCondLst>
                                  <p:childTnLst>
                                    <p:set>
                                      <p:cBhvr>
                                        <p:cTn id="24" dur="1" fill="hold">
                                          <p:stCondLst>
                                            <p:cond delay="0"/>
                                          </p:stCondLst>
                                        </p:cTn>
                                        <p:tgtEl>
                                          <p:spTgt spid="115841"/>
                                        </p:tgtEl>
                                        <p:attrNameLst>
                                          <p:attrName>style.visibility</p:attrName>
                                        </p:attrNameLst>
                                      </p:cBhvr>
                                      <p:to>
                                        <p:strVal val="visible"/>
                                      </p:to>
                                    </p:set>
                                    <p:animEffect transition="in" filter="slide(fromBottom)">
                                      <p:cBhvr>
                                        <p:cTn id="25" dur="500"/>
                                        <p:tgtEl>
                                          <p:spTgt spid="115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ChangeArrowheads="1"/>
          </p:cNvSpPr>
          <p:nvPr/>
        </p:nvSpPr>
        <p:spPr bwMode="auto">
          <a:xfrm>
            <a:off x="323850" y="1773238"/>
            <a:ext cx="2105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sz="2000">
                <a:solidFill>
                  <a:schemeClr val="hlink"/>
                </a:solidFill>
                <a:latin typeface="宋体" panose="02010600030101010101" pitchFamily="2" charset="-122"/>
                <a:ea typeface="黑体" panose="02010609060101010101" pitchFamily="2" charset="-122"/>
              </a:rPr>
              <a:t>1 </a:t>
            </a:r>
            <a:r>
              <a:rPr lang="zh-CN" altLang="en-US" sz="2000">
                <a:solidFill>
                  <a:schemeClr val="hlink"/>
                </a:solidFill>
                <a:latin typeface="Times New Roman" panose="02020603050405020304" pitchFamily="18" charset="0"/>
                <a:ea typeface="黑体" panose="02010609060101010101" pitchFamily="2" charset="-122"/>
              </a:rPr>
              <a:t>传输参数方程</a:t>
            </a:r>
            <a:r>
              <a:rPr lang="zh-CN" altLang="en-US" sz="2000">
                <a:latin typeface="宋体" panose="02010600030101010101" pitchFamily="2" charset="-122"/>
              </a:rPr>
              <a:t> </a:t>
            </a:r>
          </a:p>
        </p:txBody>
      </p:sp>
      <p:graphicFrame>
        <p:nvGraphicFramePr>
          <p:cNvPr id="113695" name="Object 31"/>
          <p:cNvGraphicFramePr>
            <a:graphicFrameLocks noChangeAspect="1"/>
          </p:cNvGraphicFramePr>
          <p:nvPr/>
        </p:nvGraphicFramePr>
        <p:xfrm>
          <a:off x="0" y="228600"/>
          <a:ext cx="9144000" cy="688975"/>
        </p:xfrm>
        <a:graphic>
          <a:graphicData uri="http://schemas.openxmlformats.org/presentationml/2006/ole">
            <mc:AlternateContent xmlns:mc="http://schemas.openxmlformats.org/markup-compatibility/2006">
              <mc:Choice xmlns:v="urn:schemas-microsoft-com:vml" Requires="v">
                <p:oleObj spid="_x0000_s15220" r:id="rId3" imgW="5313045" imgH="396875" progId="Visio.Drawing.6">
                  <p:embed/>
                </p:oleObj>
              </mc:Choice>
              <mc:Fallback>
                <p:oleObj r:id="rId3" imgW="5313045" imgH="396875" progId="Visio.Drawing.6">
                  <p:embed/>
                  <p:pic>
                    <p:nvPicPr>
                      <p:cNvPr id="0" name="图片 152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8600"/>
                        <a:ext cx="91440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3736" name="Group 72"/>
          <p:cNvGrpSpPr/>
          <p:nvPr/>
        </p:nvGrpSpPr>
        <p:grpSpPr bwMode="auto">
          <a:xfrm>
            <a:off x="755650" y="2179638"/>
            <a:ext cx="7924800" cy="847725"/>
            <a:chOff x="528" y="1472"/>
            <a:chExt cx="4992" cy="534"/>
          </a:xfrm>
        </p:grpSpPr>
        <p:sp>
          <p:nvSpPr>
            <p:cNvPr id="15381" name="Rectangle 7"/>
            <p:cNvSpPr>
              <a:spLocks noChangeArrowheads="1"/>
            </p:cNvSpPr>
            <p:nvPr/>
          </p:nvSpPr>
          <p:spPr bwMode="auto">
            <a:xfrm>
              <a:off x="4800" y="148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graphicFrame>
          <p:nvGraphicFramePr>
            <p:cNvPr id="15382" name="Object 55"/>
            <p:cNvGraphicFramePr>
              <a:graphicFrameLocks noChangeAspect="1"/>
            </p:cNvGraphicFramePr>
            <p:nvPr/>
          </p:nvGraphicFramePr>
          <p:xfrm>
            <a:off x="2871" y="1472"/>
            <a:ext cx="1236" cy="241"/>
          </p:xfrm>
          <a:graphic>
            <a:graphicData uri="http://schemas.openxmlformats.org/presentationml/2006/ole">
              <mc:AlternateContent xmlns:mc="http://schemas.openxmlformats.org/markup-compatibility/2006">
                <mc:Choice xmlns:v="urn:schemas-microsoft-com:vml" Requires="v">
                  <p:oleObj spid="_x0000_s15221" name="Equation" r:id="rId5" imgW="32004000" imgH="5791200" progId="Equation.DSMT4">
                    <p:embed/>
                  </p:oleObj>
                </mc:Choice>
                <mc:Fallback>
                  <p:oleObj name="Equation" r:id="rId5" imgW="32004000" imgH="5791200" progId="Equation.DSMT4">
                    <p:embed/>
                    <p:pic>
                      <p:nvPicPr>
                        <p:cNvPr id="0" name="图片 15210"/>
                        <p:cNvPicPr>
                          <a:picLocks noChangeAspect="1" noChangeArrowheads="1"/>
                        </p:cNvPicPr>
                        <p:nvPr/>
                      </p:nvPicPr>
                      <p:blipFill>
                        <a:blip r:embed="rId6"/>
                        <a:srcRect/>
                        <a:stretch>
                          <a:fillRect/>
                        </a:stretch>
                      </p:blipFill>
                      <p:spPr bwMode="auto">
                        <a:xfrm>
                          <a:off x="2871" y="1472"/>
                          <a:ext cx="1236"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3" name="Object 57"/>
            <p:cNvGraphicFramePr>
              <a:graphicFrameLocks noChangeAspect="1"/>
            </p:cNvGraphicFramePr>
            <p:nvPr/>
          </p:nvGraphicFramePr>
          <p:xfrm>
            <a:off x="2883" y="1721"/>
            <a:ext cx="1199" cy="238"/>
          </p:xfrm>
          <a:graphic>
            <a:graphicData uri="http://schemas.openxmlformats.org/presentationml/2006/ole">
              <mc:AlternateContent xmlns:mc="http://schemas.openxmlformats.org/markup-compatibility/2006">
                <mc:Choice xmlns:v="urn:schemas-microsoft-com:vml" Requires="v">
                  <p:oleObj spid="_x0000_s15222" name="Equation" r:id="rId7" imgW="31394400" imgH="5791200" progId="Equation.DSMT4">
                    <p:embed/>
                  </p:oleObj>
                </mc:Choice>
                <mc:Fallback>
                  <p:oleObj name="Equation" r:id="rId7" imgW="31394400" imgH="5791200" progId="Equation.DSMT4">
                    <p:embed/>
                    <p:pic>
                      <p:nvPicPr>
                        <p:cNvPr id="0" name="图片 15211"/>
                        <p:cNvPicPr>
                          <a:picLocks noChangeAspect="1" noChangeArrowheads="1"/>
                        </p:cNvPicPr>
                        <p:nvPr/>
                      </p:nvPicPr>
                      <p:blipFill>
                        <a:blip r:embed="rId8"/>
                        <a:srcRect/>
                        <a:stretch>
                          <a:fillRect/>
                        </a:stretch>
                      </p:blipFill>
                      <p:spPr bwMode="auto">
                        <a:xfrm>
                          <a:off x="2883" y="1721"/>
                          <a:ext cx="119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4" name="Rectangle 59"/>
            <p:cNvSpPr>
              <a:spLocks noChangeArrowheads="1"/>
            </p:cNvSpPr>
            <p:nvPr/>
          </p:nvSpPr>
          <p:spPr bwMode="auto">
            <a:xfrm>
              <a:off x="4800" y="172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sp>
          <p:nvSpPr>
            <p:cNvPr id="15385" name="Rectangle 60"/>
            <p:cNvSpPr>
              <a:spLocks noChangeArrowheads="1"/>
            </p:cNvSpPr>
            <p:nvPr/>
          </p:nvSpPr>
          <p:spPr bwMode="auto">
            <a:xfrm>
              <a:off x="528" y="1488"/>
              <a:ext cx="177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宋体" panose="02010600030101010101" pitchFamily="2" charset="-122"/>
                </a:rPr>
                <a:t>二端口的</a:t>
              </a:r>
              <a:r>
                <a:rPr lang="zh-CN" altLang="en-US" sz="2000">
                  <a:solidFill>
                    <a:schemeClr val="hlink"/>
                  </a:solidFill>
                  <a:latin typeface="Times New Roman" panose="02020603050405020304" pitchFamily="18" charset="0"/>
                  <a:ea typeface="黑体" panose="02010609060101010101" pitchFamily="2" charset="-122"/>
                </a:rPr>
                <a:t>传输参数方程</a:t>
              </a:r>
              <a:r>
                <a:rPr lang="zh-CN" altLang="en-US" sz="2000">
                  <a:latin typeface="宋体" panose="02010600030101010101" pitchFamily="2" charset="-122"/>
                </a:rPr>
                <a:t>简称</a:t>
              </a:r>
              <a:r>
                <a:rPr lang="en-US" altLang="zh-CN" sz="2000" b="1" i="1">
                  <a:latin typeface="宋体" panose="02010600030101010101" pitchFamily="2" charset="-122"/>
                </a:rPr>
                <a:t>A</a:t>
              </a:r>
              <a:r>
                <a:rPr lang="zh-CN" altLang="en-US" sz="2000">
                  <a:latin typeface="宋体" panose="02010600030101010101" pitchFamily="2" charset="-122"/>
                </a:rPr>
                <a:t>参数方程</a:t>
              </a:r>
              <a:r>
                <a:rPr lang="en-US" altLang="zh-CN" sz="2000">
                  <a:latin typeface="宋体" panose="02010600030101010101" pitchFamily="2" charset="-122"/>
                </a:rPr>
                <a:t>:</a:t>
              </a:r>
            </a:p>
          </p:txBody>
        </p:sp>
      </p:grpSp>
      <p:grpSp>
        <p:nvGrpSpPr>
          <p:cNvPr id="113737" name="Group 73"/>
          <p:cNvGrpSpPr/>
          <p:nvPr/>
        </p:nvGrpSpPr>
        <p:grpSpPr bwMode="auto">
          <a:xfrm>
            <a:off x="827088" y="3341686"/>
            <a:ext cx="5803899" cy="761999"/>
            <a:chOff x="576" y="2054"/>
            <a:chExt cx="3656" cy="480"/>
          </a:xfrm>
        </p:grpSpPr>
        <p:graphicFrame>
          <p:nvGraphicFramePr>
            <p:cNvPr id="15379" name="Object 61"/>
            <p:cNvGraphicFramePr>
              <a:graphicFrameLocks noChangeAspect="1"/>
            </p:cNvGraphicFramePr>
            <p:nvPr/>
          </p:nvGraphicFramePr>
          <p:xfrm>
            <a:off x="2828" y="2054"/>
            <a:ext cx="1404" cy="480"/>
          </p:xfrm>
          <a:graphic>
            <a:graphicData uri="http://schemas.openxmlformats.org/presentationml/2006/ole">
              <mc:AlternateContent xmlns:mc="http://schemas.openxmlformats.org/markup-compatibility/2006">
                <mc:Choice xmlns:v="urn:schemas-microsoft-com:vml" Requires="v">
                  <p:oleObj spid="_x0000_s15223" name="Equation" r:id="rId9" imgW="36576000" imgH="12192000" progId="Equation.DSMT4">
                    <p:embed/>
                  </p:oleObj>
                </mc:Choice>
                <mc:Fallback>
                  <p:oleObj name="Equation" r:id="rId9" imgW="36576000" imgH="12192000" progId="Equation.DSMT4">
                    <p:embed/>
                    <p:pic>
                      <p:nvPicPr>
                        <p:cNvPr id="0" name="图片 15212"/>
                        <p:cNvPicPr>
                          <a:picLocks noChangeAspect="1" noChangeArrowheads="1"/>
                        </p:cNvPicPr>
                        <p:nvPr/>
                      </p:nvPicPr>
                      <p:blipFill>
                        <a:blip r:embed="rId10"/>
                        <a:srcRect/>
                        <a:stretch>
                          <a:fillRect/>
                        </a:stretch>
                      </p:blipFill>
                      <p:spPr bwMode="auto">
                        <a:xfrm>
                          <a:off x="2828" y="2054"/>
                          <a:ext cx="1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0" name="Text Box 63"/>
            <p:cNvSpPr txBox="1">
              <a:spLocks noChangeArrowheads="1"/>
            </p:cNvSpPr>
            <p:nvPr/>
          </p:nvSpPr>
          <p:spPr bwMode="auto">
            <a:xfrm>
              <a:off x="576" y="2073"/>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solidFill>
                    <a:schemeClr val="hlink"/>
                  </a:solidFill>
                  <a:latin typeface="Times New Roman" panose="02020603050405020304" pitchFamily="18" charset="0"/>
                </a:rPr>
                <a:t>矩阵形式：</a:t>
              </a:r>
            </a:p>
          </p:txBody>
        </p:sp>
      </p:grpSp>
      <p:grpSp>
        <p:nvGrpSpPr>
          <p:cNvPr id="113738" name="Group 74"/>
          <p:cNvGrpSpPr/>
          <p:nvPr/>
        </p:nvGrpSpPr>
        <p:grpSpPr bwMode="auto">
          <a:xfrm>
            <a:off x="827088" y="4138615"/>
            <a:ext cx="5156199" cy="711201"/>
            <a:chOff x="528" y="2633"/>
            <a:chExt cx="3248" cy="448"/>
          </a:xfrm>
        </p:grpSpPr>
        <p:graphicFrame>
          <p:nvGraphicFramePr>
            <p:cNvPr id="15377" name="Object 62"/>
            <p:cNvGraphicFramePr>
              <a:graphicFrameLocks noChangeAspect="1"/>
            </p:cNvGraphicFramePr>
            <p:nvPr/>
          </p:nvGraphicFramePr>
          <p:xfrm>
            <a:off x="2876" y="2633"/>
            <a:ext cx="900" cy="448"/>
          </p:xfrm>
          <a:graphic>
            <a:graphicData uri="http://schemas.openxmlformats.org/presentationml/2006/ole">
              <mc:AlternateContent xmlns:mc="http://schemas.openxmlformats.org/markup-compatibility/2006">
                <mc:Choice xmlns:v="urn:schemas-microsoft-com:vml" Requires="v">
                  <p:oleObj spid="_x0000_s15224" name="Equation" r:id="rId11" imgW="23774400" imgH="11582400" progId="Equation.DSMT4">
                    <p:embed/>
                  </p:oleObj>
                </mc:Choice>
                <mc:Fallback>
                  <p:oleObj name="Equation" r:id="rId11" imgW="23774400" imgH="11582400" progId="Equation.DSMT4">
                    <p:embed/>
                    <p:pic>
                      <p:nvPicPr>
                        <p:cNvPr id="0" name="图片 15213"/>
                        <p:cNvPicPr>
                          <a:picLocks noChangeAspect="1" noChangeArrowheads="1"/>
                        </p:cNvPicPr>
                        <p:nvPr/>
                      </p:nvPicPr>
                      <p:blipFill>
                        <a:blip r:embed="rId12"/>
                        <a:srcRect/>
                        <a:stretch>
                          <a:fillRect/>
                        </a:stretch>
                      </p:blipFill>
                      <p:spPr bwMode="auto">
                        <a:xfrm>
                          <a:off x="2876" y="2633"/>
                          <a:ext cx="90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8" name="Rectangle 64"/>
            <p:cNvSpPr>
              <a:spLocks noChangeArrowheads="1"/>
            </p:cNvSpPr>
            <p:nvPr/>
          </p:nvSpPr>
          <p:spPr bwMode="auto">
            <a:xfrm>
              <a:off x="528" y="2745"/>
              <a:ext cx="21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solidFill>
                    <a:schemeClr val="hlink"/>
                  </a:solidFill>
                  <a:latin typeface="Times New Roman" panose="02020603050405020304" pitchFamily="18" charset="0"/>
                  <a:ea typeface="黑体" panose="02010609060101010101" pitchFamily="2" charset="-122"/>
                </a:rPr>
                <a:t>传输参数矩阵</a:t>
              </a:r>
              <a:r>
                <a:rPr lang="zh-CN" altLang="en-US" sz="2000">
                  <a:latin typeface="宋体" panose="02010600030101010101" pitchFamily="2" charset="-122"/>
                </a:rPr>
                <a:t>或</a:t>
              </a:r>
              <a:r>
                <a:rPr lang="en-US" altLang="zh-CN" sz="2000" b="1" i="1">
                  <a:latin typeface="宋体" panose="02010600030101010101" pitchFamily="2" charset="-122"/>
                </a:rPr>
                <a:t>A </a:t>
              </a:r>
              <a:r>
                <a:rPr lang="zh-CN" altLang="en-US" sz="2000">
                  <a:latin typeface="宋体" panose="02010600030101010101" pitchFamily="2" charset="-122"/>
                </a:rPr>
                <a:t>参数矩阵</a:t>
              </a:r>
            </a:p>
          </p:txBody>
        </p:sp>
      </p:grpSp>
      <p:grpSp>
        <p:nvGrpSpPr>
          <p:cNvPr id="113739" name="Group 75"/>
          <p:cNvGrpSpPr/>
          <p:nvPr/>
        </p:nvGrpSpPr>
        <p:grpSpPr bwMode="auto">
          <a:xfrm>
            <a:off x="900113" y="5229225"/>
            <a:ext cx="5892800" cy="1082675"/>
            <a:chOff x="528" y="3216"/>
            <a:chExt cx="3712" cy="682"/>
          </a:xfrm>
        </p:grpSpPr>
        <p:sp>
          <p:nvSpPr>
            <p:cNvPr id="15371" name="Rectangle 65"/>
            <p:cNvSpPr>
              <a:spLocks noChangeArrowheads="1"/>
            </p:cNvSpPr>
            <p:nvPr/>
          </p:nvSpPr>
          <p:spPr bwMode="auto">
            <a:xfrm>
              <a:off x="528" y="3600"/>
              <a:ext cx="8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宋体" panose="02010600030101010101" pitchFamily="2" charset="-122"/>
                </a:rPr>
                <a:t>对称条件</a:t>
              </a:r>
            </a:p>
          </p:txBody>
        </p:sp>
        <p:sp>
          <p:nvSpPr>
            <p:cNvPr id="15372" name="Rectangle 66"/>
            <p:cNvSpPr>
              <a:spLocks noChangeArrowheads="1"/>
            </p:cNvSpPr>
            <p:nvPr/>
          </p:nvSpPr>
          <p:spPr bwMode="auto">
            <a:xfrm>
              <a:off x="528" y="3216"/>
              <a:ext cx="10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宋体" panose="02010600030101010101" pitchFamily="2" charset="-122"/>
                </a:rPr>
                <a:t>互易性条件</a:t>
              </a:r>
            </a:p>
          </p:txBody>
        </p:sp>
        <p:graphicFrame>
          <p:nvGraphicFramePr>
            <p:cNvPr id="15373" name="Object 67"/>
            <p:cNvGraphicFramePr>
              <a:graphicFrameLocks noChangeAspect="1"/>
            </p:cNvGraphicFramePr>
            <p:nvPr/>
          </p:nvGraphicFramePr>
          <p:xfrm>
            <a:off x="1664" y="3247"/>
            <a:ext cx="1616" cy="276"/>
          </p:xfrm>
          <a:graphic>
            <a:graphicData uri="http://schemas.openxmlformats.org/presentationml/2006/ole">
              <mc:AlternateContent xmlns:mc="http://schemas.openxmlformats.org/markup-compatibility/2006">
                <mc:Choice xmlns:v="urn:schemas-microsoft-com:vml" Requires="v">
                  <p:oleObj spid="_x0000_s15225" name="Equation" r:id="rId13" imgW="34747200" imgH="5486400" progId="Equation.DSMT4">
                    <p:embed/>
                  </p:oleObj>
                </mc:Choice>
                <mc:Fallback>
                  <p:oleObj name="Equation" r:id="rId13" imgW="34747200" imgH="5486400" progId="Equation.DSMT4">
                    <p:embed/>
                    <p:pic>
                      <p:nvPicPr>
                        <p:cNvPr id="0" name="图片 15214"/>
                        <p:cNvPicPr>
                          <a:picLocks noChangeAspect="1" noChangeArrowheads="1"/>
                        </p:cNvPicPr>
                        <p:nvPr/>
                      </p:nvPicPr>
                      <p:blipFill>
                        <a:blip r:embed="rId14"/>
                        <a:srcRect/>
                        <a:stretch>
                          <a:fillRect/>
                        </a:stretch>
                      </p:blipFill>
                      <p:spPr bwMode="auto">
                        <a:xfrm>
                          <a:off x="1664" y="3247"/>
                          <a:ext cx="161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4" name="Object 69"/>
            <p:cNvGraphicFramePr>
              <a:graphicFrameLocks noChangeAspect="1"/>
            </p:cNvGraphicFramePr>
            <p:nvPr/>
          </p:nvGraphicFramePr>
          <p:xfrm>
            <a:off x="3584" y="3610"/>
            <a:ext cx="656" cy="278"/>
          </p:xfrm>
          <a:graphic>
            <a:graphicData uri="http://schemas.openxmlformats.org/presentationml/2006/ole">
              <mc:AlternateContent xmlns:mc="http://schemas.openxmlformats.org/markup-compatibility/2006">
                <mc:Choice xmlns:v="urn:schemas-microsoft-com:vml" Requires="v">
                  <p:oleObj spid="_x0000_s15226" name="Equation" r:id="rId15" imgW="13716000" imgH="5486400" progId="Equation.DSMT4">
                    <p:embed/>
                  </p:oleObj>
                </mc:Choice>
                <mc:Fallback>
                  <p:oleObj name="Equation" r:id="rId15" imgW="13716000" imgH="5486400" progId="Equation.DSMT4">
                    <p:embed/>
                    <p:pic>
                      <p:nvPicPr>
                        <p:cNvPr id="0" name="图片 15215"/>
                        <p:cNvPicPr>
                          <a:picLocks noChangeAspect="1" noChangeArrowheads="1"/>
                        </p:cNvPicPr>
                        <p:nvPr/>
                      </p:nvPicPr>
                      <p:blipFill>
                        <a:blip r:embed="rId16"/>
                        <a:srcRect/>
                        <a:stretch>
                          <a:fillRect/>
                        </a:stretch>
                      </p:blipFill>
                      <p:spPr bwMode="auto">
                        <a:xfrm>
                          <a:off x="3584" y="3610"/>
                          <a:ext cx="65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5" name="Object 70"/>
            <p:cNvGraphicFramePr>
              <a:graphicFrameLocks noChangeAspect="1"/>
            </p:cNvGraphicFramePr>
            <p:nvPr/>
          </p:nvGraphicFramePr>
          <p:xfrm>
            <a:off x="1664" y="3619"/>
            <a:ext cx="1616" cy="275"/>
          </p:xfrm>
          <a:graphic>
            <a:graphicData uri="http://schemas.openxmlformats.org/presentationml/2006/ole">
              <mc:AlternateContent xmlns:mc="http://schemas.openxmlformats.org/markup-compatibility/2006">
                <mc:Choice xmlns:v="urn:schemas-microsoft-com:vml" Requires="v">
                  <p:oleObj spid="_x0000_s15227" name="Equation" r:id="rId17" imgW="34747200" imgH="5486400" progId="Equation.DSMT4">
                    <p:embed/>
                  </p:oleObj>
                </mc:Choice>
                <mc:Fallback>
                  <p:oleObj name="Equation" r:id="rId17" imgW="34747200" imgH="5486400" progId="Equation.DSMT4">
                    <p:embed/>
                    <p:pic>
                      <p:nvPicPr>
                        <p:cNvPr id="0" name="图片 15216"/>
                        <p:cNvPicPr>
                          <a:picLocks noChangeAspect="1" noChangeArrowheads="1"/>
                        </p:cNvPicPr>
                        <p:nvPr/>
                      </p:nvPicPr>
                      <p:blipFill>
                        <a:blip r:embed="rId18"/>
                        <a:srcRect/>
                        <a:stretch>
                          <a:fillRect/>
                        </a:stretch>
                      </p:blipFill>
                      <p:spPr bwMode="auto">
                        <a:xfrm>
                          <a:off x="1664" y="3619"/>
                          <a:ext cx="161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6" name="Text Box 71"/>
            <p:cNvSpPr txBox="1">
              <a:spLocks noChangeArrowheads="1"/>
            </p:cNvSpPr>
            <p:nvPr/>
          </p:nvSpPr>
          <p:spPr bwMode="auto">
            <a:xfrm>
              <a:off x="3312" y="36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及 </a:t>
              </a:r>
            </a:p>
          </p:txBody>
        </p:sp>
      </p:grpSp>
      <p:sp>
        <p:nvSpPr>
          <p:cNvPr id="113743" name="Text Box 79"/>
          <p:cNvSpPr txBox="1">
            <a:spLocks noChangeArrowheads="1"/>
          </p:cNvSpPr>
          <p:nvPr/>
        </p:nvSpPr>
        <p:spPr bwMode="auto">
          <a:xfrm>
            <a:off x="107950" y="981075"/>
            <a:ext cx="8856663" cy="7112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chemeClr val="tx2"/>
                </a:solidFill>
                <a:latin typeface="楷体_GB2312" pitchFamily="49" charset="-122"/>
                <a:ea typeface="楷体_GB2312" pitchFamily="49" charset="-122"/>
              </a:rPr>
              <a:t>基本内容：掌握传输参数方程和混合参数方程的形式及传输参数矩阵和混合参数矩阵的计算。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3695"/>
                                        </p:tgtEl>
                                        <p:attrNameLst>
                                          <p:attrName>style.visibility</p:attrName>
                                        </p:attrNameLst>
                                      </p:cBhvr>
                                      <p:to>
                                        <p:strVal val="visible"/>
                                      </p:to>
                                    </p:set>
                                    <p:animEffect transition="in" filter="dissolve">
                                      <p:cBhvr>
                                        <p:cTn id="7" dur="500"/>
                                        <p:tgtEl>
                                          <p:spTgt spid="1136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3743"/>
                                        </p:tgtEl>
                                        <p:attrNameLst>
                                          <p:attrName>style.visibility</p:attrName>
                                        </p:attrNameLst>
                                      </p:cBhvr>
                                      <p:to>
                                        <p:strVal val="visible"/>
                                      </p:to>
                                    </p:set>
                                    <p:anim calcmode="lin" valueType="num">
                                      <p:cBhvr additive="base">
                                        <p:cTn id="12" dur="500" fill="hold"/>
                                        <p:tgtEl>
                                          <p:spTgt spid="113743"/>
                                        </p:tgtEl>
                                        <p:attrNameLst>
                                          <p:attrName>ppt_x</p:attrName>
                                        </p:attrNameLst>
                                      </p:cBhvr>
                                      <p:tavLst>
                                        <p:tav tm="0">
                                          <p:val>
                                            <p:strVal val="0-#ppt_w/2"/>
                                          </p:val>
                                        </p:tav>
                                        <p:tav tm="100000">
                                          <p:val>
                                            <p:strVal val="#ppt_x"/>
                                          </p:val>
                                        </p:tav>
                                      </p:tavLst>
                                    </p:anim>
                                    <p:anim calcmode="lin" valueType="num">
                                      <p:cBhvr additive="base">
                                        <p:cTn id="13" dur="500" fill="hold"/>
                                        <p:tgtEl>
                                          <p:spTgt spid="11374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3667"/>
                                        </p:tgtEl>
                                        <p:attrNameLst>
                                          <p:attrName>style.visibility</p:attrName>
                                        </p:attrNameLst>
                                      </p:cBhvr>
                                      <p:to>
                                        <p:strVal val="visible"/>
                                      </p:to>
                                    </p:set>
                                    <p:anim calcmode="lin" valueType="num">
                                      <p:cBhvr additive="base">
                                        <p:cTn id="18" dur="500" fill="hold"/>
                                        <p:tgtEl>
                                          <p:spTgt spid="113667"/>
                                        </p:tgtEl>
                                        <p:attrNameLst>
                                          <p:attrName>ppt_x</p:attrName>
                                        </p:attrNameLst>
                                      </p:cBhvr>
                                      <p:tavLst>
                                        <p:tav tm="0">
                                          <p:val>
                                            <p:strVal val="0-#ppt_w/2"/>
                                          </p:val>
                                        </p:tav>
                                        <p:tav tm="100000">
                                          <p:val>
                                            <p:strVal val="#ppt_x"/>
                                          </p:val>
                                        </p:tav>
                                      </p:tavLst>
                                    </p:anim>
                                    <p:anim calcmode="lin" valueType="num">
                                      <p:cBhvr additive="base">
                                        <p:cTn id="19" dur="500" fill="hold"/>
                                        <p:tgtEl>
                                          <p:spTgt spid="11366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13736"/>
                                        </p:tgtEl>
                                        <p:attrNameLst>
                                          <p:attrName>style.visibility</p:attrName>
                                        </p:attrNameLst>
                                      </p:cBhvr>
                                      <p:to>
                                        <p:strVal val="visible"/>
                                      </p:to>
                                    </p:set>
                                    <p:animEffect transition="in" filter="blinds(horizontal)">
                                      <p:cBhvr>
                                        <p:cTn id="24" dur="500"/>
                                        <p:tgtEl>
                                          <p:spTgt spid="11373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3737"/>
                                        </p:tgtEl>
                                        <p:attrNameLst>
                                          <p:attrName>style.visibility</p:attrName>
                                        </p:attrNameLst>
                                      </p:cBhvr>
                                      <p:to>
                                        <p:strVal val="visible"/>
                                      </p:to>
                                    </p:set>
                                    <p:animEffect transition="in" filter="blinds(horizontal)">
                                      <p:cBhvr>
                                        <p:cTn id="29" dur="500"/>
                                        <p:tgtEl>
                                          <p:spTgt spid="113737"/>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13738"/>
                                        </p:tgtEl>
                                        <p:attrNameLst>
                                          <p:attrName>style.visibility</p:attrName>
                                        </p:attrNameLst>
                                      </p:cBhvr>
                                      <p:to>
                                        <p:strVal val="visible"/>
                                      </p:to>
                                    </p:set>
                                    <p:animEffect transition="in" filter="blinds(horizontal)">
                                      <p:cBhvr>
                                        <p:cTn id="34" dur="500"/>
                                        <p:tgtEl>
                                          <p:spTgt spid="11373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13739"/>
                                        </p:tgtEl>
                                        <p:attrNameLst>
                                          <p:attrName>style.visibility</p:attrName>
                                        </p:attrNameLst>
                                      </p:cBhvr>
                                      <p:to>
                                        <p:strVal val="visible"/>
                                      </p:to>
                                    </p:set>
                                    <p:animEffect transition="in" filter="blinds(horizontal)">
                                      <p:cBhvr>
                                        <p:cTn id="39" dur="500"/>
                                        <p:tgtEl>
                                          <p:spTgt spid="113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autoUpdateAnimBg="0"/>
      <p:bldP spid="11374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6" name="Rectangle 6"/>
          <p:cNvSpPr>
            <a:spLocks noChangeArrowheads="1"/>
          </p:cNvSpPr>
          <p:nvPr/>
        </p:nvSpPr>
        <p:spPr bwMode="auto">
          <a:xfrm>
            <a:off x="2987675" y="547688"/>
            <a:ext cx="731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左图表示二端口理想变压器。</a:t>
            </a:r>
          </a:p>
          <a:p>
            <a:pPr eaLnBrk="0" hangingPunct="0"/>
            <a:r>
              <a:rPr lang="zh-CN" altLang="en-US" sz="2000">
                <a:latin typeface="宋体" panose="02010600030101010101" pitchFamily="2" charset="-122"/>
              </a:rPr>
              <a:t>根据它的元件方程写出传输参数方程： </a:t>
            </a:r>
          </a:p>
        </p:txBody>
      </p:sp>
      <p:graphicFrame>
        <p:nvGraphicFramePr>
          <p:cNvPr id="122914" name="Object 34"/>
          <p:cNvGraphicFramePr>
            <a:graphicFrameLocks noChangeAspect="1"/>
          </p:cNvGraphicFramePr>
          <p:nvPr/>
        </p:nvGraphicFramePr>
        <p:xfrm>
          <a:off x="3602038" y="1346200"/>
          <a:ext cx="2351087" cy="847725"/>
        </p:xfrm>
        <a:graphic>
          <a:graphicData uri="http://schemas.openxmlformats.org/presentationml/2006/ole">
            <mc:AlternateContent xmlns:mc="http://schemas.openxmlformats.org/markup-compatibility/2006">
              <mc:Choice xmlns:v="urn:schemas-microsoft-com:vml" Requires="v">
                <p:oleObj spid="_x0000_s15804" name="Equation" r:id="rId3" imgW="34747200" imgH="12192000" progId="Equation.DSMT4">
                  <p:embed/>
                </p:oleObj>
              </mc:Choice>
              <mc:Fallback>
                <p:oleObj name="Equation" r:id="rId3" imgW="34747200" imgH="12192000" progId="Equation.DSMT4">
                  <p:embed/>
                  <p:pic>
                    <p:nvPicPr>
                      <p:cNvPr id="0" name="图片 15797"/>
                      <p:cNvPicPr>
                        <a:picLocks noChangeAspect="1" noChangeArrowheads="1"/>
                      </p:cNvPicPr>
                      <p:nvPr/>
                    </p:nvPicPr>
                    <p:blipFill>
                      <a:blip r:embed="rId4"/>
                      <a:srcRect/>
                      <a:stretch>
                        <a:fillRect/>
                      </a:stretch>
                    </p:blipFill>
                    <p:spPr bwMode="auto">
                      <a:xfrm>
                        <a:off x="3602038" y="1346200"/>
                        <a:ext cx="23510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2980" name="Group 100"/>
          <p:cNvGrpSpPr/>
          <p:nvPr/>
        </p:nvGrpSpPr>
        <p:grpSpPr bwMode="auto">
          <a:xfrm>
            <a:off x="552450" y="2605087"/>
            <a:ext cx="5097463" cy="963613"/>
            <a:chOff x="348" y="1959"/>
            <a:chExt cx="3211" cy="607"/>
          </a:xfrm>
        </p:grpSpPr>
        <p:sp>
          <p:nvSpPr>
            <p:cNvPr id="16398" name="Rectangle 8"/>
            <p:cNvSpPr>
              <a:spLocks noChangeArrowheads="1"/>
            </p:cNvSpPr>
            <p:nvPr/>
          </p:nvSpPr>
          <p:spPr bwMode="auto">
            <a:xfrm>
              <a:off x="348" y="2112"/>
              <a:ext cx="14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传输参数矩阵为</a:t>
              </a:r>
              <a:r>
                <a:rPr lang="en-US" altLang="zh-CN" sz="2000">
                  <a:latin typeface="宋体" panose="02010600030101010101" pitchFamily="2" charset="-122"/>
                </a:rPr>
                <a:t>: </a:t>
              </a:r>
            </a:p>
          </p:txBody>
        </p:sp>
        <p:graphicFrame>
          <p:nvGraphicFramePr>
            <p:cNvPr id="16399" name="Object 36"/>
            <p:cNvGraphicFramePr>
              <a:graphicFrameLocks noChangeAspect="1"/>
            </p:cNvGraphicFramePr>
            <p:nvPr/>
          </p:nvGraphicFramePr>
          <p:xfrm>
            <a:off x="2394" y="1959"/>
            <a:ext cx="1165" cy="607"/>
          </p:xfrm>
          <a:graphic>
            <a:graphicData uri="http://schemas.openxmlformats.org/presentationml/2006/ole">
              <mc:AlternateContent xmlns:mc="http://schemas.openxmlformats.org/markup-compatibility/2006">
                <mc:Choice xmlns:v="urn:schemas-microsoft-com:vml" Requires="v">
                  <p:oleObj spid="_x0000_s15805" name="Equation" r:id="rId5" imgW="21640800" imgH="10972800" progId="Equation.DSMT4">
                    <p:embed/>
                  </p:oleObj>
                </mc:Choice>
                <mc:Fallback>
                  <p:oleObj name="Equation" r:id="rId5" imgW="21640800" imgH="10972800" progId="Equation.DSMT4">
                    <p:embed/>
                    <p:pic>
                      <p:nvPicPr>
                        <p:cNvPr id="0" name="图片 15798"/>
                        <p:cNvPicPr>
                          <a:picLocks noChangeAspect="1" noChangeArrowheads="1"/>
                        </p:cNvPicPr>
                        <p:nvPr/>
                      </p:nvPicPr>
                      <p:blipFill>
                        <a:blip r:embed="rId6"/>
                        <a:srcRect/>
                        <a:stretch>
                          <a:fillRect/>
                        </a:stretch>
                      </p:blipFill>
                      <p:spPr bwMode="auto">
                        <a:xfrm>
                          <a:off x="2394" y="1959"/>
                          <a:ext cx="1165"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2981" name="Group 101"/>
          <p:cNvGrpSpPr/>
          <p:nvPr/>
        </p:nvGrpSpPr>
        <p:grpSpPr bwMode="auto">
          <a:xfrm>
            <a:off x="533400" y="3663950"/>
            <a:ext cx="8305800" cy="723900"/>
            <a:chOff x="336" y="2626"/>
            <a:chExt cx="5232" cy="456"/>
          </a:xfrm>
        </p:grpSpPr>
        <p:sp>
          <p:nvSpPr>
            <p:cNvPr id="16396" name="Rectangle 40"/>
            <p:cNvSpPr>
              <a:spLocks noChangeArrowheads="1"/>
            </p:cNvSpPr>
            <p:nvPr/>
          </p:nvSpPr>
          <p:spPr bwMode="auto">
            <a:xfrm>
              <a:off x="336" y="2640"/>
              <a:ext cx="523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并且满足                的互易条件。由此方程可见，理想变压器不存在阻抗参数和导纳参数。 </a:t>
              </a:r>
            </a:p>
          </p:txBody>
        </p:sp>
        <p:graphicFrame>
          <p:nvGraphicFramePr>
            <p:cNvPr id="16397" name="Object 41"/>
            <p:cNvGraphicFramePr>
              <a:graphicFrameLocks noChangeAspect="1"/>
            </p:cNvGraphicFramePr>
            <p:nvPr/>
          </p:nvGraphicFramePr>
          <p:xfrm>
            <a:off x="1033" y="2626"/>
            <a:ext cx="1053" cy="232"/>
          </p:xfrm>
          <a:graphic>
            <a:graphicData uri="http://schemas.openxmlformats.org/presentationml/2006/ole">
              <mc:AlternateContent xmlns:mc="http://schemas.openxmlformats.org/markup-compatibility/2006">
                <mc:Choice xmlns:v="urn:schemas-microsoft-com:vml" Requires="v">
                  <p:oleObj spid="_x0000_s15806" name="Equation" r:id="rId7" imgW="26822400" imgH="5486400" progId="Equation.DSMT4">
                    <p:embed/>
                  </p:oleObj>
                </mc:Choice>
                <mc:Fallback>
                  <p:oleObj name="Equation" r:id="rId7" imgW="26822400" imgH="5486400" progId="Equation.DSMT4">
                    <p:embed/>
                    <p:pic>
                      <p:nvPicPr>
                        <p:cNvPr id="0" name="图片 15799"/>
                        <p:cNvPicPr>
                          <a:picLocks noChangeAspect="1" noChangeArrowheads="1"/>
                        </p:cNvPicPr>
                        <p:nvPr/>
                      </p:nvPicPr>
                      <p:blipFill>
                        <a:blip r:embed="rId8"/>
                        <a:srcRect/>
                        <a:stretch>
                          <a:fillRect/>
                        </a:stretch>
                      </p:blipFill>
                      <p:spPr bwMode="auto">
                        <a:xfrm>
                          <a:off x="1033" y="2626"/>
                          <a:ext cx="105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2986" name="Group 106"/>
          <p:cNvGrpSpPr/>
          <p:nvPr/>
        </p:nvGrpSpPr>
        <p:grpSpPr bwMode="auto">
          <a:xfrm>
            <a:off x="0" y="476250"/>
            <a:ext cx="2592388" cy="2197100"/>
            <a:chOff x="0" y="618"/>
            <a:chExt cx="1633" cy="1384"/>
          </a:xfrm>
        </p:grpSpPr>
        <p:sp>
          <p:nvSpPr>
            <p:cNvPr id="16394" name="Rectangle 5"/>
            <p:cNvSpPr>
              <a:spLocks noChangeArrowheads="1"/>
            </p:cNvSpPr>
            <p:nvPr/>
          </p:nvSpPr>
          <p:spPr bwMode="auto">
            <a:xfrm>
              <a:off x="0" y="1752"/>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宋体" panose="02010600030101010101" pitchFamily="2" charset="-122"/>
                </a:rPr>
                <a:t>理想变压器</a:t>
              </a:r>
              <a:r>
                <a:rPr lang="zh-CN" altLang="en-US" sz="2000">
                  <a:latin typeface="Times New Roman" panose="02020603050405020304" pitchFamily="18" charset="0"/>
                </a:rPr>
                <a:t> </a:t>
              </a:r>
            </a:p>
          </p:txBody>
        </p:sp>
        <p:graphicFrame>
          <p:nvGraphicFramePr>
            <p:cNvPr id="16395" name="Object 104"/>
            <p:cNvGraphicFramePr>
              <a:graphicFrameLocks noChangeAspect="1"/>
            </p:cNvGraphicFramePr>
            <p:nvPr/>
          </p:nvGraphicFramePr>
          <p:xfrm>
            <a:off x="0" y="618"/>
            <a:ext cx="1633" cy="817"/>
          </p:xfrm>
          <a:graphic>
            <a:graphicData uri="http://schemas.openxmlformats.org/presentationml/2006/ole">
              <mc:AlternateContent xmlns:mc="http://schemas.openxmlformats.org/markup-compatibility/2006">
                <mc:Choice xmlns:v="urn:schemas-microsoft-com:vml" Requires="v">
                  <p:oleObj spid="_x0000_s15807" name="Visio" r:id="rId9" imgW="2171700" imgH="1092200" progId="Visio.Drawing.11">
                    <p:embed/>
                  </p:oleObj>
                </mc:Choice>
                <mc:Fallback>
                  <p:oleObj name="Visio" r:id="rId9" imgW="2171700" imgH="1092200" progId="Visio.Drawing.11">
                    <p:embed/>
                    <p:pic>
                      <p:nvPicPr>
                        <p:cNvPr id="0" name="图片 15800"/>
                        <p:cNvPicPr>
                          <a:picLocks noChangeAspect="1" noChangeArrowheads="1"/>
                        </p:cNvPicPr>
                        <p:nvPr/>
                      </p:nvPicPr>
                      <p:blipFill>
                        <a:blip r:embed="rId10"/>
                        <a:srcRect/>
                        <a:stretch>
                          <a:fillRect/>
                        </a:stretch>
                      </p:blipFill>
                      <p:spPr bwMode="auto">
                        <a:xfrm>
                          <a:off x="0" y="618"/>
                          <a:ext cx="1633"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2986"/>
                                        </p:tgtEl>
                                        <p:attrNameLst>
                                          <p:attrName>style.visibility</p:attrName>
                                        </p:attrNameLst>
                                      </p:cBhvr>
                                      <p:to>
                                        <p:strVal val="visible"/>
                                      </p:to>
                                    </p:set>
                                    <p:anim calcmode="lin" valueType="num">
                                      <p:cBhvr additive="base">
                                        <p:cTn id="7" dur="500" fill="hold"/>
                                        <p:tgtEl>
                                          <p:spTgt spid="122986"/>
                                        </p:tgtEl>
                                        <p:attrNameLst>
                                          <p:attrName>ppt_x</p:attrName>
                                        </p:attrNameLst>
                                      </p:cBhvr>
                                      <p:tavLst>
                                        <p:tav tm="0">
                                          <p:val>
                                            <p:strVal val="0-#ppt_w/2"/>
                                          </p:val>
                                        </p:tav>
                                        <p:tav tm="100000">
                                          <p:val>
                                            <p:strVal val="#ppt_x"/>
                                          </p:val>
                                        </p:tav>
                                      </p:tavLst>
                                    </p:anim>
                                    <p:anim calcmode="lin" valueType="num">
                                      <p:cBhvr additive="base">
                                        <p:cTn id="8" dur="500" fill="hold"/>
                                        <p:tgtEl>
                                          <p:spTgt spid="1229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2886"/>
                                        </p:tgtEl>
                                        <p:attrNameLst>
                                          <p:attrName>style.visibility</p:attrName>
                                        </p:attrNameLst>
                                      </p:cBhvr>
                                      <p:to>
                                        <p:strVal val="visible"/>
                                      </p:to>
                                    </p:set>
                                    <p:anim calcmode="lin" valueType="num">
                                      <p:cBhvr additive="base">
                                        <p:cTn id="13" dur="500" fill="hold"/>
                                        <p:tgtEl>
                                          <p:spTgt spid="122886"/>
                                        </p:tgtEl>
                                        <p:attrNameLst>
                                          <p:attrName>ppt_x</p:attrName>
                                        </p:attrNameLst>
                                      </p:cBhvr>
                                      <p:tavLst>
                                        <p:tav tm="0">
                                          <p:val>
                                            <p:strVal val="1+#ppt_w/2"/>
                                          </p:val>
                                        </p:tav>
                                        <p:tav tm="100000">
                                          <p:val>
                                            <p:strVal val="#ppt_x"/>
                                          </p:val>
                                        </p:tav>
                                      </p:tavLst>
                                    </p:anim>
                                    <p:anim calcmode="lin" valueType="num">
                                      <p:cBhvr additive="base">
                                        <p:cTn id="14" dur="500" fill="hold"/>
                                        <p:tgtEl>
                                          <p:spTgt spid="12288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2914"/>
                                        </p:tgtEl>
                                        <p:attrNameLst>
                                          <p:attrName>style.visibility</p:attrName>
                                        </p:attrNameLst>
                                      </p:cBhvr>
                                      <p:to>
                                        <p:strVal val="visible"/>
                                      </p:to>
                                    </p:set>
                                    <p:anim calcmode="lin" valueType="num">
                                      <p:cBhvr additive="base">
                                        <p:cTn id="19" dur="500" fill="hold"/>
                                        <p:tgtEl>
                                          <p:spTgt spid="122914"/>
                                        </p:tgtEl>
                                        <p:attrNameLst>
                                          <p:attrName>ppt_x</p:attrName>
                                        </p:attrNameLst>
                                      </p:cBhvr>
                                      <p:tavLst>
                                        <p:tav tm="0">
                                          <p:val>
                                            <p:strVal val="1+#ppt_w/2"/>
                                          </p:val>
                                        </p:tav>
                                        <p:tav tm="100000">
                                          <p:val>
                                            <p:strVal val="#ppt_x"/>
                                          </p:val>
                                        </p:tav>
                                      </p:tavLst>
                                    </p:anim>
                                    <p:anim calcmode="lin" valueType="num">
                                      <p:cBhvr additive="base">
                                        <p:cTn id="20" dur="500" fill="hold"/>
                                        <p:tgtEl>
                                          <p:spTgt spid="1229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2980"/>
                                        </p:tgtEl>
                                        <p:attrNameLst>
                                          <p:attrName>style.visibility</p:attrName>
                                        </p:attrNameLst>
                                      </p:cBhvr>
                                      <p:to>
                                        <p:strVal val="visible"/>
                                      </p:to>
                                    </p:set>
                                    <p:anim calcmode="lin" valueType="num">
                                      <p:cBhvr additive="base">
                                        <p:cTn id="25" dur="500" fill="hold"/>
                                        <p:tgtEl>
                                          <p:spTgt spid="122980"/>
                                        </p:tgtEl>
                                        <p:attrNameLst>
                                          <p:attrName>ppt_x</p:attrName>
                                        </p:attrNameLst>
                                      </p:cBhvr>
                                      <p:tavLst>
                                        <p:tav tm="0">
                                          <p:val>
                                            <p:strVal val="0-#ppt_w/2"/>
                                          </p:val>
                                        </p:tav>
                                        <p:tav tm="100000">
                                          <p:val>
                                            <p:strVal val="#ppt_x"/>
                                          </p:val>
                                        </p:tav>
                                      </p:tavLst>
                                    </p:anim>
                                    <p:anim calcmode="lin" valueType="num">
                                      <p:cBhvr additive="base">
                                        <p:cTn id="26" dur="500" fill="hold"/>
                                        <p:tgtEl>
                                          <p:spTgt spid="12298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2981"/>
                                        </p:tgtEl>
                                        <p:attrNameLst>
                                          <p:attrName>style.visibility</p:attrName>
                                        </p:attrNameLst>
                                      </p:cBhvr>
                                      <p:to>
                                        <p:strVal val="visible"/>
                                      </p:to>
                                    </p:set>
                                    <p:anim calcmode="lin" valueType="num">
                                      <p:cBhvr additive="base">
                                        <p:cTn id="31" dur="500" fill="hold"/>
                                        <p:tgtEl>
                                          <p:spTgt spid="122981"/>
                                        </p:tgtEl>
                                        <p:attrNameLst>
                                          <p:attrName>ppt_x</p:attrName>
                                        </p:attrNameLst>
                                      </p:cBhvr>
                                      <p:tavLst>
                                        <p:tav tm="0">
                                          <p:val>
                                            <p:strVal val="#ppt_x"/>
                                          </p:val>
                                        </p:tav>
                                        <p:tav tm="100000">
                                          <p:val>
                                            <p:strVal val="#ppt_x"/>
                                          </p:val>
                                        </p:tav>
                                      </p:tavLst>
                                    </p:anim>
                                    <p:anim calcmode="lin" valueType="num">
                                      <p:cBhvr additive="base">
                                        <p:cTn id="32" dur="500" fill="hold"/>
                                        <p:tgtEl>
                                          <p:spTgt spid="1229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992" name="Group 184"/>
          <p:cNvGrpSpPr/>
          <p:nvPr/>
        </p:nvGrpSpPr>
        <p:grpSpPr bwMode="auto">
          <a:xfrm>
            <a:off x="2062164" y="2192338"/>
            <a:ext cx="3670301" cy="1663700"/>
            <a:chOff x="3217" y="1381"/>
            <a:chExt cx="2312" cy="1048"/>
          </a:xfrm>
        </p:grpSpPr>
        <p:grpSp>
          <p:nvGrpSpPr>
            <p:cNvPr id="14357" name="Group 170"/>
            <p:cNvGrpSpPr/>
            <p:nvPr/>
          </p:nvGrpSpPr>
          <p:grpSpPr bwMode="auto">
            <a:xfrm>
              <a:off x="3217" y="1381"/>
              <a:ext cx="989" cy="1004"/>
              <a:chOff x="1807" y="1000"/>
              <a:chExt cx="989" cy="1004"/>
            </a:xfrm>
          </p:grpSpPr>
          <p:graphicFrame>
            <p:nvGraphicFramePr>
              <p:cNvPr id="14361" name="Object 29"/>
              <p:cNvGraphicFramePr>
                <a:graphicFrameLocks noChangeAspect="1"/>
              </p:cNvGraphicFramePr>
              <p:nvPr/>
            </p:nvGraphicFramePr>
            <p:xfrm>
              <a:off x="1813" y="1000"/>
              <a:ext cx="983" cy="503"/>
            </p:xfrm>
            <a:graphic>
              <a:graphicData uri="http://schemas.openxmlformats.org/presentationml/2006/ole">
                <mc:AlternateContent xmlns:mc="http://schemas.openxmlformats.org/markup-compatibility/2006">
                  <mc:Choice xmlns:v="urn:schemas-microsoft-com:vml" Requires="v">
                    <p:oleObj spid="_x0000_s14306" name="Equation" r:id="rId3" imgW="23164800" imgH="11582400" progId="Equation.DSMT4">
                      <p:embed/>
                    </p:oleObj>
                  </mc:Choice>
                  <mc:Fallback>
                    <p:oleObj name="Equation" r:id="rId3" imgW="23164800" imgH="11582400" progId="Equation.DSMT4">
                      <p:embed/>
                      <p:pic>
                        <p:nvPicPr>
                          <p:cNvPr id="0" name="图片 14294"/>
                          <p:cNvPicPr>
                            <a:picLocks noChangeAspect="1" noChangeArrowheads="1"/>
                          </p:cNvPicPr>
                          <p:nvPr/>
                        </p:nvPicPr>
                        <p:blipFill>
                          <a:blip r:embed="rId4"/>
                          <a:srcRect/>
                          <a:stretch>
                            <a:fillRect/>
                          </a:stretch>
                        </p:blipFill>
                        <p:spPr bwMode="auto">
                          <a:xfrm>
                            <a:off x="1813" y="1000"/>
                            <a:ext cx="98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2" name="Object 31"/>
              <p:cNvGraphicFramePr>
                <a:graphicFrameLocks noChangeAspect="1"/>
              </p:cNvGraphicFramePr>
              <p:nvPr/>
            </p:nvGraphicFramePr>
            <p:xfrm>
              <a:off x="1807" y="1528"/>
              <a:ext cx="946" cy="476"/>
            </p:xfrm>
            <a:graphic>
              <a:graphicData uri="http://schemas.openxmlformats.org/presentationml/2006/ole">
                <mc:AlternateContent xmlns:mc="http://schemas.openxmlformats.org/markup-compatibility/2006">
                  <mc:Choice xmlns:v="urn:schemas-microsoft-com:vml" Requires="v">
                    <p:oleObj spid="_x0000_s14307" name="Equation" r:id="rId5" imgW="23469600" imgH="11582400" progId="Equation.DSMT4">
                      <p:embed/>
                    </p:oleObj>
                  </mc:Choice>
                  <mc:Fallback>
                    <p:oleObj name="Equation" r:id="rId5" imgW="23469600" imgH="11582400" progId="Equation.DSMT4">
                      <p:embed/>
                      <p:pic>
                        <p:nvPicPr>
                          <p:cNvPr id="0" name="图片 14295"/>
                          <p:cNvPicPr>
                            <a:picLocks noChangeAspect="1" noChangeArrowheads="1"/>
                          </p:cNvPicPr>
                          <p:nvPr/>
                        </p:nvPicPr>
                        <p:blipFill>
                          <a:blip r:embed="rId6"/>
                          <a:srcRect/>
                          <a:stretch>
                            <a:fillRect/>
                          </a:stretch>
                        </p:blipFill>
                        <p:spPr bwMode="auto">
                          <a:xfrm>
                            <a:off x="1807" y="1528"/>
                            <a:ext cx="94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358" name="Group 172"/>
            <p:cNvGrpSpPr/>
            <p:nvPr/>
          </p:nvGrpSpPr>
          <p:grpSpPr bwMode="auto">
            <a:xfrm>
              <a:off x="4458" y="1381"/>
              <a:ext cx="1071" cy="1048"/>
              <a:chOff x="4550" y="904"/>
              <a:chExt cx="1071" cy="1048"/>
            </a:xfrm>
          </p:grpSpPr>
          <p:graphicFrame>
            <p:nvGraphicFramePr>
              <p:cNvPr id="14359" name="Object 35"/>
              <p:cNvGraphicFramePr>
                <a:graphicFrameLocks noChangeAspect="1"/>
              </p:cNvGraphicFramePr>
              <p:nvPr/>
            </p:nvGraphicFramePr>
            <p:xfrm>
              <a:off x="4556" y="904"/>
              <a:ext cx="1065" cy="493"/>
            </p:xfrm>
            <a:graphic>
              <a:graphicData uri="http://schemas.openxmlformats.org/presentationml/2006/ole">
                <mc:AlternateContent xmlns:mc="http://schemas.openxmlformats.org/markup-compatibility/2006">
                  <mc:Choice xmlns:v="urn:schemas-microsoft-com:vml" Requires="v">
                    <p:oleObj spid="_x0000_s14308" name="Equation" r:id="rId7" imgW="25603200" imgH="11582400" progId="Equation.DSMT4">
                      <p:embed/>
                    </p:oleObj>
                  </mc:Choice>
                  <mc:Fallback>
                    <p:oleObj name="Equation" r:id="rId7" imgW="25603200" imgH="11582400" progId="Equation.DSMT4">
                      <p:embed/>
                      <p:pic>
                        <p:nvPicPr>
                          <p:cNvPr id="0" name="图片 14296"/>
                          <p:cNvPicPr>
                            <a:picLocks noChangeAspect="1" noChangeArrowheads="1"/>
                          </p:cNvPicPr>
                          <p:nvPr/>
                        </p:nvPicPr>
                        <p:blipFill>
                          <a:blip r:embed="rId8"/>
                          <a:srcRect/>
                          <a:stretch>
                            <a:fillRect/>
                          </a:stretch>
                        </p:blipFill>
                        <p:spPr bwMode="auto">
                          <a:xfrm>
                            <a:off x="4556" y="904"/>
                            <a:ext cx="1065" cy="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60" name="Object 37"/>
              <p:cNvGraphicFramePr>
                <a:graphicFrameLocks noChangeAspect="1"/>
              </p:cNvGraphicFramePr>
              <p:nvPr/>
            </p:nvGraphicFramePr>
            <p:xfrm>
              <a:off x="4550" y="1481"/>
              <a:ext cx="1029" cy="471"/>
            </p:xfrm>
            <a:graphic>
              <a:graphicData uri="http://schemas.openxmlformats.org/presentationml/2006/ole">
                <mc:AlternateContent xmlns:mc="http://schemas.openxmlformats.org/markup-compatibility/2006">
                  <mc:Choice xmlns:v="urn:schemas-microsoft-com:vml" Requires="v">
                    <p:oleObj spid="_x0000_s14309" name="Equation" r:id="rId9" imgW="25908000" imgH="11582400" progId="Equation.DSMT4">
                      <p:embed/>
                    </p:oleObj>
                  </mc:Choice>
                  <mc:Fallback>
                    <p:oleObj name="Equation" r:id="rId9" imgW="25908000" imgH="11582400" progId="Equation.DSMT4">
                      <p:embed/>
                      <p:pic>
                        <p:nvPicPr>
                          <p:cNvPr id="0" name="图片 14297"/>
                          <p:cNvPicPr>
                            <a:picLocks noChangeAspect="1" noChangeArrowheads="1"/>
                          </p:cNvPicPr>
                          <p:nvPr/>
                        </p:nvPicPr>
                        <p:blipFill>
                          <a:blip r:embed="rId10"/>
                          <a:srcRect/>
                          <a:stretch>
                            <a:fillRect/>
                          </a:stretch>
                        </p:blipFill>
                        <p:spPr bwMode="auto">
                          <a:xfrm>
                            <a:off x="4550" y="1481"/>
                            <a:ext cx="1029"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119993" name="Group 185"/>
          <p:cNvGrpSpPr/>
          <p:nvPr/>
        </p:nvGrpSpPr>
        <p:grpSpPr bwMode="auto">
          <a:xfrm>
            <a:off x="827088" y="4005265"/>
            <a:ext cx="2130425" cy="1392238"/>
            <a:chOff x="476" y="2840"/>
            <a:chExt cx="1342" cy="877"/>
          </a:xfrm>
        </p:grpSpPr>
        <p:sp>
          <p:nvSpPr>
            <p:cNvPr id="14355" name="Rectangle 42"/>
            <p:cNvSpPr>
              <a:spLocks noChangeArrowheads="1"/>
            </p:cNvSpPr>
            <p:nvPr/>
          </p:nvSpPr>
          <p:spPr bwMode="auto">
            <a:xfrm>
              <a:off x="476" y="2840"/>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逆传输参数方程</a:t>
              </a:r>
            </a:p>
          </p:txBody>
        </p:sp>
        <p:graphicFrame>
          <p:nvGraphicFramePr>
            <p:cNvPr id="14356" name="Object 43"/>
            <p:cNvGraphicFramePr>
              <a:graphicFrameLocks noChangeAspect="1"/>
            </p:cNvGraphicFramePr>
            <p:nvPr/>
          </p:nvGraphicFramePr>
          <p:xfrm>
            <a:off x="556" y="3195"/>
            <a:ext cx="1262" cy="522"/>
          </p:xfrm>
          <a:graphic>
            <a:graphicData uri="http://schemas.openxmlformats.org/presentationml/2006/ole">
              <mc:AlternateContent xmlns:mc="http://schemas.openxmlformats.org/markup-compatibility/2006">
                <mc:Choice xmlns:v="urn:schemas-microsoft-com:vml" Requires="v">
                  <p:oleObj spid="_x0000_s14310" name="Equation" r:id="rId11" imgW="28651200" imgH="11582400" progId="Equation.DSMT4">
                    <p:embed/>
                  </p:oleObj>
                </mc:Choice>
                <mc:Fallback>
                  <p:oleObj name="Equation" r:id="rId11" imgW="28651200" imgH="11582400" progId="Equation.DSMT4">
                    <p:embed/>
                    <p:pic>
                      <p:nvPicPr>
                        <p:cNvPr id="0" name="图片 14298"/>
                        <p:cNvPicPr>
                          <a:picLocks noChangeAspect="1" noChangeArrowheads="1"/>
                        </p:cNvPicPr>
                        <p:nvPr/>
                      </p:nvPicPr>
                      <p:blipFill>
                        <a:blip r:embed="rId12"/>
                        <a:srcRect/>
                        <a:stretch>
                          <a:fillRect/>
                        </a:stretch>
                      </p:blipFill>
                      <p:spPr bwMode="auto">
                        <a:xfrm>
                          <a:off x="556" y="3195"/>
                          <a:ext cx="1262"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9975" name="Group 167"/>
          <p:cNvGrpSpPr/>
          <p:nvPr/>
        </p:nvGrpSpPr>
        <p:grpSpPr bwMode="auto">
          <a:xfrm>
            <a:off x="1187450" y="5708650"/>
            <a:ext cx="4810125" cy="858838"/>
            <a:chOff x="288" y="3632"/>
            <a:chExt cx="3030" cy="541"/>
          </a:xfrm>
        </p:grpSpPr>
        <p:graphicFrame>
          <p:nvGraphicFramePr>
            <p:cNvPr id="14352" name="Object 45"/>
            <p:cNvGraphicFramePr>
              <a:graphicFrameLocks noChangeAspect="1"/>
            </p:cNvGraphicFramePr>
            <p:nvPr/>
          </p:nvGraphicFramePr>
          <p:xfrm>
            <a:off x="2441" y="3632"/>
            <a:ext cx="877" cy="443"/>
          </p:xfrm>
          <a:graphic>
            <a:graphicData uri="http://schemas.openxmlformats.org/presentationml/2006/ole">
              <mc:AlternateContent xmlns:mc="http://schemas.openxmlformats.org/markup-compatibility/2006">
                <mc:Choice xmlns:v="urn:schemas-microsoft-com:vml" Requires="v">
                  <p:oleObj spid="_x0000_s14311" name="Equation" r:id="rId13" imgW="23469600" imgH="11582400" progId="Equation.DSMT4">
                    <p:embed/>
                  </p:oleObj>
                </mc:Choice>
                <mc:Fallback>
                  <p:oleObj name="Equation" r:id="rId13" imgW="23469600" imgH="11582400" progId="Equation.DSMT4">
                    <p:embed/>
                    <p:pic>
                      <p:nvPicPr>
                        <p:cNvPr id="0" name="图片 14299"/>
                        <p:cNvPicPr>
                          <a:picLocks noChangeAspect="1" noChangeArrowheads="1"/>
                        </p:cNvPicPr>
                        <p:nvPr/>
                      </p:nvPicPr>
                      <p:blipFill>
                        <a:blip r:embed="rId14"/>
                        <a:srcRect/>
                        <a:stretch>
                          <a:fillRect/>
                        </a:stretch>
                      </p:blipFill>
                      <p:spPr bwMode="auto">
                        <a:xfrm>
                          <a:off x="2441" y="3632"/>
                          <a:ext cx="877"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3" name="Rectangle 46"/>
            <p:cNvSpPr>
              <a:spLocks noChangeArrowheads="1"/>
            </p:cNvSpPr>
            <p:nvPr/>
          </p:nvSpPr>
          <p:spPr bwMode="auto">
            <a:xfrm>
              <a:off x="288" y="3648"/>
              <a:ext cx="13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Times New Roman" panose="02020603050405020304" pitchFamily="18" charset="0"/>
                </a:rPr>
                <a:t>逆传输参数矩阵</a:t>
              </a:r>
              <a:endParaRPr lang="zh-CN" altLang="en-US" sz="2000">
                <a:latin typeface="宋体" panose="02010600030101010101" pitchFamily="2" charset="-122"/>
              </a:endParaRPr>
            </a:p>
          </p:txBody>
        </p:sp>
        <p:graphicFrame>
          <p:nvGraphicFramePr>
            <p:cNvPr id="14354" name="Object 47"/>
            <p:cNvGraphicFramePr>
              <a:graphicFrameLocks noChangeAspect="1"/>
            </p:cNvGraphicFramePr>
            <p:nvPr/>
          </p:nvGraphicFramePr>
          <p:xfrm>
            <a:off x="672" y="3984"/>
            <a:ext cx="528" cy="189"/>
          </p:xfrm>
          <a:graphic>
            <a:graphicData uri="http://schemas.openxmlformats.org/presentationml/2006/ole">
              <mc:AlternateContent xmlns:mc="http://schemas.openxmlformats.org/markup-compatibility/2006">
                <mc:Choice xmlns:v="urn:schemas-microsoft-com:vml" Requires="v">
                  <p:oleObj spid="_x0000_s14312" r:id="rId15" imgW="647700" imgH="215900" progId="Equation.3">
                    <p:embed/>
                  </p:oleObj>
                </mc:Choice>
                <mc:Fallback>
                  <p:oleObj r:id="rId15" imgW="647700" imgH="215900" progId="Equation.3">
                    <p:embed/>
                    <p:pic>
                      <p:nvPicPr>
                        <p:cNvPr id="0" name="图片 1430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2" y="3984"/>
                          <a:ext cx="52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9994" name="Group 186"/>
          <p:cNvGrpSpPr/>
          <p:nvPr/>
        </p:nvGrpSpPr>
        <p:grpSpPr bwMode="auto">
          <a:xfrm>
            <a:off x="4140200" y="4005261"/>
            <a:ext cx="2339975" cy="1416049"/>
            <a:chOff x="2608" y="2840"/>
            <a:chExt cx="1474" cy="892"/>
          </a:xfrm>
        </p:grpSpPr>
        <p:graphicFrame>
          <p:nvGraphicFramePr>
            <p:cNvPr id="14350" name="Object 44"/>
            <p:cNvGraphicFramePr>
              <a:graphicFrameLocks noChangeAspect="1"/>
            </p:cNvGraphicFramePr>
            <p:nvPr/>
          </p:nvGraphicFramePr>
          <p:xfrm>
            <a:off x="2640" y="3238"/>
            <a:ext cx="1442" cy="494"/>
          </p:xfrm>
          <a:graphic>
            <a:graphicData uri="http://schemas.openxmlformats.org/presentationml/2006/ole">
              <mc:AlternateContent xmlns:mc="http://schemas.openxmlformats.org/markup-compatibility/2006">
                <mc:Choice xmlns:v="urn:schemas-microsoft-com:vml" Requires="v">
                  <p:oleObj spid="_x0000_s14313" name="Equation" r:id="rId17" imgW="36576000" imgH="12192000" progId="Equation.DSMT4">
                    <p:embed/>
                  </p:oleObj>
                </mc:Choice>
                <mc:Fallback>
                  <p:oleObj name="Equation" r:id="rId17" imgW="36576000" imgH="12192000" progId="Equation.DSMT4">
                    <p:embed/>
                    <p:pic>
                      <p:nvPicPr>
                        <p:cNvPr id="0" name="图片 14301"/>
                        <p:cNvPicPr>
                          <a:picLocks noChangeAspect="1" noChangeArrowheads="1"/>
                        </p:cNvPicPr>
                        <p:nvPr/>
                      </p:nvPicPr>
                      <p:blipFill>
                        <a:blip r:embed="rId18"/>
                        <a:srcRect/>
                        <a:stretch>
                          <a:fillRect/>
                        </a:stretch>
                      </p:blipFill>
                      <p:spPr bwMode="auto">
                        <a:xfrm>
                          <a:off x="2640" y="3238"/>
                          <a:ext cx="1442"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1" name="Text Box 174"/>
            <p:cNvSpPr txBox="1">
              <a:spLocks noChangeArrowheads="1"/>
            </p:cNvSpPr>
            <p:nvPr/>
          </p:nvSpPr>
          <p:spPr bwMode="auto">
            <a:xfrm>
              <a:off x="2608" y="2840"/>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latin typeface="Times New Roman" panose="02020603050405020304" pitchFamily="18" charset="0"/>
                </a:rPr>
                <a:t>矩阵形式：</a:t>
              </a:r>
            </a:p>
          </p:txBody>
        </p:sp>
      </p:grpSp>
      <p:grpSp>
        <p:nvGrpSpPr>
          <p:cNvPr id="119998" name="Group 190"/>
          <p:cNvGrpSpPr/>
          <p:nvPr/>
        </p:nvGrpSpPr>
        <p:grpSpPr bwMode="auto">
          <a:xfrm>
            <a:off x="1187450" y="115888"/>
            <a:ext cx="4932363" cy="3744912"/>
            <a:chOff x="748" y="73"/>
            <a:chExt cx="3107" cy="2359"/>
          </a:xfrm>
        </p:grpSpPr>
        <p:grpSp>
          <p:nvGrpSpPr>
            <p:cNvPr id="14346" name="Group 183"/>
            <p:cNvGrpSpPr/>
            <p:nvPr/>
          </p:nvGrpSpPr>
          <p:grpSpPr bwMode="auto">
            <a:xfrm>
              <a:off x="748" y="73"/>
              <a:ext cx="3107" cy="1412"/>
              <a:chOff x="0" y="1026"/>
              <a:chExt cx="3107" cy="1412"/>
            </a:xfrm>
          </p:grpSpPr>
          <p:sp>
            <p:nvSpPr>
              <p:cNvPr id="14348" name="Rectangle 7"/>
              <p:cNvSpPr>
                <a:spLocks noChangeArrowheads="1"/>
              </p:cNvSpPr>
              <p:nvPr/>
            </p:nvSpPr>
            <p:spPr bwMode="auto">
              <a:xfrm>
                <a:off x="158" y="1026"/>
                <a:ext cx="13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b="1">
                    <a:solidFill>
                      <a:schemeClr val="hlink"/>
                    </a:solidFill>
                    <a:latin typeface="宋体" panose="02010600030101010101" pitchFamily="2" charset="-122"/>
                  </a:rPr>
                  <a:t>传输参数的测定</a:t>
                </a:r>
                <a:r>
                  <a:rPr lang="en-US" altLang="zh-CN" sz="2000" b="1">
                    <a:solidFill>
                      <a:schemeClr val="hlink"/>
                    </a:solidFill>
                    <a:latin typeface="宋体" panose="02010600030101010101" pitchFamily="2" charset="-122"/>
                  </a:rPr>
                  <a:t>:</a:t>
                </a:r>
                <a:endParaRPr lang="en-US" altLang="zh-CN" sz="2000">
                  <a:solidFill>
                    <a:schemeClr val="hlink"/>
                  </a:solidFill>
                  <a:latin typeface="宋体" panose="02010600030101010101" pitchFamily="2" charset="-122"/>
                </a:endParaRPr>
              </a:p>
            </p:txBody>
          </p:sp>
          <p:graphicFrame>
            <p:nvGraphicFramePr>
              <p:cNvPr id="14349" name="Object 180"/>
              <p:cNvGraphicFramePr>
                <a:graphicFrameLocks noChangeAspect="1"/>
              </p:cNvGraphicFramePr>
              <p:nvPr/>
            </p:nvGraphicFramePr>
            <p:xfrm>
              <a:off x="0" y="1344"/>
              <a:ext cx="3107" cy="1094"/>
            </p:xfrm>
            <a:graphic>
              <a:graphicData uri="http://schemas.openxmlformats.org/presentationml/2006/ole">
                <mc:AlternateContent xmlns:mc="http://schemas.openxmlformats.org/markup-compatibility/2006">
                  <mc:Choice xmlns:v="urn:schemas-microsoft-com:vml" Requires="v">
                    <p:oleObj spid="_x0000_s14314" name="Visio" r:id="rId19" imgW="4521200" imgH="1600200" progId="Visio.Drawing.11">
                      <p:embed/>
                    </p:oleObj>
                  </mc:Choice>
                  <mc:Fallback>
                    <p:oleObj name="Visio" r:id="rId19" imgW="4521200" imgH="1600200" progId="Visio.Drawing.11">
                      <p:embed/>
                      <p:pic>
                        <p:nvPicPr>
                          <p:cNvPr id="0" name="图片 14302"/>
                          <p:cNvPicPr>
                            <a:picLocks noChangeAspect="1" noChangeArrowheads="1"/>
                          </p:cNvPicPr>
                          <p:nvPr/>
                        </p:nvPicPr>
                        <p:blipFill>
                          <a:blip r:embed="rId20"/>
                          <a:srcRect/>
                          <a:stretch>
                            <a:fillRect/>
                          </a:stretch>
                        </p:blipFill>
                        <p:spPr bwMode="auto">
                          <a:xfrm>
                            <a:off x="0" y="1344"/>
                            <a:ext cx="3107" cy="1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347" name="Line 189"/>
            <p:cNvSpPr>
              <a:spLocks noChangeShapeType="1"/>
            </p:cNvSpPr>
            <p:nvPr/>
          </p:nvSpPr>
          <p:spPr bwMode="auto">
            <a:xfrm>
              <a:off x="2426" y="300"/>
              <a:ext cx="0" cy="2132"/>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9998"/>
                                        </p:tgtEl>
                                        <p:attrNameLst>
                                          <p:attrName>style.visibility</p:attrName>
                                        </p:attrNameLst>
                                      </p:cBhvr>
                                      <p:to>
                                        <p:strVal val="visible"/>
                                      </p:to>
                                    </p:set>
                                    <p:animEffect transition="in" filter="blinds(horizontal)">
                                      <p:cBhvr>
                                        <p:cTn id="7" dur="500"/>
                                        <p:tgtEl>
                                          <p:spTgt spid="1199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9992"/>
                                        </p:tgtEl>
                                        <p:attrNameLst>
                                          <p:attrName>style.visibility</p:attrName>
                                        </p:attrNameLst>
                                      </p:cBhvr>
                                      <p:to>
                                        <p:strVal val="visible"/>
                                      </p:to>
                                    </p:set>
                                    <p:animEffect transition="in" filter="blinds(horizontal)">
                                      <p:cBhvr>
                                        <p:cTn id="12" dur="500"/>
                                        <p:tgtEl>
                                          <p:spTgt spid="11999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9993"/>
                                        </p:tgtEl>
                                        <p:attrNameLst>
                                          <p:attrName>style.visibility</p:attrName>
                                        </p:attrNameLst>
                                      </p:cBhvr>
                                      <p:to>
                                        <p:strVal val="visible"/>
                                      </p:to>
                                    </p:set>
                                    <p:anim calcmode="lin" valueType="num">
                                      <p:cBhvr additive="base">
                                        <p:cTn id="17" dur="500" fill="hold"/>
                                        <p:tgtEl>
                                          <p:spTgt spid="119993"/>
                                        </p:tgtEl>
                                        <p:attrNameLst>
                                          <p:attrName>ppt_x</p:attrName>
                                        </p:attrNameLst>
                                      </p:cBhvr>
                                      <p:tavLst>
                                        <p:tav tm="0">
                                          <p:val>
                                            <p:strVal val="0-#ppt_w/2"/>
                                          </p:val>
                                        </p:tav>
                                        <p:tav tm="100000">
                                          <p:val>
                                            <p:strVal val="#ppt_x"/>
                                          </p:val>
                                        </p:tav>
                                      </p:tavLst>
                                    </p:anim>
                                    <p:anim calcmode="lin" valueType="num">
                                      <p:cBhvr additive="base">
                                        <p:cTn id="18" dur="500" fill="hold"/>
                                        <p:tgtEl>
                                          <p:spTgt spid="11999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19994"/>
                                        </p:tgtEl>
                                        <p:attrNameLst>
                                          <p:attrName>style.visibility</p:attrName>
                                        </p:attrNameLst>
                                      </p:cBhvr>
                                      <p:to>
                                        <p:strVal val="visible"/>
                                      </p:to>
                                    </p:set>
                                    <p:anim calcmode="lin" valueType="num">
                                      <p:cBhvr additive="base">
                                        <p:cTn id="23" dur="500" fill="hold"/>
                                        <p:tgtEl>
                                          <p:spTgt spid="119994"/>
                                        </p:tgtEl>
                                        <p:attrNameLst>
                                          <p:attrName>ppt_x</p:attrName>
                                        </p:attrNameLst>
                                      </p:cBhvr>
                                      <p:tavLst>
                                        <p:tav tm="0">
                                          <p:val>
                                            <p:strVal val="1+#ppt_w/2"/>
                                          </p:val>
                                        </p:tav>
                                        <p:tav tm="100000">
                                          <p:val>
                                            <p:strVal val="#ppt_x"/>
                                          </p:val>
                                        </p:tav>
                                      </p:tavLst>
                                    </p:anim>
                                    <p:anim calcmode="lin" valueType="num">
                                      <p:cBhvr additive="base">
                                        <p:cTn id="24" dur="500" fill="hold"/>
                                        <p:tgtEl>
                                          <p:spTgt spid="11999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9975"/>
                                        </p:tgtEl>
                                        <p:attrNameLst>
                                          <p:attrName>style.visibility</p:attrName>
                                        </p:attrNameLst>
                                      </p:cBhvr>
                                      <p:to>
                                        <p:strVal val="visible"/>
                                      </p:to>
                                    </p:set>
                                    <p:anim calcmode="lin" valueType="num">
                                      <p:cBhvr additive="base">
                                        <p:cTn id="29" dur="500" fill="hold"/>
                                        <p:tgtEl>
                                          <p:spTgt spid="119975"/>
                                        </p:tgtEl>
                                        <p:attrNameLst>
                                          <p:attrName>ppt_x</p:attrName>
                                        </p:attrNameLst>
                                      </p:cBhvr>
                                      <p:tavLst>
                                        <p:tav tm="0">
                                          <p:val>
                                            <p:strVal val="#ppt_x"/>
                                          </p:val>
                                        </p:tav>
                                        <p:tav tm="100000">
                                          <p:val>
                                            <p:strVal val="#ppt_x"/>
                                          </p:val>
                                        </p:tav>
                                      </p:tavLst>
                                    </p:anim>
                                    <p:anim calcmode="lin" valueType="num">
                                      <p:cBhvr additive="base">
                                        <p:cTn id="30" dur="500" fill="hold"/>
                                        <p:tgtEl>
                                          <p:spTgt spid="1199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9" name="Rectangle 3"/>
          <p:cNvSpPr>
            <a:spLocks noGrp="1" noChangeArrowheads="1"/>
          </p:cNvSpPr>
          <p:nvPr>
            <p:ph type="subTitle" idx="1"/>
          </p:nvPr>
        </p:nvSpPr>
        <p:spPr>
          <a:xfrm>
            <a:off x="152400" y="762000"/>
            <a:ext cx="5257800" cy="457200"/>
          </a:xfrm>
        </p:spPr>
        <p:txBody>
          <a:bodyPr rtlCol="0">
            <a:normAutofit/>
          </a:bodyPr>
          <a:lstStyle/>
          <a:p>
            <a:pPr algn="just" eaLnBrk="1" fontAlgn="auto" hangingPunct="1">
              <a:spcAft>
                <a:spcPts val="0"/>
              </a:spcAft>
              <a:buFont typeface="Arial" panose="020B0604020202020204" pitchFamily="34" charset="0"/>
              <a:buNone/>
              <a:defRPr/>
            </a:pPr>
            <a:r>
              <a:rPr lang="zh-CN" altLang="en-US" sz="2000" b="1">
                <a:solidFill>
                  <a:schemeClr val="tx1"/>
                </a:solidFill>
                <a:latin typeface="宋体" panose="02010600030101010101" pitchFamily="2" charset="-122"/>
              </a:rPr>
              <a:t>求图</a:t>
            </a:r>
            <a:r>
              <a:rPr lang="en-US" altLang="zh-CN" sz="2000" b="1">
                <a:solidFill>
                  <a:schemeClr val="tx1"/>
                </a:solidFill>
                <a:latin typeface="宋体" panose="02010600030101010101" pitchFamily="2" charset="-122"/>
              </a:rPr>
              <a:t>(a)</a:t>
            </a:r>
            <a:r>
              <a:rPr lang="zh-CN" altLang="en-US" sz="2000" b="1">
                <a:solidFill>
                  <a:schemeClr val="tx1"/>
                </a:solidFill>
                <a:latin typeface="宋体" panose="02010600030101010101" pitchFamily="2" charset="-122"/>
              </a:rPr>
              <a:t>所示</a:t>
            </a:r>
            <a:r>
              <a:rPr lang="en-US" altLang="zh-CN" sz="2000" b="1">
                <a:solidFill>
                  <a:schemeClr val="tx1"/>
                </a:solidFill>
                <a:latin typeface="宋体" panose="02010600030101010101" pitchFamily="2" charset="-122"/>
              </a:rPr>
              <a:t>T</a:t>
            </a:r>
            <a:r>
              <a:rPr lang="zh-CN" altLang="en-US" sz="2000" b="1">
                <a:solidFill>
                  <a:schemeClr val="tx1"/>
                </a:solidFill>
                <a:latin typeface="宋体" panose="02010600030101010101" pitchFamily="2" charset="-122"/>
              </a:rPr>
              <a:t>形二端口网络的传输参数。 </a:t>
            </a:r>
          </a:p>
        </p:txBody>
      </p:sp>
      <p:graphicFrame>
        <p:nvGraphicFramePr>
          <p:cNvPr id="126995" name="Object 19"/>
          <p:cNvGraphicFramePr>
            <a:graphicFrameLocks noChangeAspect="1"/>
          </p:cNvGraphicFramePr>
          <p:nvPr/>
        </p:nvGraphicFramePr>
        <p:xfrm>
          <a:off x="304800" y="228600"/>
          <a:ext cx="7162800" cy="454025"/>
        </p:xfrm>
        <a:graphic>
          <a:graphicData uri="http://schemas.openxmlformats.org/presentationml/2006/ole">
            <mc:AlternateContent xmlns:mc="http://schemas.openxmlformats.org/markup-compatibility/2006">
              <mc:Choice xmlns:v="urn:schemas-microsoft-com:vml" Requires="v">
                <p:oleObj spid="_x0000_s38628" name="Visio" r:id="rId3" imgW="6832600" imgH="444500" progId="Visio.Drawing.11">
                  <p:embed/>
                </p:oleObj>
              </mc:Choice>
              <mc:Fallback>
                <p:oleObj name="Visio" r:id="rId3" imgW="6832600" imgH="444500" progId="Visio.Drawing.11">
                  <p:embed/>
                  <p:pic>
                    <p:nvPicPr>
                      <p:cNvPr id="0" name="图片 38609"/>
                      <p:cNvPicPr>
                        <a:picLocks noChangeAspect="1" noChangeArrowheads="1"/>
                      </p:cNvPicPr>
                      <p:nvPr/>
                    </p:nvPicPr>
                    <p:blipFill>
                      <a:blip r:embed="rId4"/>
                      <a:srcRect/>
                      <a:stretch>
                        <a:fillRect/>
                      </a:stretch>
                    </p:blipFill>
                    <p:spPr bwMode="auto">
                      <a:xfrm>
                        <a:off x="304800" y="228600"/>
                        <a:ext cx="7162800" cy="45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7230" name="Group 254"/>
          <p:cNvGrpSpPr/>
          <p:nvPr/>
        </p:nvGrpSpPr>
        <p:grpSpPr bwMode="auto">
          <a:xfrm>
            <a:off x="71189" y="5370514"/>
            <a:ext cx="4068763" cy="809626"/>
            <a:chOff x="394" y="2475"/>
            <a:chExt cx="2563" cy="510"/>
          </a:xfrm>
        </p:grpSpPr>
        <p:graphicFrame>
          <p:nvGraphicFramePr>
            <p:cNvPr id="17440" name="Object 27"/>
            <p:cNvGraphicFramePr>
              <a:graphicFrameLocks noChangeAspect="1"/>
            </p:cNvGraphicFramePr>
            <p:nvPr/>
          </p:nvGraphicFramePr>
          <p:xfrm>
            <a:off x="1555" y="2483"/>
            <a:ext cx="1402" cy="483"/>
          </p:xfrm>
          <a:graphic>
            <a:graphicData uri="http://schemas.openxmlformats.org/presentationml/2006/ole">
              <mc:AlternateContent xmlns:mc="http://schemas.openxmlformats.org/markup-compatibility/2006">
                <mc:Choice xmlns:v="urn:schemas-microsoft-com:vml" Requires="v">
                  <p:oleObj spid="_x0000_s38629" name="Equation" r:id="rId5" imgW="31089600" imgH="10363200" progId="Equation.DSMT4">
                    <p:embed/>
                  </p:oleObj>
                </mc:Choice>
                <mc:Fallback>
                  <p:oleObj name="Equation" r:id="rId5" imgW="31089600" imgH="10363200" progId="Equation.DSMT4">
                    <p:embed/>
                    <p:pic>
                      <p:nvPicPr>
                        <p:cNvPr id="0" name="图片 38610"/>
                        <p:cNvPicPr>
                          <a:picLocks noChangeAspect="1" noChangeArrowheads="1"/>
                        </p:cNvPicPr>
                        <p:nvPr/>
                      </p:nvPicPr>
                      <p:blipFill>
                        <a:blip r:embed="rId6"/>
                        <a:srcRect/>
                        <a:stretch>
                          <a:fillRect/>
                        </a:stretch>
                      </p:blipFill>
                      <p:spPr bwMode="auto">
                        <a:xfrm>
                          <a:off x="1555" y="2483"/>
                          <a:ext cx="1402"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1" name="Object 29"/>
            <p:cNvGraphicFramePr>
              <a:graphicFrameLocks noChangeAspect="1"/>
            </p:cNvGraphicFramePr>
            <p:nvPr/>
          </p:nvGraphicFramePr>
          <p:xfrm>
            <a:off x="394" y="2475"/>
            <a:ext cx="844" cy="510"/>
          </p:xfrm>
          <a:graphic>
            <a:graphicData uri="http://schemas.openxmlformats.org/presentationml/2006/ole">
              <mc:AlternateContent xmlns:mc="http://schemas.openxmlformats.org/markup-compatibility/2006">
                <mc:Choice xmlns:v="urn:schemas-microsoft-com:vml" Requires="v">
                  <p:oleObj spid="_x0000_s38630" name="Equation" r:id="rId7" imgW="18592800" imgH="10972800" progId="Equation.DSMT4">
                    <p:embed/>
                  </p:oleObj>
                </mc:Choice>
                <mc:Fallback>
                  <p:oleObj name="Equation" r:id="rId7" imgW="18592800" imgH="10972800" progId="Equation.DSMT4">
                    <p:embed/>
                    <p:pic>
                      <p:nvPicPr>
                        <p:cNvPr id="0" name="图片 38611"/>
                        <p:cNvPicPr>
                          <a:picLocks noChangeAspect="1" noChangeArrowheads="1"/>
                        </p:cNvPicPr>
                        <p:nvPr/>
                      </p:nvPicPr>
                      <p:blipFill>
                        <a:blip r:embed="rId8"/>
                        <a:srcRect/>
                        <a:stretch>
                          <a:fillRect/>
                        </a:stretch>
                      </p:blipFill>
                      <p:spPr bwMode="auto">
                        <a:xfrm>
                          <a:off x="394" y="2475"/>
                          <a:ext cx="844"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7232" name="Group 256"/>
          <p:cNvGrpSpPr/>
          <p:nvPr/>
        </p:nvGrpSpPr>
        <p:grpSpPr bwMode="auto">
          <a:xfrm>
            <a:off x="107504" y="4430715"/>
            <a:ext cx="4217988" cy="873126"/>
            <a:chOff x="2647" y="1247"/>
            <a:chExt cx="2657" cy="550"/>
          </a:xfrm>
        </p:grpSpPr>
        <p:graphicFrame>
          <p:nvGraphicFramePr>
            <p:cNvPr id="17438" name="Object 33"/>
            <p:cNvGraphicFramePr>
              <a:graphicFrameLocks noChangeAspect="1"/>
            </p:cNvGraphicFramePr>
            <p:nvPr/>
          </p:nvGraphicFramePr>
          <p:xfrm>
            <a:off x="4056" y="1249"/>
            <a:ext cx="1248" cy="548"/>
          </p:xfrm>
          <a:graphic>
            <a:graphicData uri="http://schemas.openxmlformats.org/presentationml/2006/ole">
              <mc:AlternateContent xmlns:mc="http://schemas.openxmlformats.org/markup-compatibility/2006">
                <mc:Choice xmlns:v="urn:schemas-microsoft-com:vml" Requires="v">
                  <p:oleObj spid="_x0000_s38631" name="Equation" r:id="rId9" imgW="27127200" imgH="11582400" progId="Equation.DSMT4">
                    <p:embed/>
                  </p:oleObj>
                </mc:Choice>
                <mc:Fallback>
                  <p:oleObj name="Equation" r:id="rId9" imgW="27127200" imgH="11582400" progId="Equation.DSMT4">
                    <p:embed/>
                    <p:pic>
                      <p:nvPicPr>
                        <p:cNvPr id="0" name="图片 38612"/>
                        <p:cNvPicPr>
                          <a:picLocks noChangeAspect="1" noChangeArrowheads="1"/>
                        </p:cNvPicPr>
                        <p:nvPr/>
                      </p:nvPicPr>
                      <p:blipFill>
                        <a:blip r:embed="rId10"/>
                        <a:srcRect/>
                        <a:stretch>
                          <a:fillRect/>
                        </a:stretch>
                      </p:blipFill>
                      <p:spPr bwMode="auto">
                        <a:xfrm>
                          <a:off x="4056" y="1249"/>
                          <a:ext cx="12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9" name="Object 31"/>
            <p:cNvGraphicFramePr>
              <a:graphicFrameLocks noChangeAspect="1"/>
            </p:cNvGraphicFramePr>
            <p:nvPr/>
          </p:nvGraphicFramePr>
          <p:xfrm>
            <a:off x="2647" y="1247"/>
            <a:ext cx="1475" cy="525"/>
          </p:xfrm>
          <a:graphic>
            <a:graphicData uri="http://schemas.openxmlformats.org/presentationml/2006/ole">
              <mc:AlternateContent xmlns:mc="http://schemas.openxmlformats.org/markup-compatibility/2006">
                <mc:Choice xmlns:v="urn:schemas-microsoft-com:vml" Requires="v">
                  <p:oleObj spid="_x0000_s38632" name="Equation" r:id="rId11" imgW="32004000" imgH="10972800" progId="Equation.DSMT4">
                    <p:embed/>
                  </p:oleObj>
                </mc:Choice>
                <mc:Fallback>
                  <p:oleObj name="Equation" r:id="rId11" imgW="32004000" imgH="10972800" progId="Equation.DSMT4">
                    <p:embed/>
                    <p:pic>
                      <p:nvPicPr>
                        <p:cNvPr id="0" name="图片 38613"/>
                        <p:cNvPicPr>
                          <a:picLocks noChangeAspect="1" noChangeArrowheads="1"/>
                        </p:cNvPicPr>
                        <p:nvPr/>
                      </p:nvPicPr>
                      <p:blipFill>
                        <a:blip r:embed="rId12"/>
                        <a:srcRect/>
                        <a:stretch>
                          <a:fillRect/>
                        </a:stretch>
                      </p:blipFill>
                      <p:spPr bwMode="auto">
                        <a:xfrm>
                          <a:off x="2647" y="1247"/>
                          <a:ext cx="147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7229" name="Group 253"/>
          <p:cNvGrpSpPr/>
          <p:nvPr/>
        </p:nvGrpSpPr>
        <p:grpSpPr bwMode="auto">
          <a:xfrm>
            <a:off x="114300" y="3609977"/>
            <a:ext cx="4830764" cy="860426"/>
            <a:chOff x="96" y="1924"/>
            <a:chExt cx="3043" cy="542"/>
          </a:xfrm>
        </p:grpSpPr>
        <p:graphicFrame>
          <p:nvGraphicFramePr>
            <p:cNvPr id="17433" name="Object 4"/>
            <p:cNvGraphicFramePr>
              <a:graphicFrameLocks noChangeAspect="1"/>
            </p:cNvGraphicFramePr>
            <p:nvPr/>
          </p:nvGraphicFramePr>
          <p:xfrm>
            <a:off x="144" y="1924"/>
            <a:ext cx="288" cy="188"/>
          </p:xfrm>
          <a:graphic>
            <a:graphicData uri="http://schemas.openxmlformats.org/presentationml/2006/ole">
              <mc:AlternateContent xmlns:mc="http://schemas.openxmlformats.org/markup-compatibility/2006">
                <mc:Choice xmlns:v="urn:schemas-microsoft-com:vml" Requires="v">
                  <p:oleObj spid="_x0000_s38633" r:id="rId13" imgW="439420" imgH="284480" progId="Visio.Drawing.6">
                    <p:embed/>
                  </p:oleObj>
                </mc:Choice>
                <mc:Fallback>
                  <p:oleObj r:id="rId13" imgW="439420" imgH="284480" progId="Visio.Drawing.6">
                    <p:embed/>
                    <p:pic>
                      <p:nvPicPr>
                        <p:cNvPr id="0" name="图片 386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 y="1924"/>
                          <a:ext cx="2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4" name="Rectangle 8"/>
            <p:cNvSpPr>
              <a:spLocks noChangeArrowheads="1"/>
            </p:cNvSpPr>
            <p:nvPr/>
          </p:nvSpPr>
          <p:spPr bwMode="auto">
            <a:xfrm>
              <a:off x="576" y="2186"/>
              <a:ext cx="2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宋体" panose="02010600030101010101" pitchFamily="2" charset="-122"/>
                </a:rPr>
                <a:t>令     ，得图</a:t>
              </a:r>
              <a:r>
                <a:rPr lang="en-US" altLang="zh-CN" sz="2000" dirty="0">
                  <a:latin typeface="宋体" panose="02010600030101010101" pitchFamily="2" charset="-122"/>
                </a:rPr>
                <a:t>(b)</a:t>
              </a:r>
              <a:r>
                <a:rPr lang="zh-CN" altLang="en-US" sz="2000" dirty="0">
                  <a:latin typeface="宋体" panose="02010600030101010101" pitchFamily="2" charset="-122"/>
                </a:rPr>
                <a:t>由此求得 </a:t>
              </a:r>
            </a:p>
          </p:txBody>
        </p:sp>
        <p:graphicFrame>
          <p:nvGraphicFramePr>
            <p:cNvPr id="17435" name="Object 23"/>
            <p:cNvGraphicFramePr>
              <a:graphicFrameLocks noChangeAspect="1"/>
            </p:cNvGraphicFramePr>
            <p:nvPr/>
          </p:nvGraphicFramePr>
          <p:xfrm>
            <a:off x="2569" y="2199"/>
            <a:ext cx="570" cy="267"/>
          </p:xfrm>
          <a:graphic>
            <a:graphicData uri="http://schemas.openxmlformats.org/presentationml/2006/ole">
              <mc:AlternateContent xmlns:mc="http://schemas.openxmlformats.org/markup-compatibility/2006">
                <mc:Choice xmlns:v="urn:schemas-microsoft-com:vml" Requires="v">
                  <p:oleObj spid="_x0000_s38634" name="Equation" r:id="rId15" imgW="12496800" imgH="5486400" progId="Equation.DSMT4">
                    <p:embed/>
                  </p:oleObj>
                </mc:Choice>
                <mc:Fallback>
                  <p:oleObj name="Equation" r:id="rId15" imgW="12496800" imgH="5486400" progId="Equation.DSMT4">
                    <p:embed/>
                    <p:pic>
                      <p:nvPicPr>
                        <p:cNvPr id="0" name="图片 38615"/>
                        <p:cNvPicPr>
                          <a:picLocks noChangeAspect="1" noChangeArrowheads="1"/>
                        </p:cNvPicPr>
                        <p:nvPr/>
                      </p:nvPicPr>
                      <p:blipFill>
                        <a:blip r:embed="rId16"/>
                        <a:srcRect/>
                        <a:stretch>
                          <a:fillRect/>
                        </a:stretch>
                      </p:blipFill>
                      <p:spPr bwMode="auto">
                        <a:xfrm>
                          <a:off x="2569" y="2199"/>
                          <a:ext cx="570"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36" name="Object 25"/>
            <p:cNvGraphicFramePr>
              <a:graphicFrameLocks noChangeAspect="1"/>
            </p:cNvGraphicFramePr>
            <p:nvPr/>
          </p:nvGraphicFramePr>
          <p:xfrm>
            <a:off x="784" y="2200"/>
            <a:ext cx="396" cy="252"/>
          </p:xfrm>
          <a:graphic>
            <a:graphicData uri="http://schemas.openxmlformats.org/presentationml/2006/ole">
              <mc:AlternateContent xmlns:mc="http://schemas.openxmlformats.org/markup-compatibility/2006">
                <mc:Choice xmlns:v="urn:schemas-microsoft-com:vml" Requires="v">
                  <p:oleObj spid="_x0000_s38635" name="Equation" r:id="rId17" imgW="9448800" imgH="5791200" progId="Equation.DSMT4">
                    <p:embed/>
                  </p:oleObj>
                </mc:Choice>
                <mc:Fallback>
                  <p:oleObj name="Equation" r:id="rId17" imgW="9448800" imgH="5791200" progId="Equation.DSMT4">
                    <p:embed/>
                    <p:pic>
                      <p:nvPicPr>
                        <p:cNvPr id="0" name="图片 38616"/>
                        <p:cNvPicPr>
                          <a:picLocks noChangeAspect="1" noChangeArrowheads="1"/>
                        </p:cNvPicPr>
                        <p:nvPr/>
                      </p:nvPicPr>
                      <p:blipFill>
                        <a:blip r:embed="rId18"/>
                        <a:srcRect/>
                        <a:stretch>
                          <a:fillRect/>
                        </a:stretch>
                      </p:blipFill>
                      <p:spPr bwMode="auto">
                        <a:xfrm>
                          <a:off x="784" y="2200"/>
                          <a:ext cx="3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7" name="Rectangle 35"/>
            <p:cNvSpPr>
              <a:spLocks noChangeArrowheads="1"/>
            </p:cNvSpPr>
            <p:nvPr/>
          </p:nvSpPr>
          <p:spPr bwMode="auto">
            <a:xfrm>
              <a:off x="96" y="2195"/>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latin typeface="Times New Roman" panose="02020603050405020304" pitchFamily="18" charset="0"/>
                </a:rPr>
                <a:t>(1) </a:t>
              </a:r>
            </a:p>
          </p:txBody>
        </p:sp>
      </p:grpSp>
      <p:grpSp>
        <p:nvGrpSpPr>
          <p:cNvPr id="127237" name="Group 261"/>
          <p:cNvGrpSpPr/>
          <p:nvPr/>
        </p:nvGrpSpPr>
        <p:grpSpPr bwMode="auto">
          <a:xfrm>
            <a:off x="3047429" y="5505452"/>
            <a:ext cx="6061075" cy="1411288"/>
            <a:chOff x="1791" y="3468"/>
            <a:chExt cx="3818" cy="889"/>
          </a:xfrm>
        </p:grpSpPr>
        <p:graphicFrame>
          <p:nvGraphicFramePr>
            <p:cNvPr id="17428" name="Object 42"/>
            <p:cNvGraphicFramePr>
              <a:graphicFrameLocks noChangeAspect="1"/>
            </p:cNvGraphicFramePr>
            <p:nvPr/>
          </p:nvGraphicFramePr>
          <p:xfrm>
            <a:off x="4177" y="3515"/>
            <a:ext cx="1007" cy="457"/>
          </p:xfrm>
          <a:graphic>
            <a:graphicData uri="http://schemas.openxmlformats.org/presentationml/2006/ole">
              <mc:AlternateContent xmlns:mc="http://schemas.openxmlformats.org/markup-compatibility/2006">
                <mc:Choice xmlns:v="urn:schemas-microsoft-com:vml" Requires="v">
                  <p:oleObj spid="_x0000_s38636" name="Equation" r:id="rId19" imgW="23469600" imgH="10363200" progId="Equation.DSMT4">
                    <p:embed/>
                  </p:oleObj>
                </mc:Choice>
                <mc:Fallback>
                  <p:oleObj name="Equation" r:id="rId19" imgW="23469600" imgH="10363200" progId="Equation.DSMT4">
                    <p:embed/>
                    <p:pic>
                      <p:nvPicPr>
                        <p:cNvPr id="0" name="图片 38617"/>
                        <p:cNvPicPr>
                          <a:picLocks noChangeAspect="1" noChangeArrowheads="1"/>
                        </p:cNvPicPr>
                        <p:nvPr/>
                      </p:nvPicPr>
                      <p:blipFill>
                        <a:blip r:embed="rId20"/>
                        <a:srcRect/>
                        <a:stretch>
                          <a:fillRect/>
                        </a:stretch>
                      </p:blipFill>
                      <p:spPr bwMode="auto">
                        <a:xfrm>
                          <a:off x="4177" y="3515"/>
                          <a:ext cx="1007"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429" name="Group 259"/>
            <p:cNvGrpSpPr/>
            <p:nvPr/>
          </p:nvGrpSpPr>
          <p:grpSpPr bwMode="auto">
            <a:xfrm>
              <a:off x="2704" y="3468"/>
              <a:ext cx="1400" cy="449"/>
              <a:chOff x="256" y="3304"/>
              <a:chExt cx="1400" cy="449"/>
            </a:xfrm>
          </p:grpSpPr>
          <p:graphicFrame>
            <p:nvGraphicFramePr>
              <p:cNvPr id="17431" name="Object 40"/>
              <p:cNvGraphicFramePr>
                <a:graphicFrameLocks noChangeAspect="1"/>
              </p:cNvGraphicFramePr>
              <p:nvPr/>
            </p:nvGraphicFramePr>
            <p:xfrm>
              <a:off x="256" y="3304"/>
              <a:ext cx="1024" cy="449"/>
            </p:xfrm>
            <a:graphic>
              <a:graphicData uri="http://schemas.openxmlformats.org/presentationml/2006/ole">
                <mc:AlternateContent xmlns:mc="http://schemas.openxmlformats.org/markup-compatibility/2006">
                  <mc:Choice xmlns:v="urn:schemas-microsoft-com:vml" Requires="v">
                    <p:oleObj spid="_x0000_s38637" name="Equation" r:id="rId21" imgW="24384000" imgH="10363200" progId="Equation.DSMT4">
                      <p:embed/>
                    </p:oleObj>
                  </mc:Choice>
                  <mc:Fallback>
                    <p:oleObj name="Equation" r:id="rId21" imgW="24384000" imgH="10363200" progId="Equation.DSMT4">
                      <p:embed/>
                      <p:pic>
                        <p:nvPicPr>
                          <p:cNvPr id="0" name="图片 38618"/>
                          <p:cNvPicPr>
                            <a:picLocks noChangeAspect="1" noChangeArrowheads="1"/>
                          </p:cNvPicPr>
                          <p:nvPr/>
                        </p:nvPicPr>
                        <p:blipFill>
                          <a:blip r:embed="rId22"/>
                          <a:srcRect/>
                          <a:stretch>
                            <a:fillRect/>
                          </a:stretch>
                        </p:blipFill>
                        <p:spPr bwMode="auto">
                          <a:xfrm>
                            <a:off x="256" y="3304"/>
                            <a:ext cx="1024"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2" name="Rectangle 44"/>
              <p:cNvSpPr>
                <a:spLocks noChangeArrowheads="1"/>
              </p:cNvSpPr>
              <p:nvPr/>
            </p:nvSpPr>
            <p:spPr bwMode="auto">
              <a:xfrm>
                <a:off x="1296" y="3457"/>
                <a:ext cx="3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或</a:t>
                </a:r>
                <a:r>
                  <a:rPr lang="zh-CN" altLang="en-US" sz="2000">
                    <a:latin typeface="Times New Roman" panose="02020603050405020304" pitchFamily="18" charset="0"/>
                  </a:rPr>
                  <a:t> </a:t>
                </a:r>
              </a:p>
            </p:txBody>
          </p:sp>
        </p:grpSp>
        <p:graphicFrame>
          <p:nvGraphicFramePr>
            <p:cNvPr id="17430" name="Object 45"/>
            <p:cNvGraphicFramePr>
              <a:graphicFrameLocks noChangeAspect="1"/>
            </p:cNvGraphicFramePr>
            <p:nvPr/>
          </p:nvGraphicFramePr>
          <p:xfrm>
            <a:off x="1791" y="3903"/>
            <a:ext cx="3818" cy="454"/>
          </p:xfrm>
          <a:graphic>
            <a:graphicData uri="http://schemas.openxmlformats.org/presentationml/2006/ole">
              <mc:AlternateContent xmlns:mc="http://schemas.openxmlformats.org/markup-compatibility/2006">
                <mc:Choice xmlns:v="urn:schemas-microsoft-com:vml" Requires="v">
                  <p:oleObj spid="_x0000_s38638" name="Equation" r:id="rId23" imgW="91440000" imgH="10363200" progId="Equation.DSMT4">
                    <p:embed/>
                  </p:oleObj>
                </mc:Choice>
                <mc:Fallback>
                  <p:oleObj name="Equation" r:id="rId23" imgW="91440000" imgH="10363200" progId="Equation.DSMT4">
                    <p:embed/>
                    <p:pic>
                      <p:nvPicPr>
                        <p:cNvPr id="0" name="图片 38619"/>
                        <p:cNvPicPr>
                          <a:picLocks noChangeAspect="1" noChangeArrowheads="1"/>
                        </p:cNvPicPr>
                        <p:nvPr/>
                      </p:nvPicPr>
                      <p:blipFill>
                        <a:blip r:embed="rId24"/>
                        <a:srcRect/>
                        <a:stretch>
                          <a:fillRect/>
                        </a:stretch>
                      </p:blipFill>
                      <p:spPr bwMode="auto">
                        <a:xfrm>
                          <a:off x="1791" y="3903"/>
                          <a:ext cx="381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7236" name="Group 260"/>
          <p:cNvGrpSpPr/>
          <p:nvPr/>
        </p:nvGrpSpPr>
        <p:grpSpPr bwMode="auto">
          <a:xfrm>
            <a:off x="5292726" y="4140203"/>
            <a:ext cx="3557588" cy="1533526"/>
            <a:chOff x="2744" y="2493"/>
            <a:chExt cx="2241" cy="966"/>
          </a:xfrm>
        </p:grpSpPr>
        <p:graphicFrame>
          <p:nvGraphicFramePr>
            <p:cNvPr id="17426" name="Object 47"/>
            <p:cNvGraphicFramePr>
              <a:graphicFrameLocks noChangeAspect="1"/>
            </p:cNvGraphicFramePr>
            <p:nvPr/>
          </p:nvGraphicFramePr>
          <p:xfrm>
            <a:off x="2744" y="2493"/>
            <a:ext cx="2241" cy="552"/>
          </p:xfrm>
          <a:graphic>
            <a:graphicData uri="http://schemas.openxmlformats.org/presentationml/2006/ole">
              <mc:AlternateContent xmlns:mc="http://schemas.openxmlformats.org/markup-compatibility/2006">
                <mc:Choice xmlns:v="urn:schemas-microsoft-com:vml" Requires="v">
                  <p:oleObj spid="_x0000_s38639" name="Equation" r:id="rId25" imgW="46329600" imgH="10972800" progId="Equation.DSMT4">
                    <p:embed/>
                  </p:oleObj>
                </mc:Choice>
                <mc:Fallback>
                  <p:oleObj name="Equation" r:id="rId25" imgW="46329600" imgH="10972800" progId="Equation.DSMT4">
                    <p:embed/>
                    <p:pic>
                      <p:nvPicPr>
                        <p:cNvPr id="0" name="图片 38620"/>
                        <p:cNvPicPr>
                          <a:picLocks noChangeAspect="1" noChangeArrowheads="1"/>
                        </p:cNvPicPr>
                        <p:nvPr/>
                      </p:nvPicPr>
                      <p:blipFill>
                        <a:blip r:embed="rId26"/>
                        <a:srcRect/>
                        <a:stretch>
                          <a:fillRect/>
                        </a:stretch>
                      </p:blipFill>
                      <p:spPr bwMode="auto">
                        <a:xfrm>
                          <a:off x="2744" y="2493"/>
                          <a:ext cx="2241"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7" name="Object 49"/>
            <p:cNvGraphicFramePr>
              <a:graphicFrameLocks noChangeAspect="1"/>
            </p:cNvGraphicFramePr>
            <p:nvPr/>
          </p:nvGraphicFramePr>
          <p:xfrm>
            <a:off x="2791" y="2931"/>
            <a:ext cx="1522" cy="528"/>
          </p:xfrm>
          <a:graphic>
            <a:graphicData uri="http://schemas.openxmlformats.org/presentationml/2006/ole">
              <mc:AlternateContent xmlns:mc="http://schemas.openxmlformats.org/markup-compatibility/2006">
                <mc:Choice xmlns:v="urn:schemas-microsoft-com:vml" Requires="v">
                  <p:oleObj spid="_x0000_s38640" name="Equation" r:id="rId27" imgW="34442400" imgH="11582400" progId="Equation.DSMT4">
                    <p:embed/>
                  </p:oleObj>
                </mc:Choice>
                <mc:Fallback>
                  <p:oleObj name="Equation" r:id="rId27" imgW="34442400" imgH="11582400" progId="Equation.DSMT4">
                    <p:embed/>
                    <p:pic>
                      <p:nvPicPr>
                        <p:cNvPr id="0" name="图片 38621"/>
                        <p:cNvPicPr>
                          <a:picLocks noChangeAspect="1" noChangeArrowheads="1"/>
                        </p:cNvPicPr>
                        <p:nvPr/>
                      </p:nvPicPr>
                      <p:blipFill>
                        <a:blip r:embed="rId28"/>
                        <a:srcRect/>
                        <a:stretch>
                          <a:fillRect/>
                        </a:stretch>
                      </p:blipFill>
                      <p:spPr bwMode="auto">
                        <a:xfrm>
                          <a:off x="2791" y="2931"/>
                          <a:ext cx="1522"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7233" name="Group 257"/>
          <p:cNvGrpSpPr/>
          <p:nvPr/>
        </p:nvGrpSpPr>
        <p:grpSpPr bwMode="auto">
          <a:xfrm>
            <a:off x="4356100" y="3700463"/>
            <a:ext cx="4457700" cy="427037"/>
            <a:chOff x="171" y="3014"/>
            <a:chExt cx="2808" cy="269"/>
          </a:xfrm>
        </p:grpSpPr>
        <p:sp>
          <p:nvSpPr>
            <p:cNvPr id="17422" name="Rectangle 6"/>
            <p:cNvSpPr>
              <a:spLocks noChangeArrowheads="1"/>
            </p:cNvSpPr>
            <p:nvPr/>
          </p:nvSpPr>
          <p:spPr bwMode="auto">
            <a:xfrm>
              <a:off x="576" y="3033"/>
              <a:ext cx="20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再令     得图</a:t>
              </a:r>
              <a:r>
                <a:rPr lang="en-US" altLang="zh-CN" sz="2000">
                  <a:latin typeface="宋体" panose="02010600030101010101" pitchFamily="2" charset="-122"/>
                </a:rPr>
                <a:t>(c)</a:t>
              </a:r>
              <a:r>
                <a:rPr lang="zh-CN" altLang="en-US" sz="2000">
                  <a:latin typeface="宋体" panose="02010600030101010101" pitchFamily="2" charset="-122"/>
                </a:rPr>
                <a:t>又求得 </a:t>
              </a:r>
            </a:p>
          </p:txBody>
        </p:sp>
        <p:graphicFrame>
          <p:nvGraphicFramePr>
            <p:cNvPr id="17423" name="Object 36"/>
            <p:cNvGraphicFramePr>
              <a:graphicFrameLocks noChangeAspect="1"/>
            </p:cNvGraphicFramePr>
            <p:nvPr/>
          </p:nvGraphicFramePr>
          <p:xfrm>
            <a:off x="2547" y="3061"/>
            <a:ext cx="432" cy="176"/>
          </p:xfrm>
          <a:graphic>
            <a:graphicData uri="http://schemas.openxmlformats.org/presentationml/2006/ole">
              <mc:AlternateContent xmlns:mc="http://schemas.openxmlformats.org/markup-compatibility/2006">
                <mc:Choice xmlns:v="urn:schemas-microsoft-com:vml" Requires="v">
                  <p:oleObj spid="_x0000_s38641" r:id="rId29" imgW="596900" imgH="228600" progId="Equation.3">
                    <p:embed/>
                  </p:oleObj>
                </mc:Choice>
                <mc:Fallback>
                  <p:oleObj r:id="rId29" imgW="596900" imgH="228600" progId="Equation.3">
                    <p:embed/>
                    <p:pic>
                      <p:nvPicPr>
                        <p:cNvPr id="0" name="图片 3862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47" y="3061"/>
                          <a:ext cx="43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4" name="Object 38"/>
            <p:cNvGraphicFramePr>
              <a:graphicFrameLocks noChangeAspect="1"/>
            </p:cNvGraphicFramePr>
            <p:nvPr/>
          </p:nvGraphicFramePr>
          <p:xfrm>
            <a:off x="971" y="3014"/>
            <a:ext cx="410" cy="252"/>
          </p:xfrm>
          <a:graphic>
            <a:graphicData uri="http://schemas.openxmlformats.org/presentationml/2006/ole">
              <mc:AlternateContent xmlns:mc="http://schemas.openxmlformats.org/markup-compatibility/2006">
                <mc:Choice xmlns:v="urn:schemas-microsoft-com:vml" Requires="v">
                  <p:oleObj spid="_x0000_s38642" name="Equation" r:id="rId31" imgW="9753600" imgH="5791200" progId="Equation.DSMT4">
                    <p:embed/>
                  </p:oleObj>
                </mc:Choice>
                <mc:Fallback>
                  <p:oleObj name="Equation" r:id="rId31" imgW="9753600" imgH="5791200" progId="Equation.DSMT4">
                    <p:embed/>
                    <p:pic>
                      <p:nvPicPr>
                        <p:cNvPr id="0" name="图片 38623"/>
                        <p:cNvPicPr>
                          <a:picLocks noChangeAspect="1" noChangeArrowheads="1"/>
                        </p:cNvPicPr>
                        <p:nvPr/>
                      </p:nvPicPr>
                      <p:blipFill>
                        <a:blip r:embed="rId32"/>
                        <a:srcRect/>
                        <a:stretch>
                          <a:fillRect/>
                        </a:stretch>
                      </p:blipFill>
                      <p:spPr bwMode="auto">
                        <a:xfrm>
                          <a:off x="971" y="3014"/>
                          <a:ext cx="4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5" name="Rectangle 51"/>
            <p:cNvSpPr>
              <a:spLocks noChangeArrowheads="1"/>
            </p:cNvSpPr>
            <p:nvPr/>
          </p:nvSpPr>
          <p:spPr bwMode="auto">
            <a:xfrm>
              <a:off x="171" y="302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latin typeface="Times New Roman" panose="02020603050405020304" pitchFamily="18" charset="0"/>
                </a:rPr>
                <a:t>(2) </a:t>
              </a:r>
            </a:p>
          </p:txBody>
        </p:sp>
      </p:grpSp>
      <p:sp>
        <p:nvSpPr>
          <p:cNvPr id="17418" name="Rectangle 267"/>
          <p:cNvSpPr>
            <a:spLocks noChangeArrowheads="1"/>
          </p:cNvSpPr>
          <p:nvPr/>
        </p:nvSpPr>
        <p:spPr bwMode="auto">
          <a:xfrm>
            <a:off x="0" y="2686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27242" name="Object 266"/>
          <p:cNvGraphicFramePr>
            <a:graphicFrameLocks noChangeAspect="1"/>
          </p:cNvGraphicFramePr>
          <p:nvPr/>
        </p:nvGraphicFramePr>
        <p:xfrm>
          <a:off x="0" y="1447800"/>
          <a:ext cx="8820150" cy="2259013"/>
        </p:xfrm>
        <a:graphic>
          <a:graphicData uri="http://schemas.openxmlformats.org/presentationml/2006/ole">
            <mc:AlternateContent xmlns:mc="http://schemas.openxmlformats.org/markup-compatibility/2006">
              <mc:Choice xmlns:v="urn:schemas-microsoft-com:vml" Requires="v">
                <p:oleObj spid="_x0000_s38643" name="Visio" r:id="rId33" imgW="8521700" imgH="2197100" progId="Visio.Drawing.11">
                  <p:embed/>
                </p:oleObj>
              </mc:Choice>
              <mc:Fallback>
                <p:oleObj name="Visio" r:id="rId33" imgW="8521700" imgH="2197100" progId="Visio.Drawing.11">
                  <p:embed/>
                  <p:pic>
                    <p:nvPicPr>
                      <p:cNvPr id="0" name="图片 38624"/>
                      <p:cNvPicPr>
                        <a:picLocks noChangeAspect="1" noChangeArrowheads="1"/>
                      </p:cNvPicPr>
                      <p:nvPr/>
                    </p:nvPicPr>
                    <p:blipFill>
                      <a:blip r:embed="rId34"/>
                      <a:srcRect/>
                      <a:stretch>
                        <a:fillRect/>
                      </a:stretch>
                    </p:blipFill>
                    <p:spPr bwMode="auto">
                      <a:xfrm>
                        <a:off x="0" y="1447800"/>
                        <a:ext cx="8820150"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6995"/>
                                        </p:tgtEl>
                                        <p:attrNameLst>
                                          <p:attrName>style.visibility</p:attrName>
                                        </p:attrNameLst>
                                      </p:cBhvr>
                                      <p:to>
                                        <p:strVal val="visible"/>
                                      </p:to>
                                    </p:set>
                                    <p:animEffect transition="in" filter="dissolve">
                                      <p:cBhvr>
                                        <p:cTn id="7" dur="500"/>
                                        <p:tgtEl>
                                          <p:spTgt spid="1269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26979">
                                            <p:txEl>
                                              <p:pRg st="0" end="0"/>
                                            </p:txEl>
                                          </p:spTgt>
                                        </p:tgtEl>
                                        <p:attrNameLst>
                                          <p:attrName>style.visibility</p:attrName>
                                        </p:attrNameLst>
                                      </p:cBhvr>
                                      <p:to>
                                        <p:strVal val="visible"/>
                                      </p:to>
                                    </p:set>
                                    <p:anim calcmode="lin" valueType="num">
                                      <p:cBhvr additive="base">
                                        <p:cTn id="12" dur="500" fill="hold"/>
                                        <p:tgtEl>
                                          <p:spTgt spid="126979">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269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nodeType="clickEffect">
                                  <p:stCondLst>
                                    <p:cond delay="0"/>
                                  </p:stCondLst>
                                  <p:childTnLst>
                                    <p:set>
                                      <p:cBhvr>
                                        <p:cTn id="17" dur="1" fill="hold">
                                          <p:stCondLst>
                                            <p:cond delay="0"/>
                                          </p:stCondLst>
                                        </p:cTn>
                                        <p:tgtEl>
                                          <p:spTgt spid="127242"/>
                                        </p:tgtEl>
                                        <p:attrNameLst>
                                          <p:attrName>style.visibility</p:attrName>
                                        </p:attrNameLst>
                                      </p:cBhvr>
                                      <p:to>
                                        <p:strVal val="visible"/>
                                      </p:to>
                                    </p:set>
                                    <p:animEffect transition="in" filter="blinds(vertical)">
                                      <p:cBhvr>
                                        <p:cTn id="18" dur="500"/>
                                        <p:tgtEl>
                                          <p:spTgt spid="12724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7229"/>
                                        </p:tgtEl>
                                        <p:attrNameLst>
                                          <p:attrName>style.visibility</p:attrName>
                                        </p:attrNameLst>
                                      </p:cBhvr>
                                      <p:to>
                                        <p:strVal val="visible"/>
                                      </p:to>
                                    </p:set>
                                    <p:animEffect transition="in" filter="blinds(horizontal)">
                                      <p:cBhvr>
                                        <p:cTn id="23" dur="500"/>
                                        <p:tgtEl>
                                          <p:spTgt spid="12722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27232"/>
                                        </p:tgtEl>
                                        <p:attrNameLst>
                                          <p:attrName>style.visibility</p:attrName>
                                        </p:attrNameLst>
                                      </p:cBhvr>
                                      <p:to>
                                        <p:strVal val="visible"/>
                                      </p:to>
                                    </p:set>
                                    <p:animEffect transition="in" filter="blinds(horizontal)">
                                      <p:cBhvr>
                                        <p:cTn id="28" dur="500"/>
                                        <p:tgtEl>
                                          <p:spTgt spid="12723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27230"/>
                                        </p:tgtEl>
                                        <p:attrNameLst>
                                          <p:attrName>style.visibility</p:attrName>
                                        </p:attrNameLst>
                                      </p:cBhvr>
                                      <p:to>
                                        <p:strVal val="visible"/>
                                      </p:to>
                                    </p:set>
                                    <p:animEffect transition="in" filter="blinds(horizontal)">
                                      <p:cBhvr>
                                        <p:cTn id="33" dur="500"/>
                                        <p:tgtEl>
                                          <p:spTgt spid="127230"/>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127233"/>
                                        </p:tgtEl>
                                        <p:attrNameLst>
                                          <p:attrName>style.visibility</p:attrName>
                                        </p:attrNameLst>
                                      </p:cBhvr>
                                      <p:to>
                                        <p:strVal val="visible"/>
                                      </p:to>
                                    </p:set>
                                    <p:animEffect transition="in" filter="checkerboard(across)">
                                      <p:cBhvr>
                                        <p:cTn id="38" dur="500"/>
                                        <p:tgtEl>
                                          <p:spTgt spid="127233"/>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127236"/>
                                        </p:tgtEl>
                                        <p:attrNameLst>
                                          <p:attrName>style.visibility</p:attrName>
                                        </p:attrNameLst>
                                      </p:cBhvr>
                                      <p:to>
                                        <p:strVal val="visible"/>
                                      </p:to>
                                    </p:set>
                                    <p:animEffect transition="in" filter="checkerboard(across)">
                                      <p:cBhvr>
                                        <p:cTn id="43" dur="500"/>
                                        <p:tgtEl>
                                          <p:spTgt spid="127236"/>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127237"/>
                                        </p:tgtEl>
                                        <p:attrNameLst>
                                          <p:attrName>style.visibility</p:attrName>
                                        </p:attrNameLst>
                                      </p:cBhvr>
                                      <p:to>
                                        <p:strVal val="visible"/>
                                      </p:to>
                                    </p:set>
                                    <p:animEffect transition="in" filter="checkerboard(across)">
                                      <p:cBhvr>
                                        <p:cTn id="48" dur="500"/>
                                        <p:tgtEl>
                                          <p:spTgt spid="127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ChangeArrowheads="1"/>
          </p:cNvSpPr>
          <p:nvPr/>
        </p:nvSpPr>
        <p:spPr bwMode="auto">
          <a:xfrm>
            <a:off x="0" y="549275"/>
            <a:ext cx="822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sz="2000">
                <a:solidFill>
                  <a:schemeClr val="hlink"/>
                </a:solidFill>
                <a:latin typeface="宋体" panose="02010600030101010101" pitchFamily="2" charset="-122"/>
                <a:ea typeface="黑体" panose="02010609060101010101" pitchFamily="2" charset="-122"/>
              </a:rPr>
              <a:t>2 </a:t>
            </a:r>
            <a:r>
              <a:rPr lang="zh-CN" altLang="en-US" sz="2000">
                <a:solidFill>
                  <a:schemeClr val="hlink"/>
                </a:solidFill>
                <a:latin typeface="Times New Roman" panose="02020603050405020304" pitchFamily="18" charset="0"/>
                <a:ea typeface="黑体" panose="02010609060101010101" pitchFamily="2" charset="-122"/>
              </a:rPr>
              <a:t>混合参数方程</a:t>
            </a:r>
            <a:r>
              <a:rPr lang="zh-CN" altLang="en-US" sz="2000">
                <a:latin typeface="宋体" panose="02010600030101010101" pitchFamily="2" charset="-122"/>
              </a:rPr>
              <a:t> </a:t>
            </a:r>
          </a:p>
        </p:txBody>
      </p:sp>
      <p:grpSp>
        <p:nvGrpSpPr>
          <p:cNvPr id="126125" name="Group 173"/>
          <p:cNvGrpSpPr/>
          <p:nvPr/>
        </p:nvGrpSpPr>
        <p:grpSpPr bwMode="auto">
          <a:xfrm>
            <a:off x="866775" y="1212852"/>
            <a:ext cx="1619250" cy="749301"/>
            <a:chOff x="546" y="945"/>
            <a:chExt cx="1020" cy="472"/>
          </a:xfrm>
        </p:grpSpPr>
        <p:graphicFrame>
          <p:nvGraphicFramePr>
            <p:cNvPr id="18456" name="Object 28"/>
            <p:cNvGraphicFramePr>
              <a:graphicFrameLocks noChangeAspect="1"/>
            </p:cNvGraphicFramePr>
            <p:nvPr/>
          </p:nvGraphicFramePr>
          <p:xfrm>
            <a:off x="546" y="945"/>
            <a:ext cx="1020" cy="227"/>
          </p:xfrm>
          <a:graphic>
            <a:graphicData uri="http://schemas.openxmlformats.org/presentationml/2006/ole">
              <mc:AlternateContent xmlns:mc="http://schemas.openxmlformats.org/markup-compatibility/2006">
                <mc:Choice xmlns:v="urn:schemas-microsoft-com:vml" Requires="v">
                  <p:oleObj spid="_x0000_s49232" name="Equation" r:id="rId3" imgW="28041600" imgH="5791200" progId="Equation.DSMT4">
                    <p:embed/>
                  </p:oleObj>
                </mc:Choice>
                <mc:Fallback>
                  <p:oleObj name="Equation" r:id="rId3" imgW="28041600" imgH="5791200" progId="Equation.DSMT4">
                    <p:embed/>
                    <p:pic>
                      <p:nvPicPr>
                        <p:cNvPr id="0" name="图片 49219"/>
                        <p:cNvPicPr>
                          <a:picLocks noChangeAspect="1" noChangeArrowheads="1"/>
                        </p:cNvPicPr>
                        <p:nvPr/>
                      </p:nvPicPr>
                      <p:blipFill>
                        <a:blip r:embed="rId4"/>
                        <a:srcRect/>
                        <a:stretch>
                          <a:fillRect/>
                        </a:stretch>
                      </p:blipFill>
                      <p:spPr bwMode="auto">
                        <a:xfrm>
                          <a:off x="546" y="945"/>
                          <a:ext cx="102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7" name="Object 30"/>
            <p:cNvGraphicFramePr>
              <a:graphicFrameLocks noChangeAspect="1"/>
            </p:cNvGraphicFramePr>
            <p:nvPr/>
          </p:nvGraphicFramePr>
          <p:xfrm>
            <a:off x="551" y="1190"/>
            <a:ext cx="1009" cy="227"/>
          </p:xfrm>
          <a:graphic>
            <a:graphicData uri="http://schemas.openxmlformats.org/presentationml/2006/ole">
              <mc:AlternateContent xmlns:mc="http://schemas.openxmlformats.org/markup-compatibility/2006">
                <mc:Choice xmlns:v="urn:schemas-microsoft-com:vml" Requires="v">
                  <p:oleObj spid="_x0000_s49233" name="Equation" r:id="rId5" imgW="27736800" imgH="5791200" progId="Equation.DSMT4">
                    <p:embed/>
                  </p:oleObj>
                </mc:Choice>
                <mc:Fallback>
                  <p:oleObj name="Equation" r:id="rId5" imgW="27736800" imgH="5791200" progId="Equation.DSMT4">
                    <p:embed/>
                    <p:pic>
                      <p:nvPicPr>
                        <p:cNvPr id="0" name="图片 49220"/>
                        <p:cNvPicPr>
                          <a:picLocks noChangeAspect="1" noChangeArrowheads="1"/>
                        </p:cNvPicPr>
                        <p:nvPr/>
                      </p:nvPicPr>
                      <p:blipFill>
                        <a:blip r:embed="rId6"/>
                        <a:srcRect/>
                        <a:stretch>
                          <a:fillRect/>
                        </a:stretch>
                      </p:blipFill>
                      <p:spPr bwMode="auto">
                        <a:xfrm>
                          <a:off x="551" y="1190"/>
                          <a:ext cx="100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5984" name="Object 32"/>
          <p:cNvGraphicFramePr>
            <a:graphicFrameLocks noChangeAspect="1"/>
          </p:cNvGraphicFramePr>
          <p:nvPr/>
        </p:nvGraphicFramePr>
        <p:xfrm>
          <a:off x="2973388" y="1266825"/>
          <a:ext cx="2076450" cy="666750"/>
        </p:xfrm>
        <a:graphic>
          <a:graphicData uri="http://schemas.openxmlformats.org/presentationml/2006/ole">
            <mc:AlternateContent xmlns:mc="http://schemas.openxmlformats.org/markup-compatibility/2006">
              <mc:Choice xmlns:v="urn:schemas-microsoft-com:vml" Requires="v">
                <p:oleObj spid="_x0000_s49234" name="Equation" r:id="rId7" imgW="37185600" imgH="11582400" progId="Equation.DSMT4">
                  <p:embed/>
                </p:oleObj>
              </mc:Choice>
              <mc:Fallback>
                <p:oleObj name="Equation" r:id="rId7" imgW="37185600" imgH="11582400" progId="Equation.DSMT4">
                  <p:embed/>
                  <p:pic>
                    <p:nvPicPr>
                      <p:cNvPr id="0" name="图片 49221"/>
                      <p:cNvPicPr>
                        <a:picLocks noChangeAspect="1" noChangeArrowheads="1"/>
                      </p:cNvPicPr>
                      <p:nvPr/>
                    </p:nvPicPr>
                    <p:blipFill>
                      <a:blip r:embed="rId8"/>
                      <a:srcRect/>
                      <a:stretch>
                        <a:fillRect/>
                      </a:stretch>
                    </p:blipFill>
                    <p:spPr bwMode="auto">
                      <a:xfrm>
                        <a:off x="2973388" y="1266825"/>
                        <a:ext cx="20764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6126" name="Group 174"/>
          <p:cNvGrpSpPr/>
          <p:nvPr/>
        </p:nvGrpSpPr>
        <p:grpSpPr bwMode="auto">
          <a:xfrm>
            <a:off x="5651500" y="1017588"/>
            <a:ext cx="3095625" cy="1392238"/>
            <a:chOff x="3426" y="889"/>
            <a:chExt cx="1950" cy="877"/>
          </a:xfrm>
        </p:grpSpPr>
        <p:graphicFrame>
          <p:nvGraphicFramePr>
            <p:cNvPr id="18454" name="Object 35"/>
            <p:cNvGraphicFramePr>
              <a:graphicFrameLocks noChangeAspect="1"/>
            </p:cNvGraphicFramePr>
            <p:nvPr/>
          </p:nvGraphicFramePr>
          <p:xfrm>
            <a:off x="3690" y="889"/>
            <a:ext cx="874" cy="411"/>
          </p:xfrm>
          <a:graphic>
            <a:graphicData uri="http://schemas.openxmlformats.org/presentationml/2006/ole">
              <mc:AlternateContent xmlns:mc="http://schemas.openxmlformats.org/markup-compatibility/2006">
                <mc:Choice xmlns:v="urn:schemas-microsoft-com:vml" Requires="v">
                  <p:oleObj spid="_x0000_s49235" name="Equation" r:id="rId9" imgW="25298400" imgH="11582400" progId="Equation.DSMT4">
                    <p:embed/>
                  </p:oleObj>
                </mc:Choice>
                <mc:Fallback>
                  <p:oleObj name="Equation" r:id="rId9" imgW="25298400" imgH="11582400" progId="Equation.DSMT4">
                    <p:embed/>
                    <p:pic>
                      <p:nvPicPr>
                        <p:cNvPr id="0" name="图片 49222"/>
                        <p:cNvPicPr>
                          <a:picLocks noChangeAspect="1" noChangeArrowheads="1"/>
                        </p:cNvPicPr>
                        <p:nvPr/>
                      </p:nvPicPr>
                      <p:blipFill>
                        <a:blip r:embed="rId10"/>
                        <a:srcRect/>
                        <a:stretch>
                          <a:fillRect/>
                        </a:stretch>
                      </p:blipFill>
                      <p:spPr bwMode="auto">
                        <a:xfrm>
                          <a:off x="3690" y="889"/>
                          <a:ext cx="87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5" name="Rectangle 36"/>
            <p:cNvSpPr>
              <a:spLocks noChangeArrowheads="1"/>
            </p:cNvSpPr>
            <p:nvPr/>
          </p:nvSpPr>
          <p:spPr bwMode="auto">
            <a:xfrm>
              <a:off x="3426" y="1248"/>
              <a:ext cx="195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solidFill>
                    <a:schemeClr val="hlink"/>
                  </a:solidFill>
                  <a:latin typeface="Times New Roman" panose="02020603050405020304" pitchFamily="18" charset="0"/>
                  <a:ea typeface="黑体" panose="02010609060101010101" pitchFamily="2" charset="-122"/>
                </a:rPr>
                <a:t>混合参数矩阵</a:t>
              </a:r>
              <a:r>
                <a:rPr lang="zh-CN" altLang="en-US" sz="2000">
                  <a:latin typeface="宋体" panose="02010600030101010101" pitchFamily="2" charset="-122"/>
                </a:rPr>
                <a:t>或 </a:t>
              </a:r>
              <a:r>
                <a:rPr lang="en-US" altLang="zh-CN" sz="2000" b="1" i="1">
                  <a:latin typeface="宋体" panose="02010600030101010101" pitchFamily="2" charset="-122"/>
                </a:rPr>
                <a:t>H </a:t>
              </a:r>
              <a:r>
                <a:rPr lang="zh-CN" altLang="en-US" sz="2000">
                  <a:latin typeface="宋体" panose="02010600030101010101" pitchFamily="2" charset="-122"/>
                </a:rPr>
                <a:t>参数矩阵</a:t>
              </a:r>
            </a:p>
          </p:txBody>
        </p:sp>
      </p:grpSp>
      <p:sp>
        <p:nvSpPr>
          <p:cNvPr id="125989" name="Text Box 37"/>
          <p:cNvSpPr txBox="1">
            <a:spLocks noChangeArrowheads="1"/>
          </p:cNvSpPr>
          <p:nvPr/>
        </p:nvSpPr>
        <p:spPr bwMode="auto">
          <a:xfrm>
            <a:off x="381000" y="2151063"/>
            <a:ext cx="1828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rPr>
              <a:t>参数测定</a:t>
            </a:r>
            <a:r>
              <a:rPr lang="en-US" altLang="zh-CN" sz="2000">
                <a:latin typeface="宋体" panose="02010600030101010101" pitchFamily="2" charset="-122"/>
              </a:rPr>
              <a:t>:</a:t>
            </a:r>
          </a:p>
        </p:txBody>
      </p:sp>
      <p:grpSp>
        <p:nvGrpSpPr>
          <p:cNvPr id="126128" name="Group 176"/>
          <p:cNvGrpSpPr/>
          <p:nvPr/>
        </p:nvGrpSpPr>
        <p:grpSpPr bwMode="auto">
          <a:xfrm>
            <a:off x="755650" y="4346576"/>
            <a:ext cx="3525838" cy="828675"/>
            <a:chOff x="140" y="2919"/>
            <a:chExt cx="2221" cy="522"/>
          </a:xfrm>
        </p:grpSpPr>
        <p:graphicFrame>
          <p:nvGraphicFramePr>
            <p:cNvPr id="18452" name="Object 40"/>
            <p:cNvGraphicFramePr>
              <a:graphicFrameLocks noChangeAspect="1"/>
            </p:cNvGraphicFramePr>
            <p:nvPr/>
          </p:nvGraphicFramePr>
          <p:xfrm>
            <a:off x="140" y="2969"/>
            <a:ext cx="969" cy="463"/>
          </p:xfrm>
          <a:graphic>
            <a:graphicData uri="http://schemas.openxmlformats.org/presentationml/2006/ole">
              <mc:AlternateContent xmlns:mc="http://schemas.openxmlformats.org/markup-compatibility/2006">
                <mc:Choice xmlns:v="urn:schemas-microsoft-com:vml" Requires="v">
                  <p:oleObj spid="_x0000_s49236" name="Equation" r:id="rId11" imgW="24688800" imgH="11582400" progId="Equation.DSMT4">
                    <p:embed/>
                  </p:oleObj>
                </mc:Choice>
                <mc:Fallback>
                  <p:oleObj name="Equation" r:id="rId11" imgW="24688800" imgH="11582400" progId="Equation.DSMT4">
                    <p:embed/>
                    <p:pic>
                      <p:nvPicPr>
                        <p:cNvPr id="0" name="图片 49223"/>
                        <p:cNvPicPr>
                          <a:picLocks noChangeAspect="1" noChangeArrowheads="1"/>
                        </p:cNvPicPr>
                        <p:nvPr/>
                      </p:nvPicPr>
                      <p:blipFill>
                        <a:blip r:embed="rId12"/>
                        <a:srcRect/>
                        <a:stretch>
                          <a:fillRect/>
                        </a:stretch>
                      </p:blipFill>
                      <p:spPr bwMode="auto">
                        <a:xfrm>
                          <a:off x="140" y="2969"/>
                          <a:ext cx="969"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3" name="Object 41"/>
            <p:cNvGraphicFramePr>
              <a:graphicFrameLocks noChangeAspect="1"/>
            </p:cNvGraphicFramePr>
            <p:nvPr/>
          </p:nvGraphicFramePr>
          <p:xfrm>
            <a:off x="1288" y="2919"/>
            <a:ext cx="1073" cy="522"/>
          </p:xfrm>
          <a:graphic>
            <a:graphicData uri="http://schemas.openxmlformats.org/presentationml/2006/ole">
              <mc:AlternateContent xmlns:mc="http://schemas.openxmlformats.org/markup-compatibility/2006">
                <mc:Choice xmlns:v="urn:schemas-microsoft-com:vml" Requires="v">
                  <p:oleObj spid="_x0000_s49237" name="Equation" r:id="rId13" imgW="24384000" imgH="11582400" progId="Equation.DSMT4">
                    <p:embed/>
                  </p:oleObj>
                </mc:Choice>
                <mc:Fallback>
                  <p:oleObj name="Equation" r:id="rId13" imgW="24384000" imgH="11582400" progId="Equation.DSMT4">
                    <p:embed/>
                    <p:pic>
                      <p:nvPicPr>
                        <p:cNvPr id="0" name="图片 49224"/>
                        <p:cNvPicPr>
                          <a:picLocks noChangeAspect="1" noChangeArrowheads="1"/>
                        </p:cNvPicPr>
                        <p:nvPr/>
                      </p:nvPicPr>
                      <p:blipFill>
                        <a:blip r:embed="rId14"/>
                        <a:srcRect/>
                        <a:stretch>
                          <a:fillRect/>
                        </a:stretch>
                      </p:blipFill>
                      <p:spPr bwMode="auto">
                        <a:xfrm>
                          <a:off x="1288" y="2919"/>
                          <a:ext cx="1073"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6129" name="Group 177"/>
          <p:cNvGrpSpPr/>
          <p:nvPr/>
        </p:nvGrpSpPr>
        <p:grpSpPr bwMode="auto">
          <a:xfrm>
            <a:off x="5175251" y="4424363"/>
            <a:ext cx="3376613" cy="804862"/>
            <a:chOff x="3260" y="2872"/>
            <a:chExt cx="2127" cy="507"/>
          </a:xfrm>
        </p:grpSpPr>
        <p:graphicFrame>
          <p:nvGraphicFramePr>
            <p:cNvPr id="18450" name="Object 42"/>
            <p:cNvGraphicFramePr>
              <a:graphicFrameLocks noChangeAspect="1"/>
            </p:cNvGraphicFramePr>
            <p:nvPr/>
          </p:nvGraphicFramePr>
          <p:xfrm>
            <a:off x="3260" y="2872"/>
            <a:ext cx="969" cy="482"/>
          </p:xfrm>
          <a:graphic>
            <a:graphicData uri="http://schemas.openxmlformats.org/presentationml/2006/ole">
              <mc:AlternateContent xmlns:mc="http://schemas.openxmlformats.org/markup-compatibility/2006">
                <mc:Choice xmlns:v="urn:schemas-microsoft-com:vml" Requires="v">
                  <p:oleObj spid="_x0000_s49238" name="Equation" r:id="rId15" imgW="23774400" imgH="11582400" progId="Equation.DSMT4">
                    <p:embed/>
                  </p:oleObj>
                </mc:Choice>
                <mc:Fallback>
                  <p:oleObj name="Equation" r:id="rId15" imgW="23774400" imgH="11582400" progId="Equation.DSMT4">
                    <p:embed/>
                    <p:pic>
                      <p:nvPicPr>
                        <p:cNvPr id="0" name="图片 49225"/>
                        <p:cNvPicPr>
                          <a:picLocks noChangeAspect="1" noChangeArrowheads="1"/>
                        </p:cNvPicPr>
                        <p:nvPr/>
                      </p:nvPicPr>
                      <p:blipFill>
                        <a:blip r:embed="rId16"/>
                        <a:srcRect/>
                        <a:stretch>
                          <a:fillRect/>
                        </a:stretch>
                      </p:blipFill>
                      <p:spPr bwMode="auto">
                        <a:xfrm>
                          <a:off x="3260" y="2872"/>
                          <a:ext cx="969"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1" name="Object 43"/>
            <p:cNvGraphicFramePr>
              <a:graphicFrameLocks noChangeAspect="1"/>
            </p:cNvGraphicFramePr>
            <p:nvPr/>
          </p:nvGraphicFramePr>
          <p:xfrm>
            <a:off x="4454" y="2921"/>
            <a:ext cx="933" cy="458"/>
          </p:xfrm>
          <a:graphic>
            <a:graphicData uri="http://schemas.openxmlformats.org/presentationml/2006/ole">
              <mc:AlternateContent xmlns:mc="http://schemas.openxmlformats.org/markup-compatibility/2006">
                <mc:Choice xmlns:v="urn:schemas-microsoft-com:vml" Requires="v">
                  <p:oleObj spid="_x0000_s49239" name="Equation" r:id="rId17" imgW="24079200" imgH="11582400" progId="Equation.DSMT4">
                    <p:embed/>
                  </p:oleObj>
                </mc:Choice>
                <mc:Fallback>
                  <p:oleObj name="Equation" r:id="rId17" imgW="24079200" imgH="11582400" progId="Equation.DSMT4">
                    <p:embed/>
                    <p:pic>
                      <p:nvPicPr>
                        <p:cNvPr id="0" name="图片 49226"/>
                        <p:cNvPicPr>
                          <a:picLocks noChangeAspect="1" noChangeArrowheads="1"/>
                        </p:cNvPicPr>
                        <p:nvPr/>
                      </p:nvPicPr>
                      <p:blipFill>
                        <a:blip r:embed="rId18"/>
                        <a:srcRect/>
                        <a:stretch>
                          <a:fillRect/>
                        </a:stretch>
                      </p:blipFill>
                      <p:spPr bwMode="auto">
                        <a:xfrm>
                          <a:off x="4454" y="2921"/>
                          <a:ext cx="933"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6130" name="Group 178"/>
          <p:cNvGrpSpPr/>
          <p:nvPr/>
        </p:nvGrpSpPr>
        <p:grpSpPr bwMode="auto">
          <a:xfrm>
            <a:off x="990600" y="5427664"/>
            <a:ext cx="5580063" cy="922338"/>
            <a:chOff x="258" y="672"/>
            <a:chExt cx="3515" cy="581"/>
          </a:xfrm>
        </p:grpSpPr>
        <p:sp>
          <p:nvSpPr>
            <p:cNvPr id="18446" name="Rectangle 179"/>
            <p:cNvSpPr>
              <a:spLocks noChangeArrowheads="1"/>
            </p:cNvSpPr>
            <p:nvPr/>
          </p:nvSpPr>
          <p:spPr bwMode="auto">
            <a:xfrm>
              <a:off x="258" y="672"/>
              <a:ext cx="99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宋体" panose="02010600030101010101" pitchFamily="2" charset="-122"/>
                </a:rPr>
                <a:t>互易性条件： </a:t>
              </a:r>
            </a:p>
          </p:txBody>
        </p:sp>
        <p:sp>
          <p:nvSpPr>
            <p:cNvPr id="18447" name="Rectangle 180"/>
            <p:cNvSpPr>
              <a:spLocks noChangeArrowheads="1"/>
            </p:cNvSpPr>
            <p:nvPr/>
          </p:nvSpPr>
          <p:spPr bwMode="auto">
            <a:xfrm>
              <a:off x="1152" y="672"/>
              <a:ext cx="8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i="1" dirty="0">
                  <a:latin typeface="宋体" panose="02010600030101010101" pitchFamily="2" charset="-122"/>
                </a:rPr>
                <a:t>H</a:t>
              </a:r>
              <a:r>
                <a:rPr lang="en-US" altLang="zh-CN" sz="2000" baseline="-30000" dirty="0">
                  <a:latin typeface="宋体" panose="02010600030101010101" pitchFamily="2" charset="-122"/>
                </a:rPr>
                <a:t>12</a:t>
              </a:r>
              <a:r>
                <a:rPr lang="en-US" altLang="zh-CN" sz="2000" dirty="0">
                  <a:latin typeface="宋体" panose="02010600030101010101" pitchFamily="2" charset="-122"/>
                </a:rPr>
                <a:t>=</a:t>
              </a:r>
              <a:r>
                <a:rPr lang="zh-CN" altLang="en-US" sz="2000" dirty="0">
                  <a:latin typeface="宋体" panose="02010600030101010101" pitchFamily="2" charset="-122"/>
                </a:rPr>
                <a:t>－</a:t>
              </a:r>
              <a:r>
                <a:rPr lang="en-US" altLang="zh-CN" sz="2000" i="1" dirty="0">
                  <a:latin typeface="宋体" panose="02010600030101010101" pitchFamily="2" charset="-122"/>
                </a:rPr>
                <a:t>H</a:t>
              </a:r>
              <a:r>
                <a:rPr lang="en-US" altLang="zh-CN" sz="2000" baseline="-30000" dirty="0">
                  <a:latin typeface="宋体" panose="02010600030101010101" pitchFamily="2" charset="-122"/>
                </a:rPr>
                <a:t>21</a:t>
              </a:r>
              <a:r>
                <a:rPr lang="en-US" altLang="zh-CN" sz="2000" dirty="0">
                  <a:latin typeface="宋体" panose="02010600030101010101" pitchFamily="2" charset="-122"/>
                </a:rPr>
                <a:t> </a:t>
              </a:r>
            </a:p>
          </p:txBody>
        </p:sp>
        <p:sp>
          <p:nvSpPr>
            <p:cNvPr id="18448" name="Rectangle 181"/>
            <p:cNvSpPr>
              <a:spLocks noChangeArrowheads="1"/>
            </p:cNvSpPr>
            <p:nvPr/>
          </p:nvSpPr>
          <p:spPr bwMode="auto">
            <a:xfrm>
              <a:off x="292" y="960"/>
              <a:ext cx="9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latin typeface="宋体" panose="02010600030101010101" pitchFamily="2" charset="-122"/>
                </a:rPr>
                <a:t>对称条件</a:t>
              </a:r>
            </a:p>
          </p:txBody>
        </p:sp>
        <p:graphicFrame>
          <p:nvGraphicFramePr>
            <p:cNvPr id="18449" name="Object 182"/>
            <p:cNvGraphicFramePr>
              <a:graphicFrameLocks noChangeAspect="1"/>
            </p:cNvGraphicFramePr>
            <p:nvPr/>
          </p:nvGraphicFramePr>
          <p:xfrm>
            <a:off x="1171" y="985"/>
            <a:ext cx="2602" cy="268"/>
          </p:xfrm>
          <a:graphic>
            <a:graphicData uri="http://schemas.openxmlformats.org/presentationml/2006/ole">
              <mc:AlternateContent xmlns:mc="http://schemas.openxmlformats.org/markup-compatibility/2006">
                <mc:Choice xmlns:v="urn:schemas-microsoft-com:vml" Requires="v">
                  <p:oleObj spid="_x0000_s49240" name="Equation" r:id="rId19" imgW="61264800" imgH="5791200" progId="Equation.DSMT4">
                    <p:embed/>
                  </p:oleObj>
                </mc:Choice>
                <mc:Fallback>
                  <p:oleObj name="Equation" r:id="rId19" imgW="61264800" imgH="5791200" progId="Equation.DSMT4">
                    <p:embed/>
                    <p:pic>
                      <p:nvPicPr>
                        <p:cNvPr id="0" name="图片 49227"/>
                        <p:cNvPicPr>
                          <a:picLocks noChangeAspect="1" noChangeArrowheads="1"/>
                        </p:cNvPicPr>
                        <p:nvPr/>
                      </p:nvPicPr>
                      <p:blipFill>
                        <a:blip r:embed="rId20"/>
                        <a:srcRect/>
                        <a:stretch>
                          <a:fillRect/>
                        </a:stretch>
                      </p:blipFill>
                      <p:spPr bwMode="auto">
                        <a:xfrm>
                          <a:off x="1171" y="985"/>
                          <a:ext cx="260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26137" name="Object 185"/>
          <p:cNvGraphicFramePr>
            <a:graphicFrameLocks noChangeAspect="1"/>
          </p:cNvGraphicFramePr>
          <p:nvPr/>
        </p:nvGraphicFramePr>
        <p:xfrm>
          <a:off x="971550" y="2709863"/>
          <a:ext cx="6842125" cy="1846262"/>
        </p:xfrm>
        <a:graphic>
          <a:graphicData uri="http://schemas.openxmlformats.org/presentationml/2006/ole">
            <mc:AlternateContent xmlns:mc="http://schemas.openxmlformats.org/markup-compatibility/2006">
              <mc:Choice xmlns:v="urn:schemas-microsoft-com:vml" Requires="v">
                <p:oleObj spid="_x0000_s49241" name="Visio" r:id="rId21" imgW="4838700" imgH="1371600" progId="Visio.Drawing.11">
                  <p:embed/>
                </p:oleObj>
              </mc:Choice>
              <mc:Fallback>
                <p:oleObj name="Visio" r:id="rId21" imgW="4838700" imgH="1371600" progId="Visio.Drawing.11">
                  <p:embed/>
                  <p:pic>
                    <p:nvPicPr>
                      <p:cNvPr id="0" name="图片 49228"/>
                      <p:cNvPicPr>
                        <a:picLocks noChangeAspect="1" noChangeArrowheads="1"/>
                      </p:cNvPicPr>
                      <p:nvPr/>
                    </p:nvPicPr>
                    <p:blipFill>
                      <a:blip r:embed="rId22"/>
                      <a:srcRect/>
                      <a:stretch>
                        <a:fillRect/>
                      </a:stretch>
                    </p:blipFill>
                    <p:spPr bwMode="auto">
                      <a:xfrm>
                        <a:off x="971550" y="2709863"/>
                        <a:ext cx="6842125"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5956"/>
                                        </p:tgtEl>
                                        <p:attrNameLst>
                                          <p:attrName>style.visibility</p:attrName>
                                        </p:attrNameLst>
                                      </p:cBhvr>
                                      <p:to>
                                        <p:strVal val="visible"/>
                                      </p:to>
                                    </p:set>
                                    <p:anim calcmode="lin" valueType="num">
                                      <p:cBhvr additive="base">
                                        <p:cTn id="7" dur="500" fill="hold"/>
                                        <p:tgtEl>
                                          <p:spTgt spid="125956"/>
                                        </p:tgtEl>
                                        <p:attrNameLst>
                                          <p:attrName>ppt_x</p:attrName>
                                        </p:attrNameLst>
                                      </p:cBhvr>
                                      <p:tavLst>
                                        <p:tav tm="0">
                                          <p:val>
                                            <p:strVal val="0-#ppt_w/2"/>
                                          </p:val>
                                        </p:tav>
                                        <p:tav tm="100000">
                                          <p:val>
                                            <p:strVal val="#ppt_x"/>
                                          </p:val>
                                        </p:tav>
                                      </p:tavLst>
                                    </p:anim>
                                    <p:anim calcmode="lin" valueType="num">
                                      <p:cBhvr additive="base">
                                        <p:cTn id="8" dur="500" fill="hold"/>
                                        <p:tgtEl>
                                          <p:spTgt spid="1259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6125"/>
                                        </p:tgtEl>
                                        <p:attrNameLst>
                                          <p:attrName>style.visibility</p:attrName>
                                        </p:attrNameLst>
                                      </p:cBhvr>
                                      <p:to>
                                        <p:strVal val="visible"/>
                                      </p:to>
                                    </p:set>
                                    <p:anim calcmode="lin" valueType="num">
                                      <p:cBhvr additive="base">
                                        <p:cTn id="13" dur="500" fill="hold"/>
                                        <p:tgtEl>
                                          <p:spTgt spid="126125"/>
                                        </p:tgtEl>
                                        <p:attrNameLst>
                                          <p:attrName>ppt_x</p:attrName>
                                        </p:attrNameLst>
                                      </p:cBhvr>
                                      <p:tavLst>
                                        <p:tav tm="0">
                                          <p:val>
                                            <p:strVal val="0-#ppt_w/2"/>
                                          </p:val>
                                        </p:tav>
                                        <p:tav tm="100000">
                                          <p:val>
                                            <p:strVal val="#ppt_x"/>
                                          </p:val>
                                        </p:tav>
                                      </p:tavLst>
                                    </p:anim>
                                    <p:anim calcmode="lin" valueType="num">
                                      <p:cBhvr additive="base">
                                        <p:cTn id="14" dur="500" fill="hold"/>
                                        <p:tgtEl>
                                          <p:spTgt spid="1261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5984"/>
                                        </p:tgtEl>
                                        <p:attrNameLst>
                                          <p:attrName>style.visibility</p:attrName>
                                        </p:attrNameLst>
                                      </p:cBhvr>
                                      <p:to>
                                        <p:strVal val="visible"/>
                                      </p:to>
                                    </p:set>
                                    <p:anim calcmode="lin" valueType="num">
                                      <p:cBhvr additive="base">
                                        <p:cTn id="19" dur="500" fill="hold"/>
                                        <p:tgtEl>
                                          <p:spTgt spid="125984"/>
                                        </p:tgtEl>
                                        <p:attrNameLst>
                                          <p:attrName>ppt_x</p:attrName>
                                        </p:attrNameLst>
                                      </p:cBhvr>
                                      <p:tavLst>
                                        <p:tav tm="0">
                                          <p:val>
                                            <p:strVal val="1+#ppt_w/2"/>
                                          </p:val>
                                        </p:tav>
                                        <p:tav tm="100000">
                                          <p:val>
                                            <p:strVal val="#ppt_x"/>
                                          </p:val>
                                        </p:tav>
                                      </p:tavLst>
                                    </p:anim>
                                    <p:anim calcmode="lin" valueType="num">
                                      <p:cBhvr additive="base">
                                        <p:cTn id="20" dur="500" fill="hold"/>
                                        <p:tgtEl>
                                          <p:spTgt spid="12598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6126"/>
                                        </p:tgtEl>
                                        <p:attrNameLst>
                                          <p:attrName>style.visibility</p:attrName>
                                        </p:attrNameLst>
                                      </p:cBhvr>
                                      <p:to>
                                        <p:strVal val="visible"/>
                                      </p:to>
                                    </p:set>
                                    <p:anim calcmode="lin" valueType="num">
                                      <p:cBhvr additive="base">
                                        <p:cTn id="25" dur="500" fill="hold"/>
                                        <p:tgtEl>
                                          <p:spTgt spid="126126"/>
                                        </p:tgtEl>
                                        <p:attrNameLst>
                                          <p:attrName>ppt_x</p:attrName>
                                        </p:attrNameLst>
                                      </p:cBhvr>
                                      <p:tavLst>
                                        <p:tav tm="0">
                                          <p:val>
                                            <p:strVal val="1+#ppt_w/2"/>
                                          </p:val>
                                        </p:tav>
                                        <p:tav tm="100000">
                                          <p:val>
                                            <p:strVal val="#ppt_x"/>
                                          </p:val>
                                        </p:tav>
                                      </p:tavLst>
                                    </p:anim>
                                    <p:anim calcmode="lin" valueType="num">
                                      <p:cBhvr additive="base">
                                        <p:cTn id="26" dur="500" fill="hold"/>
                                        <p:tgtEl>
                                          <p:spTgt spid="12612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5989"/>
                                        </p:tgtEl>
                                        <p:attrNameLst>
                                          <p:attrName>style.visibility</p:attrName>
                                        </p:attrNameLst>
                                      </p:cBhvr>
                                      <p:to>
                                        <p:strVal val="visible"/>
                                      </p:to>
                                    </p:set>
                                    <p:anim calcmode="lin" valueType="num">
                                      <p:cBhvr additive="base">
                                        <p:cTn id="31" dur="500" fill="hold"/>
                                        <p:tgtEl>
                                          <p:spTgt spid="125989"/>
                                        </p:tgtEl>
                                        <p:attrNameLst>
                                          <p:attrName>ppt_x</p:attrName>
                                        </p:attrNameLst>
                                      </p:cBhvr>
                                      <p:tavLst>
                                        <p:tav tm="0">
                                          <p:val>
                                            <p:strVal val="0-#ppt_w/2"/>
                                          </p:val>
                                        </p:tav>
                                        <p:tav tm="100000">
                                          <p:val>
                                            <p:strVal val="#ppt_x"/>
                                          </p:val>
                                        </p:tav>
                                      </p:tavLst>
                                    </p:anim>
                                    <p:anim calcmode="lin" valueType="num">
                                      <p:cBhvr additive="base">
                                        <p:cTn id="32" dur="500" fill="hold"/>
                                        <p:tgtEl>
                                          <p:spTgt spid="12598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26137"/>
                                        </p:tgtEl>
                                        <p:attrNameLst>
                                          <p:attrName>style.visibility</p:attrName>
                                        </p:attrNameLst>
                                      </p:cBhvr>
                                      <p:to>
                                        <p:strVal val="visible"/>
                                      </p:to>
                                    </p:set>
                                    <p:animEffect transition="in" filter="box(in)">
                                      <p:cBhvr>
                                        <p:cTn id="37" dur="500"/>
                                        <p:tgtEl>
                                          <p:spTgt spid="126137"/>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26128"/>
                                        </p:tgtEl>
                                        <p:attrNameLst>
                                          <p:attrName>style.visibility</p:attrName>
                                        </p:attrNameLst>
                                      </p:cBhvr>
                                      <p:to>
                                        <p:strVal val="visible"/>
                                      </p:to>
                                    </p:set>
                                    <p:anim calcmode="lin" valueType="num">
                                      <p:cBhvr additive="base">
                                        <p:cTn id="42" dur="500" fill="hold"/>
                                        <p:tgtEl>
                                          <p:spTgt spid="126128"/>
                                        </p:tgtEl>
                                        <p:attrNameLst>
                                          <p:attrName>ppt_x</p:attrName>
                                        </p:attrNameLst>
                                      </p:cBhvr>
                                      <p:tavLst>
                                        <p:tav tm="0">
                                          <p:val>
                                            <p:strVal val="0-#ppt_w/2"/>
                                          </p:val>
                                        </p:tav>
                                        <p:tav tm="100000">
                                          <p:val>
                                            <p:strVal val="#ppt_x"/>
                                          </p:val>
                                        </p:tav>
                                      </p:tavLst>
                                    </p:anim>
                                    <p:anim calcmode="lin" valueType="num">
                                      <p:cBhvr additive="base">
                                        <p:cTn id="43" dur="500" fill="hold"/>
                                        <p:tgtEl>
                                          <p:spTgt spid="126128"/>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126129"/>
                                        </p:tgtEl>
                                        <p:attrNameLst>
                                          <p:attrName>style.visibility</p:attrName>
                                        </p:attrNameLst>
                                      </p:cBhvr>
                                      <p:to>
                                        <p:strVal val="visible"/>
                                      </p:to>
                                    </p:set>
                                    <p:anim calcmode="lin" valueType="num">
                                      <p:cBhvr additive="base">
                                        <p:cTn id="48" dur="500" fill="hold"/>
                                        <p:tgtEl>
                                          <p:spTgt spid="126129"/>
                                        </p:tgtEl>
                                        <p:attrNameLst>
                                          <p:attrName>ppt_x</p:attrName>
                                        </p:attrNameLst>
                                      </p:cBhvr>
                                      <p:tavLst>
                                        <p:tav tm="0">
                                          <p:val>
                                            <p:strVal val="1+#ppt_w/2"/>
                                          </p:val>
                                        </p:tav>
                                        <p:tav tm="100000">
                                          <p:val>
                                            <p:strVal val="#ppt_x"/>
                                          </p:val>
                                        </p:tav>
                                      </p:tavLst>
                                    </p:anim>
                                    <p:anim calcmode="lin" valueType="num">
                                      <p:cBhvr additive="base">
                                        <p:cTn id="49" dur="500" fill="hold"/>
                                        <p:tgtEl>
                                          <p:spTgt spid="126129"/>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126130"/>
                                        </p:tgtEl>
                                        <p:attrNameLst>
                                          <p:attrName>style.visibility</p:attrName>
                                        </p:attrNameLst>
                                      </p:cBhvr>
                                      <p:to>
                                        <p:strVal val="visible"/>
                                      </p:to>
                                    </p:set>
                                    <p:animEffect transition="in" filter="randombar(horizontal)">
                                      <p:cBhvr>
                                        <p:cTn id="54" dur="500"/>
                                        <p:tgtEl>
                                          <p:spTgt spid="126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p:bldP spid="12598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66" name="Rectangle 42"/>
          <p:cNvSpPr>
            <a:spLocks noChangeArrowheads="1"/>
          </p:cNvSpPr>
          <p:nvPr/>
        </p:nvSpPr>
        <p:spPr bwMode="auto">
          <a:xfrm>
            <a:off x="323850" y="476250"/>
            <a:ext cx="2105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solidFill>
                  <a:schemeClr val="hlink"/>
                </a:solidFill>
                <a:latin typeface="Times New Roman" panose="02020603050405020304" pitchFamily="18" charset="0"/>
                <a:ea typeface="黑体" panose="02010609060101010101" pitchFamily="2" charset="-122"/>
              </a:rPr>
              <a:t>逆混合参数方程</a:t>
            </a:r>
            <a:endParaRPr lang="zh-CN" altLang="en-US" sz="2000">
              <a:solidFill>
                <a:schemeClr val="hlink"/>
              </a:solidFill>
              <a:latin typeface="宋体" panose="02010600030101010101" pitchFamily="2" charset="-122"/>
            </a:endParaRPr>
          </a:p>
        </p:txBody>
      </p:sp>
      <p:graphicFrame>
        <p:nvGraphicFramePr>
          <p:cNvPr id="129067" name="Object 43"/>
          <p:cNvGraphicFramePr>
            <a:graphicFrameLocks noChangeAspect="1"/>
          </p:cNvGraphicFramePr>
          <p:nvPr/>
        </p:nvGraphicFramePr>
        <p:xfrm>
          <a:off x="782638" y="1282700"/>
          <a:ext cx="1804987" cy="715963"/>
        </p:xfrm>
        <a:graphic>
          <a:graphicData uri="http://schemas.openxmlformats.org/presentationml/2006/ole">
            <mc:AlternateContent xmlns:mc="http://schemas.openxmlformats.org/markup-compatibility/2006">
              <mc:Choice xmlns:v="urn:schemas-microsoft-com:vml" Requires="v">
                <p:oleObj spid="_x0000_s18986" name="Equation" r:id="rId3" imgW="29870400" imgH="11582400" progId="Equation.DSMT4">
                  <p:embed/>
                </p:oleObj>
              </mc:Choice>
              <mc:Fallback>
                <p:oleObj name="Equation" r:id="rId3" imgW="29870400" imgH="11582400" progId="Equation.DSMT4">
                  <p:embed/>
                  <p:pic>
                    <p:nvPicPr>
                      <p:cNvPr id="0" name="图片 18978"/>
                      <p:cNvPicPr>
                        <a:picLocks noChangeAspect="1" noChangeArrowheads="1"/>
                      </p:cNvPicPr>
                      <p:nvPr/>
                    </p:nvPicPr>
                    <p:blipFill>
                      <a:blip r:embed="rId4"/>
                      <a:srcRect/>
                      <a:stretch>
                        <a:fillRect/>
                      </a:stretch>
                    </p:blipFill>
                    <p:spPr bwMode="auto">
                      <a:xfrm>
                        <a:off x="782638" y="1282700"/>
                        <a:ext cx="1804987"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9068" name="Object 44"/>
          <p:cNvGraphicFramePr>
            <a:graphicFrameLocks noChangeAspect="1"/>
          </p:cNvGraphicFramePr>
          <p:nvPr/>
        </p:nvGraphicFramePr>
        <p:xfrm>
          <a:off x="842963" y="2374900"/>
          <a:ext cx="2503487" cy="827088"/>
        </p:xfrm>
        <a:graphic>
          <a:graphicData uri="http://schemas.openxmlformats.org/presentationml/2006/ole">
            <mc:AlternateContent xmlns:mc="http://schemas.openxmlformats.org/markup-compatibility/2006">
              <mc:Choice xmlns:v="urn:schemas-microsoft-com:vml" Requires="v">
                <p:oleObj spid="_x0000_s18987" name="Equation" r:id="rId5" imgW="35966400" imgH="11582400" progId="Equation.DSMT4">
                  <p:embed/>
                </p:oleObj>
              </mc:Choice>
              <mc:Fallback>
                <p:oleObj name="Equation" r:id="rId5" imgW="35966400" imgH="11582400" progId="Equation.DSMT4">
                  <p:embed/>
                  <p:pic>
                    <p:nvPicPr>
                      <p:cNvPr id="0" name="图片 18979"/>
                      <p:cNvPicPr>
                        <a:picLocks noChangeAspect="1" noChangeArrowheads="1"/>
                      </p:cNvPicPr>
                      <p:nvPr/>
                    </p:nvPicPr>
                    <p:blipFill>
                      <a:blip r:embed="rId6"/>
                      <a:srcRect/>
                      <a:stretch>
                        <a:fillRect/>
                      </a:stretch>
                    </p:blipFill>
                    <p:spPr bwMode="auto">
                      <a:xfrm>
                        <a:off x="842963" y="2374900"/>
                        <a:ext cx="25034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9069" name="Object 45"/>
          <p:cNvGraphicFramePr>
            <a:graphicFrameLocks noChangeAspect="1"/>
          </p:cNvGraphicFramePr>
          <p:nvPr/>
        </p:nvGraphicFramePr>
        <p:xfrm>
          <a:off x="947738" y="3790950"/>
          <a:ext cx="1609725" cy="790575"/>
        </p:xfrm>
        <a:graphic>
          <a:graphicData uri="http://schemas.openxmlformats.org/presentationml/2006/ole">
            <mc:AlternateContent xmlns:mc="http://schemas.openxmlformats.org/markup-compatibility/2006">
              <mc:Choice xmlns:v="urn:schemas-microsoft-com:vml" Requires="v">
                <p:oleObj spid="_x0000_s18988" name="Equation" r:id="rId7" imgW="24384000" imgH="11582400" progId="Equation.DSMT4">
                  <p:embed/>
                </p:oleObj>
              </mc:Choice>
              <mc:Fallback>
                <p:oleObj name="Equation" r:id="rId7" imgW="24384000" imgH="11582400" progId="Equation.DSMT4">
                  <p:embed/>
                  <p:pic>
                    <p:nvPicPr>
                      <p:cNvPr id="0" name="图片 18980"/>
                      <p:cNvPicPr>
                        <a:picLocks noChangeAspect="1" noChangeArrowheads="1"/>
                      </p:cNvPicPr>
                      <p:nvPr/>
                    </p:nvPicPr>
                    <p:blipFill>
                      <a:blip r:embed="rId8"/>
                      <a:srcRect/>
                      <a:stretch>
                        <a:fillRect/>
                      </a:stretch>
                    </p:blipFill>
                    <p:spPr bwMode="auto">
                      <a:xfrm>
                        <a:off x="947738" y="3790950"/>
                        <a:ext cx="16097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9077" name="Group 53"/>
          <p:cNvGrpSpPr/>
          <p:nvPr/>
        </p:nvGrpSpPr>
        <p:grpSpPr bwMode="auto">
          <a:xfrm>
            <a:off x="990600" y="4749800"/>
            <a:ext cx="5045075" cy="854075"/>
            <a:chOff x="336" y="2448"/>
            <a:chExt cx="3178" cy="538"/>
          </a:xfrm>
        </p:grpSpPr>
        <p:sp>
          <p:nvSpPr>
            <p:cNvPr id="19465" name="Rectangle 46"/>
            <p:cNvSpPr>
              <a:spLocks noChangeArrowheads="1"/>
            </p:cNvSpPr>
            <p:nvPr/>
          </p:nvSpPr>
          <p:spPr bwMode="auto">
            <a:xfrm>
              <a:off x="336" y="2448"/>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000" b="1" i="1">
                  <a:latin typeface="宋体" panose="02010600030101010101" pitchFamily="2" charset="-122"/>
                </a:rPr>
                <a:t>G </a:t>
              </a:r>
              <a:r>
                <a:rPr lang="zh-CN" altLang="en-US" sz="2000">
                  <a:latin typeface="宋体" panose="02010600030101010101" pitchFamily="2" charset="-122"/>
                </a:rPr>
                <a:t>和</a:t>
              </a:r>
              <a:r>
                <a:rPr lang="en-US" altLang="zh-CN" sz="2000" b="1" i="1">
                  <a:latin typeface="宋体" panose="02010600030101010101" pitchFamily="2" charset="-122"/>
                </a:rPr>
                <a:t>H </a:t>
              </a:r>
              <a:r>
                <a:rPr lang="zh-CN" altLang="en-US" sz="2000">
                  <a:latin typeface="宋体" panose="02010600030101010101" pitchFamily="2" charset="-122"/>
                </a:rPr>
                <a:t>互为逆矩阵</a:t>
              </a:r>
            </a:p>
          </p:txBody>
        </p:sp>
        <p:graphicFrame>
          <p:nvGraphicFramePr>
            <p:cNvPr id="19466" name="Object 47"/>
            <p:cNvGraphicFramePr>
              <a:graphicFrameLocks noChangeAspect="1"/>
            </p:cNvGraphicFramePr>
            <p:nvPr/>
          </p:nvGraphicFramePr>
          <p:xfrm>
            <a:off x="2006" y="2719"/>
            <a:ext cx="548" cy="224"/>
          </p:xfrm>
          <a:graphic>
            <a:graphicData uri="http://schemas.openxmlformats.org/presentationml/2006/ole">
              <mc:AlternateContent xmlns:mc="http://schemas.openxmlformats.org/markup-compatibility/2006">
                <mc:Choice xmlns:v="urn:schemas-microsoft-com:vml" Requires="v">
                  <p:oleObj spid="_x0000_s18989" name="Equation" r:id="rId9" imgW="12801600" imgH="4876800" progId="Equation.DSMT4">
                    <p:embed/>
                  </p:oleObj>
                </mc:Choice>
                <mc:Fallback>
                  <p:oleObj name="Equation" r:id="rId9" imgW="12801600" imgH="4876800" progId="Equation.DSMT4">
                    <p:embed/>
                    <p:pic>
                      <p:nvPicPr>
                        <p:cNvPr id="0" name="图片 18981"/>
                        <p:cNvPicPr>
                          <a:picLocks noChangeAspect="1" noChangeArrowheads="1"/>
                        </p:cNvPicPr>
                        <p:nvPr/>
                      </p:nvPicPr>
                      <p:blipFill>
                        <a:blip r:embed="rId10"/>
                        <a:srcRect/>
                        <a:stretch>
                          <a:fillRect/>
                        </a:stretch>
                      </p:blipFill>
                      <p:spPr bwMode="auto">
                        <a:xfrm>
                          <a:off x="2006" y="2719"/>
                          <a:ext cx="54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7" name="Object 48"/>
            <p:cNvGraphicFramePr>
              <a:graphicFrameLocks noChangeAspect="1"/>
            </p:cNvGraphicFramePr>
            <p:nvPr/>
          </p:nvGraphicFramePr>
          <p:xfrm>
            <a:off x="2967" y="2719"/>
            <a:ext cx="547" cy="223"/>
          </p:xfrm>
          <a:graphic>
            <a:graphicData uri="http://schemas.openxmlformats.org/presentationml/2006/ole">
              <mc:AlternateContent xmlns:mc="http://schemas.openxmlformats.org/markup-compatibility/2006">
                <mc:Choice xmlns:v="urn:schemas-microsoft-com:vml" Requires="v">
                  <p:oleObj spid="_x0000_s18990" name="Equation" r:id="rId11" imgW="12801600" imgH="4876800" progId="Equation.DSMT4">
                    <p:embed/>
                  </p:oleObj>
                </mc:Choice>
                <mc:Fallback>
                  <p:oleObj name="Equation" r:id="rId11" imgW="12801600" imgH="4876800" progId="Equation.DSMT4">
                    <p:embed/>
                    <p:pic>
                      <p:nvPicPr>
                        <p:cNvPr id="0" name="图片 18982"/>
                        <p:cNvPicPr>
                          <a:picLocks noChangeAspect="1" noChangeArrowheads="1"/>
                        </p:cNvPicPr>
                        <p:nvPr/>
                      </p:nvPicPr>
                      <p:blipFill>
                        <a:blip r:embed="rId12"/>
                        <a:srcRect/>
                        <a:stretch>
                          <a:fillRect/>
                        </a:stretch>
                      </p:blipFill>
                      <p:spPr bwMode="auto">
                        <a:xfrm>
                          <a:off x="2967" y="2719"/>
                          <a:ext cx="54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8" name="Rectangle 49"/>
            <p:cNvSpPr>
              <a:spLocks noChangeArrowheads="1"/>
            </p:cNvSpPr>
            <p:nvPr/>
          </p:nvSpPr>
          <p:spPr bwMode="auto">
            <a:xfrm>
              <a:off x="2631" y="2736"/>
              <a:ext cx="3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或</a:t>
              </a:r>
              <a:r>
                <a:rPr lang="zh-CN" altLang="en-US" sz="2000">
                  <a:latin typeface="Times New Roman" panose="02020603050405020304"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9066">
                                            <p:txEl>
                                              <p:pRg st="0" end="0"/>
                                            </p:txEl>
                                          </p:spTgt>
                                        </p:tgtEl>
                                        <p:attrNameLst>
                                          <p:attrName>style.visibility</p:attrName>
                                        </p:attrNameLst>
                                      </p:cBhvr>
                                      <p:to>
                                        <p:strVal val="visible"/>
                                      </p:to>
                                    </p:set>
                                    <p:anim calcmode="lin" valueType="num">
                                      <p:cBhvr additive="base">
                                        <p:cTn id="7" dur="500" fill="hold"/>
                                        <p:tgtEl>
                                          <p:spTgt spid="1290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90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9067"/>
                                        </p:tgtEl>
                                        <p:attrNameLst>
                                          <p:attrName>style.visibility</p:attrName>
                                        </p:attrNameLst>
                                      </p:cBhvr>
                                      <p:to>
                                        <p:strVal val="visible"/>
                                      </p:to>
                                    </p:set>
                                    <p:anim calcmode="lin" valueType="num">
                                      <p:cBhvr additive="base">
                                        <p:cTn id="13" dur="500" fill="hold"/>
                                        <p:tgtEl>
                                          <p:spTgt spid="129067"/>
                                        </p:tgtEl>
                                        <p:attrNameLst>
                                          <p:attrName>ppt_x</p:attrName>
                                        </p:attrNameLst>
                                      </p:cBhvr>
                                      <p:tavLst>
                                        <p:tav tm="0">
                                          <p:val>
                                            <p:strVal val="0-#ppt_w/2"/>
                                          </p:val>
                                        </p:tav>
                                        <p:tav tm="100000">
                                          <p:val>
                                            <p:strVal val="#ppt_x"/>
                                          </p:val>
                                        </p:tav>
                                      </p:tavLst>
                                    </p:anim>
                                    <p:anim calcmode="lin" valueType="num">
                                      <p:cBhvr additive="base">
                                        <p:cTn id="14" dur="500" fill="hold"/>
                                        <p:tgtEl>
                                          <p:spTgt spid="12906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9068"/>
                                        </p:tgtEl>
                                        <p:attrNameLst>
                                          <p:attrName>style.visibility</p:attrName>
                                        </p:attrNameLst>
                                      </p:cBhvr>
                                      <p:to>
                                        <p:strVal val="visible"/>
                                      </p:to>
                                    </p:set>
                                    <p:anim calcmode="lin" valueType="num">
                                      <p:cBhvr additive="base">
                                        <p:cTn id="19" dur="500" fill="hold"/>
                                        <p:tgtEl>
                                          <p:spTgt spid="129068"/>
                                        </p:tgtEl>
                                        <p:attrNameLst>
                                          <p:attrName>ppt_x</p:attrName>
                                        </p:attrNameLst>
                                      </p:cBhvr>
                                      <p:tavLst>
                                        <p:tav tm="0">
                                          <p:val>
                                            <p:strVal val="0-#ppt_w/2"/>
                                          </p:val>
                                        </p:tav>
                                        <p:tav tm="100000">
                                          <p:val>
                                            <p:strVal val="#ppt_x"/>
                                          </p:val>
                                        </p:tav>
                                      </p:tavLst>
                                    </p:anim>
                                    <p:anim calcmode="lin" valueType="num">
                                      <p:cBhvr additive="base">
                                        <p:cTn id="20" dur="500" fill="hold"/>
                                        <p:tgtEl>
                                          <p:spTgt spid="129068"/>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129069"/>
                                        </p:tgtEl>
                                        <p:attrNameLst>
                                          <p:attrName>style.visibility</p:attrName>
                                        </p:attrNameLst>
                                      </p:cBhvr>
                                      <p:to>
                                        <p:strVal val="visible"/>
                                      </p:to>
                                    </p:set>
                                    <p:anim calcmode="lin" valueType="num">
                                      <p:cBhvr additive="base">
                                        <p:cTn id="24" dur="500" fill="hold"/>
                                        <p:tgtEl>
                                          <p:spTgt spid="129069"/>
                                        </p:tgtEl>
                                        <p:attrNameLst>
                                          <p:attrName>ppt_x</p:attrName>
                                        </p:attrNameLst>
                                      </p:cBhvr>
                                      <p:tavLst>
                                        <p:tav tm="0">
                                          <p:val>
                                            <p:strVal val="0-#ppt_w/2"/>
                                          </p:val>
                                        </p:tav>
                                        <p:tav tm="100000">
                                          <p:val>
                                            <p:strVal val="#ppt_x"/>
                                          </p:val>
                                        </p:tav>
                                      </p:tavLst>
                                    </p:anim>
                                    <p:anim calcmode="lin" valueType="num">
                                      <p:cBhvr additive="base">
                                        <p:cTn id="25" dur="500" fill="hold"/>
                                        <p:tgtEl>
                                          <p:spTgt spid="12906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29077"/>
                                        </p:tgtEl>
                                        <p:attrNameLst>
                                          <p:attrName>style.visibility</p:attrName>
                                        </p:attrNameLst>
                                      </p:cBhvr>
                                      <p:to>
                                        <p:strVal val="visible"/>
                                      </p:to>
                                    </p:set>
                                    <p:animEffect transition="in" filter="randombar(horizontal)">
                                      <p:cBhvr>
                                        <p:cTn id="30" dur="500"/>
                                        <p:tgtEl>
                                          <p:spTgt spid="129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5" name="Rectangle 3"/>
          <p:cNvSpPr>
            <a:spLocks noGrp="1" noChangeArrowheads="1"/>
          </p:cNvSpPr>
          <p:nvPr>
            <p:ph type="subTitle" idx="1"/>
          </p:nvPr>
        </p:nvSpPr>
        <p:spPr>
          <a:xfrm>
            <a:off x="533400" y="2514600"/>
            <a:ext cx="7351713" cy="193675"/>
          </a:xfrm>
        </p:spPr>
        <p:txBody>
          <a:bodyPr rtlCol="0">
            <a:noAutofit/>
          </a:bodyPr>
          <a:lstStyle/>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求上图所示半导体晶体管低频小信号等效电路的混合参数矩阵。 </a:t>
            </a:r>
          </a:p>
        </p:txBody>
      </p:sp>
      <p:grpSp>
        <p:nvGrpSpPr>
          <p:cNvPr id="131126" name="Group 54"/>
          <p:cNvGrpSpPr/>
          <p:nvPr/>
        </p:nvGrpSpPr>
        <p:grpSpPr bwMode="auto">
          <a:xfrm>
            <a:off x="762000" y="838200"/>
            <a:ext cx="3657600" cy="1843088"/>
            <a:chOff x="1728" y="913"/>
            <a:chExt cx="2304" cy="1161"/>
          </a:xfrm>
        </p:grpSpPr>
        <p:graphicFrame>
          <p:nvGraphicFramePr>
            <p:cNvPr id="20498" name="Object 42"/>
            <p:cNvGraphicFramePr>
              <a:graphicFrameLocks noChangeAspect="1"/>
            </p:cNvGraphicFramePr>
            <p:nvPr/>
          </p:nvGraphicFramePr>
          <p:xfrm>
            <a:off x="1776" y="913"/>
            <a:ext cx="2064" cy="886"/>
          </p:xfrm>
          <a:graphic>
            <a:graphicData uri="http://schemas.openxmlformats.org/presentationml/2006/ole">
              <mc:AlternateContent xmlns:mc="http://schemas.openxmlformats.org/markup-compatibility/2006">
                <mc:Choice xmlns:v="urn:schemas-microsoft-com:vml" Requires="v">
                  <p:oleObj spid="_x0000_s20120" name="Visio" r:id="rId3" imgW="2705100" imgH="1168400" progId="Visio.Drawing.11">
                    <p:embed/>
                  </p:oleObj>
                </mc:Choice>
                <mc:Fallback>
                  <p:oleObj name="Visio" r:id="rId3" imgW="2705100" imgH="1168400" progId="Visio.Drawing.11">
                    <p:embed/>
                    <p:pic>
                      <p:nvPicPr>
                        <p:cNvPr id="0" name="图片 20111"/>
                        <p:cNvPicPr>
                          <a:picLocks noChangeAspect="1" noChangeArrowheads="1"/>
                        </p:cNvPicPr>
                        <p:nvPr/>
                      </p:nvPicPr>
                      <p:blipFill>
                        <a:blip r:embed="rId4"/>
                        <a:srcRect/>
                        <a:stretch>
                          <a:fillRect/>
                        </a:stretch>
                      </p:blipFill>
                      <p:spPr bwMode="auto">
                        <a:xfrm>
                          <a:off x="1776" y="913"/>
                          <a:ext cx="2064"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9" name="Rectangle 44"/>
            <p:cNvSpPr>
              <a:spLocks noChangeArrowheads="1"/>
            </p:cNvSpPr>
            <p:nvPr/>
          </p:nvSpPr>
          <p:spPr bwMode="auto">
            <a:xfrm>
              <a:off x="1728" y="1824"/>
              <a:ext cx="2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endParaRPr lang="zh-CN" altLang="zh-CN" sz="2000">
                <a:latin typeface="Times New Roman" panose="02020603050405020304" pitchFamily="18" charset="0"/>
              </a:endParaRPr>
            </a:p>
          </p:txBody>
        </p:sp>
      </p:grpSp>
      <p:grpSp>
        <p:nvGrpSpPr>
          <p:cNvPr id="131128" name="Group 56"/>
          <p:cNvGrpSpPr/>
          <p:nvPr/>
        </p:nvGrpSpPr>
        <p:grpSpPr bwMode="auto">
          <a:xfrm>
            <a:off x="304800" y="3244852"/>
            <a:ext cx="5197475" cy="846138"/>
            <a:chOff x="192" y="2044"/>
            <a:chExt cx="3274" cy="533"/>
          </a:xfrm>
        </p:grpSpPr>
        <p:graphicFrame>
          <p:nvGraphicFramePr>
            <p:cNvPr id="20495" name="Object 4"/>
            <p:cNvGraphicFramePr>
              <a:graphicFrameLocks noChangeAspect="1"/>
            </p:cNvGraphicFramePr>
            <p:nvPr/>
          </p:nvGraphicFramePr>
          <p:xfrm>
            <a:off x="192" y="2066"/>
            <a:ext cx="288" cy="188"/>
          </p:xfrm>
          <a:graphic>
            <a:graphicData uri="http://schemas.openxmlformats.org/presentationml/2006/ole">
              <mc:AlternateContent xmlns:mc="http://schemas.openxmlformats.org/markup-compatibility/2006">
                <mc:Choice xmlns:v="urn:schemas-microsoft-com:vml" Requires="v">
                  <p:oleObj spid="_x0000_s20121" r:id="rId5" imgW="439420" imgH="284480" progId="Visio.Drawing.6">
                    <p:embed/>
                  </p:oleObj>
                </mc:Choice>
                <mc:Fallback>
                  <p:oleObj r:id="rId5" imgW="439420" imgH="284480" progId="Visio.Drawing.6">
                    <p:embed/>
                    <p:pic>
                      <p:nvPicPr>
                        <p:cNvPr id="0" name="图片 20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 y="2066"/>
                          <a:ext cx="2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6" name="Rectangle 6"/>
            <p:cNvSpPr>
              <a:spLocks noChangeArrowheads="1"/>
            </p:cNvSpPr>
            <p:nvPr/>
          </p:nvSpPr>
          <p:spPr bwMode="auto">
            <a:xfrm>
              <a:off x="576" y="2044"/>
              <a:ext cx="23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对输入端口所在回路列</a:t>
              </a:r>
              <a:r>
                <a:rPr lang="en-US" altLang="zh-CN" sz="2000">
                  <a:latin typeface="宋体" panose="02010600030101010101" pitchFamily="2" charset="-122"/>
                </a:rPr>
                <a:t>KVL</a:t>
              </a:r>
              <a:r>
                <a:rPr lang="zh-CN" altLang="en-US" sz="2000">
                  <a:latin typeface="宋体" panose="02010600030101010101" pitchFamily="2" charset="-122"/>
                </a:rPr>
                <a:t>方程</a:t>
              </a:r>
            </a:p>
          </p:txBody>
        </p:sp>
        <p:graphicFrame>
          <p:nvGraphicFramePr>
            <p:cNvPr id="20497" name="Object 46"/>
            <p:cNvGraphicFramePr>
              <a:graphicFrameLocks noChangeAspect="1"/>
            </p:cNvGraphicFramePr>
            <p:nvPr/>
          </p:nvGraphicFramePr>
          <p:xfrm>
            <a:off x="2332" y="2265"/>
            <a:ext cx="1134" cy="312"/>
          </p:xfrm>
          <a:graphic>
            <a:graphicData uri="http://schemas.openxmlformats.org/presentationml/2006/ole">
              <mc:AlternateContent xmlns:mc="http://schemas.openxmlformats.org/markup-compatibility/2006">
                <mc:Choice xmlns:v="urn:schemas-microsoft-com:vml" Requires="v">
                  <p:oleObj spid="_x0000_s20122" name="Equation" r:id="rId7" imgW="21640800" imgH="5486400" progId="Equation.DSMT4">
                    <p:embed/>
                  </p:oleObj>
                </mc:Choice>
                <mc:Fallback>
                  <p:oleObj name="Equation" r:id="rId7" imgW="21640800" imgH="5486400" progId="Equation.DSMT4">
                    <p:embed/>
                    <p:pic>
                      <p:nvPicPr>
                        <p:cNvPr id="0" name="图片 20113"/>
                        <p:cNvPicPr>
                          <a:picLocks noChangeAspect="1" noChangeArrowheads="1"/>
                        </p:cNvPicPr>
                        <p:nvPr/>
                      </p:nvPicPr>
                      <p:blipFill>
                        <a:blip r:embed="rId8"/>
                        <a:srcRect/>
                        <a:stretch>
                          <a:fillRect/>
                        </a:stretch>
                      </p:blipFill>
                      <p:spPr bwMode="auto">
                        <a:xfrm>
                          <a:off x="2332" y="2265"/>
                          <a:ext cx="113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1129" name="Group 57"/>
          <p:cNvGrpSpPr/>
          <p:nvPr/>
        </p:nvGrpSpPr>
        <p:grpSpPr bwMode="auto">
          <a:xfrm>
            <a:off x="914400" y="4038602"/>
            <a:ext cx="5108576" cy="808038"/>
            <a:chOff x="576" y="2544"/>
            <a:chExt cx="3218" cy="509"/>
          </a:xfrm>
        </p:grpSpPr>
        <p:sp>
          <p:nvSpPr>
            <p:cNvPr id="20493" name="Rectangle 5"/>
            <p:cNvSpPr>
              <a:spLocks noChangeArrowheads="1"/>
            </p:cNvSpPr>
            <p:nvPr/>
          </p:nvSpPr>
          <p:spPr bwMode="auto">
            <a:xfrm>
              <a:off x="576" y="2544"/>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节点①列</a:t>
              </a:r>
              <a:r>
                <a:rPr lang="en-US" altLang="zh-CN" sz="2000">
                  <a:latin typeface="宋体" panose="02010600030101010101" pitchFamily="2" charset="-122"/>
                </a:rPr>
                <a:t>KCL</a:t>
              </a:r>
              <a:r>
                <a:rPr lang="zh-CN" altLang="en-US" sz="2000">
                  <a:latin typeface="宋体" panose="02010600030101010101" pitchFamily="2" charset="-122"/>
                </a:rPr>
                <a:t>方程</a:t>
              </a:r>
              <a:r>
                <a:rPr lang="en-US" altLang="zh-CN" sz="2000">
                  <a:latin typeface="宋体" panose="02010600030101010101" pitchFamily="2" charset="-122"/>
                </a:rPr>
                <a:t>:</a:t>
              </a:r>
            </a:p>
          </p:txBody>
        </p:sp>
        <p:graphicFrame>
          <p:nvGraphicFramePr>
            <p:cNvPr id="20494" name="Object 48"/>
            <p:cNvGraphicFramePr>
              <a:graphicFrameLocks noChangeAspect="1"/>
            </p:cNvGraphicFramePr>
            <p:nvPr/>
          </p:nvGraphicFramePr>
          <p:xfrm>
            <a:off x="1957" y="2746"/>
            <a:ext cx="1837" cy="307"/>
          </p:xfrm>
          <a:graphic>
            <a:graphicData uri="http://schemas.openxmlformats.org/presentationml/2006/ole">
              <mc:AlternateContent xmlns:mc="http://schemas.openxmlformats.org/markup-compatibility/2006">
                <mc:Choice xmlns:v="urn:schemas-microsoft-com:vml" Requires="v">
                  <p:oleObj spid="_x0000_s20123" name="Equation" r:id="rId9" imgW="35966400" imgH="5486400" progId="Equation.DSMT4">
                    <p:embed/>
                  </p:oleObj>
                </mc:Choice>
                <mc:Fallback>
                  <p:oleObj name="Equation" r:id="rId9" imgW="35966400" imgH="5486400" progId="Equation.DSMT4">
                    <p:embed/>
                    <p:pic>
                      <p:nvPicPr>
                        <p:cNvPr id="0" name="图片 20114"/>
                        <p:cNvPicPr>
                          <a:picLocks noChangeAspect="1" noChangeArrowheads="1"/>
                        </p:cNvPicPr>
                        <p:nvPr/>
                      </p:nvPicPr>
                      <p:blipFill>
                        <a:blip r:embed="rId10"/>
                        <a:srcRect/>
                        <a:stretch>
                          <a:fillRect/>
                        </a:stretch>
                      </p:blipFill>
                      <p:spPr bwMode="auto">
                        <a:xfrm>
                          <a:off x="1957" y="2746"/>
                          <a:ext cx="183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1130" name="Group 58"/>
          <p:cNvGrpSpPr/>
          <p:nvPr/>
        </p:nvGrpSpPr>
        <p:grpSpPr bwMode="auto">
          <a:xfrm>
            <a:off x="914400" y="4800602"/>
            <a:ext cx="3987800" cy="985838"/>
            <a:chOff x="576" y="3024"/>
            <a:chExt cx="2512" cy="621"/>
          </a:xfrm>
        </p:grpSpPr>
        <p:sp>
          <p:nvSpPr>
            <p:cNvPr id="20491" name="Rectangle 50"/>
            <p:cNvSpPr>
              <a:spLocks noChangeArrowheads="1"/>
            </p:cNvSpPr>
            <p:nvPr/>
          </p:nvSpPr>
          <p:spPr bwMode="auto">
            <a:xfrm>
              <a:off x="576" y="3024"/>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混合参数矩阵</a:t>
              </a:r>
              <a:r>
                <a:rPr lang="en-US" altLang="zh-CN" sz="2000">
                  <a:latin typeface="宋体" panose="02010600030101010101" pitchFamily="2" charset="-122"/>
                </a:rPr>
                <a:t>: </a:t>
              </a:r>
            </a:p>
          </p:txBody>
        </p:sp>
        <p:graphicFrame>
          <p:nvGraphicFramePr>
            <p:cNvPr id="20492" name="Object 51"/>
            <p:cNvGraphicFramePr>
              <a:graphicFrameLocks noChangeAspect="1"/>
            </p:cNvGraphicFramePr>
            <p:nvPr/>
          </p:nvGraphicFramePr>
          <p:xfrm>
            <a:off x="2097" y="3124"/>
            <a:ext cx="991" cy="521"/>
          </p:xfrm>
          <a:graphic>
            <a:graphicData uri="http://schemas.openxmlformats.org/presentationml/2006/ole">
              <mc:AlternateContent xmlns:mc="http://schemas.openxmlformats.org/markup-compatibility/2006">
                <mc:Choice xmlns:v="urn:schemas-microsoft-com:vml" Requires="v">
                  <p:oleObj spid="_x0000_s20124" name="Equation" r:id="rId11" imgW="22555200" imgH="11582400" progId="Equation.DSMT4">
                    <p:embed/>
                  </p:oleObj>
                </mc:Choice>
                <mc:Fallback>
                  <p:oleObj name="Equation" r:id="rId11" imgW="22555200" imgH="11582400" progId="Equation.DSMT4">
                    <p:embed/>
                    <p:pic>
                      <p:nvPicPr>
                        <p:cNvPr id="0" name="图片 20115"/>
                        <p:cNvPicPr>
                          <a:picLocks noChangeAspect="1" noChangeArrowheads="1"/>
                        </p:cNvPicPr>
                        <p:nvPr/>
                      </p:nvPicPr>
                      <p:blipFill>
                        <a:blip r:embed="rId12"/>
                        <a:srcRect/>
                        <a:stretch>
                          <a:fillRect/>
                        </a:stretch>
                      </p:blipFill>
                      <p:spPr bwMode="auto">
                        <a:xfrm>
                          <a:off x="2097" y="3124"/>
                          <a:ext cx="991" cy="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487" name="Rectangle 64"/>
          <p:cNvSpPr>
            <a:spLocks noChangeArrowheads="1"/>
          </p:cNvSpPr>
          <p:nvPr/>
        </p:nvSpPr>
        <p:spPr bwMode="auto">
          <a:xfrm>
            <a:off x="0" y="3267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135" name="Object 63"/>
          <p:cNvGraphicFramePr>
            <a:graphicFrameLocks noChangeAspect="1"/>
          </p:cNvGraphicFramePr>
          <p:nvPr/>
        </p:nvGraphicFramePr>
        <p:xfrm>
          <a:off x="250825" y="333375"/>
          <a:ext cx="8137525" cy="515938"/>
        </p:xfrm>
        <a:graphic>
          <a:graphicData uri="http://schemas.openxmlformats.org/presentationml/2006/ole">
            <mc:AlternateContent xmlns:mc="http://schemas.openxmlformats.org/markup-compatibility/2006">
              <mc:Choice xmlns:v="urn:schemas-microsoft-com:vml" Requires="v">
                <p:oleObj spid="_x0000_s20125" name="Visio" r:id="rId13" imgW="6832600" imgH="444500" progId="Visio.Drawing.11">
                  <p:embed/>
                </p:oleObj>
              </mc:Choice>
              <mc:Fallback>
                <p:oleObj name="Visio" r:id="rId13" imgW="6832600" imgH="444500" progId="Visio.Drawing.11">
                  <p:embed/>
                  <p:pic>
                    <p:nvPicPr>
                      <p:cNvPr id="0" name="图片 20116"/>
                      <p:cNvPicPr>
                        <a:picLocks noChangeAspect="1" noChangeArrowheads="1"/>
                      </p:cNvPicPr>
                      <p:nvPr/>
                    </p:nvPicPr>
                    <p:blipFill>
                      <a:blip r:embed="rId14"/>
                      <a:srcRect/>
                      <a:stretch>
                        <a:fillRect/>
                      </a:stretch>
                    </p:blipFill>
                    <p:spPr bwMode="auto">
                      <a:xfrm>
                        <a:off x="250825" y="333375"/>
                        <a:ext cx="8137525" cy="515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31135"/>
                                        </p:tgtEl>
                                        <p:attrNameLst>
                                          <p:attrName>style.visibility</p:attrName>
                                        </p:attrNameLst>
                                      </p:cBhvr>
                                      <p:to>
                                        <p:strVal val="visible"/>
                                      </p:to>
                                    </p:set>
                                    <p:animEffect transition="in" filter="dissolve">
                                      <p:cBhvr>
                                        <p:cTn id="7" dur="500"/>
                                        <p:tgtEl>
                                          <p:spTgt spid="1311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1126"/>
                                        </p:tgtEl>
                                        <p:attrNameLst>
                                          <p:attrName>style.visibility</p:attrName>
                                        </p:attrNameLst>
                                      </p:cBhvr>
                                      <p:to>
                                        <p:strVal val="visible"/>
                                      </p:to>
                                    </p:set>
                                    <p:animEffect transition="in" filter="dissolve">
                                      <p:cBhvr>
                                        <p:cTn id="12" dur="500"/>
                                        <p:tgtEl>
                                          <p:spTgt spid="13112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1075">
                                            <p:txEl>
                                              <p:pRg st="0" end="0"/>
                                            </p:txEl>
                                          </p:spTgt>
                                        </p:tgtEl>
                                        <p:attrNameLst>
                                          <p:attrName>style.visibility</p:attrName>
                                        </p:attrNameLst>
                                      </p:cBhvr>
                                      <p:to>
                                        <p:strVal val="visible"/>
                                      </p:to>
                                    </p:set>
                                    <p:anim calcmode="lin" valueType="num">
                                      <p:cBhvr additive="base">
                                        <p:cTn id="17" dur="500" fill="hold"/>
                                        <p:tgtEl>
                                          <p:spTgt spid="131075">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31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31128"/>
                                        </p:tgtEl>
                                        <p:attrNameLst>
                                          <p:attrName>style.visibility</p:attrName>
                                        </p:attrNameLst>
                                      </p:cBhvr>
                                      <p:to>
                                        <p:strVal val="visible"/>
                                      </p:to>
                                    </p:set>
                                    <p:anim calcmode="lin" valueType="num">
                                      <p:cBhvr additive="base">
                                        <p:cTn id="23" dur="500" fill="hold"/>
                                        <p:tgtEl>
                                          <p:spTgt spid="131128"/>
                                        </p:tgtEl>
                                        <p:attrNameLst>
                                          <p:attrName>ppt_x</p:attrName>
                                        </p:attrNameLst>
                                      </p:cBhvr>
                                      <p:tavLst>
                                        <p:tav tm="0">
                                          <p:val>
                                            <p:strVal val="0-#ppt_w/2"/>
                                          </p:val>
                                        </p:tav>
                                        <p:tav tm="100000">
                                          <p:val>
                                            <p:strVal val="#ppt_x"/>
                                          </p:val>
                                        </p:tav>
                                      </p:tavLst>
                                    </p:anim>
                                    <p:anim calcmode="lin" valueType="num">
                                      <p:cBhvr additive="base">
                                        <p:cTn id="24" dur="500" fill="hold"/>
                                        <p:tgtEl>
                                          <p:spTgt spid="13112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31129"/>
                                        </p:tgtEl>
                                        <p:attrNameLst>
                                          <p:attrName>style.visibility</p:attrName>
                                        </p:attrNameLst>
                                      </p:cBhvr>
                                      <p:to>
                                        <p:strVal val="visible"/>
                                      </p:to>
                                    </p:set>
                                    <p:anim calcmode="lin" valueType="num">
                                      <p:cBhvr additive="base">
                                        <p:cTn id="29" dur="500" fill="hold"/>
                                        <p:tgtEl>
                                          <p:spTgt spid="131129"/>
                                        </p:tgtEl>
                                        <p:attrNameLst>
                                          <p:attrName>ppt_x</p:attrName>
                                        </p:attrNameLst>
                                      </p:cBhvr>
                                      <p:tavLst>
                                        <p:tav tm="0">
                                          <p:val>
                                            <p:strVal val="0-#ppt_w/2"/>
                                          </p:val>
                                        </p:tav>
                                        <p:tav tm="100000">
                                          <p:val>
                                            <p:strVal val="#ppt_x"/>
                                          </p:val>
                                        </p:tav>
                                      </p:tavLst>
                                    </p:anim>
                                    <p:anim calcmode="lin" valueType="num">
                                      <p:cBhvr additive="base">
                                        <p:cTn id="30" dur="500" fill="hold"/>
                                        <p:tgtEl>
                                          <p:spTgt spid="13112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31130"/>
                                        </p:tgtEl>
                                        <p:attrNameLst>
                                          <p:attrName>style.visibility</p:attrName>
                                        </p:attrNameLst>
                                      </p:cBhvr>
                                      <p:to>
                                        <p:strVal val="visible"/>
                                      </p:to>
                                    </p:set>
                                    <p:anim calcmode="lin" valueType="num">
                                      <p:cBhvr additive="base">
                                        <p:cTn id="35" dur="500" fill="hold"/>
                                        <p:tgtEl>
                                          <p:spTgt spid="131130"/>
                                        </p:tgtEl>
                                        <p:attrNameLst>
                                          <p:attrName>ppt_x</p:attrName>
                                        </p:attrNameLst>
                                      </p:cBhvr>
                                      <p:tavLst>
                                        <p:tav tm="0">
                                          <p:val>
                                            <p:strVal val="0-#ppt_w/2"/>
                                          </p:val>
                                        </p:tav>
                                        <p:tav tm="100000">
                                          <p:val>
                                            <p:strVal val="#ppt_x"/>
                                          </p:val>
                                        </p:tav>
                                      </p:tavLst>
                                    </p:anim>
                                    <p:anim calcmode="lin" valueType="num">
                                      <p:cBhvr additive="base">
                                        <p:cTn id="36" dur="500" fill="hold"/>
                                        <p:tgtEl>
                                          <p:spTgt spid="1311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134" name="Object 38"/>
          <p:cNvGraphicFramePr>
            <a:graphicFrameLocks noChangeAspect="1"/>
          </p:cNvGraphicFramePr>
          <p:nvPr/>
        </p:nvGraphicFramePr>
        <p:xfrm>
          <a:off x="0" y="0"/>
          <a:ext cx="9144000" cy="688975"/>
        </p:xfrm>
        <a:graphic>
          <a:graphicData uri="http://schemas.openxmlformats.org/presentationml/2006/ole">
            <mc:AlternateContent xmlns:mc="http://schemas.openxmlformats.org/markup-compatibility/2006">
              <mc:Choice xmlns:v="urn:schemas-microsoft-com:vml" Requires="v">
                <p:oleObj spid="_x0000_s39652" r:id="rId3" imgW="5313045" imgH="396875" progId="Visio.Drawing.6">
                  <p:embed/>
                </p:oleObj>
              </mc:Choice>
              <mc:Fallback>
                <p:oleObj r:id="rId3" imgW="5313045" imgH="396875" progId="Visio.Drawing.6">
                  <p:embed/>
                  <p:pic>
                    <p:nvPicPr>
                      <p:cNvPr id="0" name="图片 396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07" name="Rectangle 11"/>
          <p:cNvSpPr>
            <a:spLocks noChangeArrowheads="1"/>
          </p:cNvSpPr>
          <p:nvPr/>
        </p:nvSpPr>
        <p:spPr bwMode="auto">
          <a:xfrm>
            <a:off x="457200" y="3048000"/>
            <a:ext cx="3048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0" hangingPunct="0"/>
            <a:endParaRPr lang="en-US" altLang="zh-CN" sz="2000">
              <a:latin typeface="宋体" panose="02010600030101010101" pitchFamily="2" charset="-122"/>
            </a:endParaRPr>
          </a:p>
          <a:p>
            <a:pPr marL="457200" indent="-457200" eaLnBrk="0" hangingPunct="0"/>
            <a:r>
              <a:rPr lang="zh-CN" altLang="en-US" sz="2000">
                <a:latin typeface="宋体" panose="02010600030101010101" pitchFamily="2" charset="-122"/>
              </a:rPr>
              <a:t>对图</a:t>
            </a:r>
            <a:r>
              <a:rPr lang="en-US" altLang="zh-CN" sz="2000">
                <a:latin typeface="宋体" panose="02010600030101010101" pitchFamily="2" charset="-122"/>
              </a:rPr>
              <a:t>(a)</a:t>
            </a:r>
            <a:r>
              <a:rPr lang="zh-CN" altLang="en-US" sz="2000">
                <a:latin typeface="宋体" panose="02010600030101010101" pitchFamily="2" charset="-122"/>
              </a:rPr>
              <a:t>列回路电流方程</a:t>
            </a:r>
          </a:p>
        </p:txBody>
      </p:sp>
      <p:graphicFrame>
        <p:nvGraphicFramePr>
          <p:cNvPr id="132138" name="Object 42"/>
          <p:cNvGraphicFramePr>
            <a:graphicFrameLocks noChangeAspect="1"/>
          </p:cNvGraphicFramePr>
          <p:nvPr/>
        </p:nvGraphicFramePr>
        <p:xfrm>
          <a:off x="608013" y="3792538"/>
          <a:ext cx="2214562" cy="790575"/>
        </p:xfrm>
        <a:graphic>
          <a:graphicData uri="http://schemas.openxmlformats.org/presentationml/2006/ole">
            <mc:AlternateContent xmlns:mc="http://schemas.openxmlformats.org/markup-compatibility/2006">
              <mc:Choice xmlns:v="urn:schemas-microsoft-com:vml" Requires="v">
                <p:oleObj spid="_x0000_s39653" name="Equation" r:id="rId5" imgW="35052000" imgH="12192000" progId="Equation.DSMT4">
                  <p:embed/>
                </p:oleObj>
              </mc:Choice>
              <mc:Fallback>
                <p:oleObj name="Equation" r:id="rId5" imgW="35052000" imgH="12192000" progId="Equation.DSMT4">
                  <p:embed/>
                  <p:pic>
                    <p:nvPicPr>
                      <p:cNvPr id="0" name="图片 39634"/>
                      <p:cNvPicPr>
                        <a:picLocks noChangeAspect="1" noChangeArrowheads="1"/>
                      </p:cNvPicPr>
                      <p:nvPr/>
                    </p:nvPicPr>
                    <p:blipFill>
                      <a:blip r:embed="rId6"/>
                      <a:srcRect/>
                      <a:stretch>
                        <a:fillRect/>
                      </a:stretch>
                    </p:blipFill>
                    <p:spPr bwMode="auto">
                      <a:xfrm>
                        <a:off x="608013" y="3792538"/>
                        <a:ext cx="22145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312" name="Object 216"/>
          <p:cNvGraphicFramePr>
            <a:graphicFrameLocks noChangeAspect="1"/>
          </p:cNvGraphicFramePr>
          <p:nvPr/>
        </p:nvGraphicFramePr>
        <p:xfrm>
          <a:off x="295275" y="4437063"/>
          <a:ext cx="2382838" cy="1343025"/>
        </p:xfrm>
        <a:graphic>
          <a:graphicData uri="http://schemas.openxmlformats.org/presentationml/2006/ole">
            <mc:AlternateContent xmlns:mc="http://schemas.openxmlformats.org/markup-compatibility/2006">
              <mc:Choice xmlns:v="urn:schemas-microsoft-com:vml" Requires="v">
                <p:oleObj spid="_x0000_s39654" name="Equation" r:id="rId7" imgW="26212800" imgH="14020800" progId="Equation.DSMT4">
                  <p:embed/>
                </p:oleObj>
              </mc:Choice>
              <mc:Fallback>
                <p:oleObj name="Equation" r:id="rId7" imgW="26212800" imgH="14020800" progId="Equation.DSMT4">
                  <p:embed/>
                  <p:pic>
                    <p:nvPicPr>
                      <p:cNvPr id="0" name="图片 39635"/>
                      <p:cNvPicPr>
                        <a:picLocks noChangeAspect="1" noChangeArrowheads="1"/>
                      </p:cNvPicPr>
                      <p:nvPr/>
                    </p:nvPicPr>
                    <p:blipFill>
                      <a:blip r:embed="rId8"/>
                      <a:srcRect/>
                      <a:stretch>
                        <a:fillRect/>
                      </a:stretch>
                    </p:blipFill>
                    <p:spPr bwMode="auto">
                      <a:xfrm>
                        <a:off x="295275" y="4437063"/>
                        <a:ext cx="2382838"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2337" name="Group 241"/>
          <p:cNvGrpSpPr/>
          <p:nvPr/>
        </p:nvGrpSpPr>
        <p:grpSpPr bwMode="auto">
          <a:xfrm>
            <a:off x="325438" y="4191000"/>
            <a:ext cx="4214813" cy="1798638"/>
            <a:chOff x="205" y="2640"/>
            <a:chExt cx="2655" cy="1133"/>
          </a:xfrm>
        </p:grpSpPr>
        <p:grpSp>
          <p:nvGrpSpPr>
            <p:cNvPr id="21536" name="Group 219"/>
            <p:cNvGrpSpPr/>
            <p:nvPr/>
          </p:nvGrpSpPr>
          <p:grpSpPr bwMode="auto">
            <a:xfrm>
              <a:off x="205" y="3543"/>
              <a:ext cx="2655" cy="230"/>
              <a:chOff x="349" y="3543"/>
              <a:chExt cx="2655" cy="230"/>
            </a:xfrm>
          </p:grpSpPr>
          <p:graphicFrame>
            <p:nvGraphicFramePr>
              <p:cNvPr id="21540" name="Object 49"/>
              <p:cNvGraphicFramePr>
                <a:graphicFrameLocks noChangeAspect="1"/>
              </p:cNvGraphicFramePr>
              <p:nvPr/>
            </p:nvGraphicFramePr>
            <p:xfrm>
              <a:off x="349" y="3543"/>
              <a:ext cx="742" cy="226"/>
            </p:xfrm>
            <a:graphic>
              <a:graphicData uri="http://schemas.openxmlformats.org/presentationml/2006/ole">
                <mc:AlternateContent xmlns:mc="http://schemas.openxmlformats.org/markup-compatibility/2006">
                  <mc:Choice xmlns:v="urn:schemas-microsoft-com:vml" Requires="v">
                    <p:oleObj spid="_x0000_s39655" name="Equation" r:id="rId9" imgW="19202400" imgH="5486400" progId="Equation.DSMT4">
                      <p:embed/>
                    </p:oleObj>
                  </mc:Choice>
                  <mc:Fallback>
                    <p:oleObj name="Equation" r:id="rId9" imgW="19202400" imgH="5486400" progId="Equation.DSMT4">
                      <p:embed/>
                      <p:pic>
                        <p:nvPicPr>
                          <p:cNvPr id="0" name="图片 39636"/>
                          <p:cNvPicPr>
                            <a:picLocks noChangeAspect="1" noChangeArrowheads="1"/>
                          </p:cNvPicPr>
                          <p:nvPr/>
                        </p:nvPicPr>
                        <p:blipFill>
                          <a:blip r:embed="rId10"/>
                          <a:srcRect/>
                          <a:stretch>
                            <a:fillRect/>
                          </a:stretch>
                        </p:blipFill>
                        <p:spPr bwMode="auto">
                          <a:xfrm>
                            <a:off x="349" y="3543"/>
                            <a:ext cx="74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41" name="Object 50"/>
              <p:cNvGraphicFramePr>
                <a:graphicFrameLocks noChangeAspect="1"/>
              </p:cNvGraphicFramePr>
              <p:nvPr/>
            </p:nvGraphicFramePr>
            <p:xfrm>
              <a:off x="1261" y="3543"/>
              <a:ext cx="796" cy="221"/>
            </p:xfrm>
            <a:graphic>
              <a:graphicData uri="http://schemas.openxmlformats.org/presentationml/2006/ole">
                <mc:AlternateContent xmlns:mc="http://schemas.openxmlformats.org/markup-compatibility/2006">
                  <mc:Choice xmlns:v="urn:schemas-microsoft-com:vml" Requires="v">
                    <p:oleObj spid="_x0000_s39656" name="Equation" r:id="rId11" imgW="21031200" imgH="5486400" progId="Equation.DSMT4">
                      <p:embed/>
                    </p:oleObj>
                  </mc:Choice>
                  <mc:Fallback>
                    <p:oleObj name="Equation" r:id="rId11" imgW="21031200" imgH="5486400" progId="Equation.DSMT4">
                      <p:embed/>
                      <p:pic>
                        <p:nvPicPr>
                          <p:cNvPr id="0" name="图片 39637"/>
                          <p:cNvPicPr>
                            <a:picLocks noChangeAspect="1" noChangeArrowheads="1"/>
                          </p:cNvPicPr>
                          <p:nvPr/>
                        </p:nvPicPr>
                        <p:blipFill>
                          <a:blip r:embed="rId12"/>
                          <a:srcRect/>
                          <a:stretch>
                            <a:fillRect/>
                          </a:stretch>
                        </p:blipFill>
                        <p:spPr bwMode="auto">
                          <a:xfrm>
                            <a:off x="1261" y="3543"/>
                            <a:ext cx="79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42" name="Object 51"/>
              <p:cNvGraphicFramePr>
                <a:graphicFrameLocks noChangeAspect="1"/>
              </p:cNvGraphicFramePr>
              <p:nvPr/>
            </p:nvGraphicFramePr>
            <p:xfrm>
              <a:off x="2227" y="3543"/>
              <a:ext cx="777" cy="230"/>
            </p:xfrm>
            <a:graphic>
              <a:graphicData uri="http://schemas.openxmlformats.org/presentationml/2006/ole">
                <mc:AlternateContent xmlns:mc="http://schemas.openxmlformats.org/markup-compatibility/2006">
                  <mc:Choice xmlns:v="urn:schemas-microsoft-com:vml" Requires="v">
                    <p:oleObj spid="_x0000_s39657" name="Equation" r:id="rId13" imgW="19812000" imgH="5486400" progId="Equation.DSMT4">
                      <p:embed/>
                    </p:oleObj>
                  </mc:Choice>
                  <mc:Fallback>
                    <p:oleObj name="Equation" r:id="rId13" imgW="19812000" imgH="5486400" progId="Equation.DSMT4">
                      <p:embed/>
                      <p:pic>
                        <p:nvPicPr>
                          <p:cNvPr id="0" name="图片 39638"/>
                          <p:cNvPicPr>
                            <a:picLocks noChangeAspect="1" noChangeArrowheads="1"/>
                          </p:cNvPicPr>
                          <p:nvPr/>
                        </p:nvPicPr>
                        <p:blipFill>
                          <a:blip r:embed="rId14"/>
                          <a:srcRect/>
                          <a:stretch>
                            <a:fillRect/>
                          </a:stretch>
                        </p:blipFill>
                        <p:spPr bwMode="auto">
                          <a:xfrm>
                            <a:off x="2227" y="3543"/>
                            <a:ext cx="77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1537" name="Group 222"/>
            <p:cNvGrpSpPr/>
            <p:nvPr/>
          </p:nvGrpSpPr>
          <p:grpSpPr bwMode="auto">
            <a:xfrm>
              <a:off x="1968" y="2640"/>
              <a:ext cx="816" cy="768"/>
              <a:chOff x="1968" y="2640"/>
              <a:chExt cx="816" cy="768"/>
            </a:xfrm>
          </p:grpSpPr>
          <p:sp>
            <p:nvSpPr>
              <p:cNvPr id="21538" name="AutoShape 217"/>
              <p:cNvSpPr/>
              <p:nvPr/>
            </p:nvSpPr>
            <p:spPr bwMode="auto">
              <a:xfrm>
                <a:off x="1968" y="2640"/>
                <a:ext cx="144" cy="768"/>
              </a:xfrm>
              <a:prstGeom prst="rightBrace">
                <a:avLst>
                  <a:gd name="adj1" fmla="val 44444"/>
                  <a:gd name="adj2" fmla="val 50000"/>
                </a:avLst>
              </a:prstGeom>
              <a:noFill/>
              <a:ln w="19050">
                <a:solidFill>
                  <a:schemeClr val="accent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539" name="AutoShape 218"/>
              <p:cNvSpPr>
                <a:spLocks noChangeArrowheads="1"/>
              </p:cNvSpPr>
              <p:nvPr/>
            </p:nvSpPr>
            <p:spPr bwMode="auto">
              <a:xfrm>
                <a:off x="2208" y="2976"/>
                <a:ext cx="576" cy="144"/>
              </a:xfrm>
              <a:prstGeom prst="rightArrow">
                <a:avLst>
                  <a:gd name="adj1" fmla="val 50000"/>
                  <a:gd name="adj2" fmla="val 100000"/>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132317" name="Group 221"/>
          <p:cNvGrpSpPr/>
          <p:nvPr/>
        </p:nvGrpSpPr>
        <p:grpSpPr bwMode="auto">
          <a:xfrm>
            <a:off x="0" y="6134106"/>
            <a:ext cx="4433888" cy="396876"/>
            <a:chOff x="0" y="3887"/>
            <a:chExt cx="2793" cy="250"/>
          </a:xfrm>
        </p:grpSpPr>
        <p:graphicFrame>
          <p:nvGraphicFramePr>
            <p:cNvPr id="21532" name="Object 53"/>
            <p:cNvGraphicFramePr>
              <a:graphicFrameLocks noChangeAspect="1"/>
            </p:cNvGraphicFramePr>
            <p:nvPr/>
          </p:nvGraphicFramePr>
          <p:xfrm>
            <a:off x="477" y="3887"/>
            <a:ext cx="726" cy="228"/>
          </p:xfrm>
          <a:graphic>
            <a:graphicData uri="http://schemas.openxmlformats.org/presentationml/2006/ole">
              <mc:AlternateContent xmlns:mc="http://schemas.openxmlformats.org/markup-compatibility/2006">
                <mc:Choice xmlns:v="urn:schemas-microsoft-com:vml" Requires="v">
                  <p:oleObj spid="_x0000_s39658" name="Equation" r:id="rId15" imgW="18897600" imgH="5486400" progId="Equation.DSMT4">
                    <p:embed/>
                  </p:oleObj>
                </mc:Choice>
                <mc:Fallback>
                  <p:oleObj name="Equation" r:id="rId15" imgW="18897600" imgH="5486400" progId="Equation.DSMT4">
                    <p:embed/>
                    <p:pic>
                      <p:nvPicPr>
                        <p:cNvPr id="0" name="图片 39639"/>
                        <p:cNvPicPr>
                          <a:picLocks noChangeAspect="1" noChangeArrowheads="1"/>
                        </p:cNvPicPr>
                        <p:nvPr/>
                      </p:nvPicPr>
                      <p:blipFill>
                        <a:blip r:embed="rId16"/>
                        <a:srcRect/>
                        <a:stretch>
                          <a:fillRect/>
                        </a:stretch>
                      </p:blipFill>
                      <p:spPr bwMode="auto">
                        <a:xfrm>
                          <a:off x="477" y="3887"/>
                          <a:ext cx="72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3" name="Object 54"/>
            <p:cNvGraphicFramePr>
              <a:graphicFrameLocks noChangeAspect="1"/>
            </p:cNvGraphicFramePr>
            <p:nvPr/>
          </p:nvGraphicFramePr>
          <p:xfrm>
            <a:off x="1425" y="3897"/>
            <a:ext cx="733" cy="218"/>
          </p:xfrm>
          <a:graphic>
            <a:graphicData uri="http://schemas.openxmlformats.org/presentationml/2006/ole">
              <mc:AlternateContent xmlns:mc="http://schemas.openxmlformats.org/markup-compatibility/2006">
                <mc:Choice xmlns:v="urn:schemas-microsoft-com:vml" Requires="v">
                  <p:oleObj spid="_x0000_s39659" name="Equation" r:id="rId17" imgW="19812000" imgH="5486400" progId="Equation.DSMT4">
                    <p:embed/>
                  </p:oleObj>
                </mc:Choice>
                <mc:Fallback>
                  <p:oleObj name="Equation" r:id="rId17" imgW="19812000" imgH="5486400" progId="Equation.DSMT4">
                    <p:embed/>
                    <p:pic>
                      <p:nvPicPr>
                        <p:cNvPr id="0" name="图片 39640"/>
                        <p:cNvPicPr>
                          <a:picLocks noChangeAspect="1" noChangeArrowheads="1"/>
                        </p:cNvPicPr>
                        <p:nvPr/>
                      </p:nvPicPr>
                      <p:blipFill>
                        <a:blip r:embed="rId18"/>
                        <a:srcRect/>
                        <a:stretch>
                          <a:fillRect/>
                        </a:stretch>
                      </p:blipFill>
                      <p:spPr bwMode="auto">
                        <a:xfrm>
                          <a:off x="1425" y="3897"/>
                          <a:ext cx="73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4" name="Object 55"/>
            <p:cNvGraphicFramePr>
              <a:graphicFrameLocks noChangeAspect="1"/>
            </p:cNvGraphicFramePr>
            <p:nvPr/>
          </p:nvGraphicFramePr>
          <p:xfrm>
            <a:off x="2344" y="3919"/>
            <a:ext cx="449" cy="218"/>
          </p:xfrm>
          <a:graphic>
            <a:graphicData uri="http://schemas.openxmlformats.org/presentationml/2006/ole">
              <mc:AlternateContent xmlns:mc="http://schemas.openxmlformats.org/markup-compatibility/2006">
                <mc:Choice xmlns:v="urn:schemas-microsoft-com:vml" Requires="v">
                  <p:oleObj spid="_x0000_s39660" name="Equation" r:id="rId19" imgW="11887200" imgH="5486400" progId="Equation.DSMT4">
                    <p:embed/>
                  </p:oleObj>
                </mc:Choice>
                <mc:Fallback>
                  <p:oleObj name="Equation" r:id="rId19" imgW="11887200" imgH="5486400" progId="Equation.DSMT4">
                    <p:embed/>
                    <p:pic>
                      <p:nvPicPr>
                        <p:cNvPr id="0" name="图片 39641"/>
                        <p:cNvPicPr>
                          <a:picLocks noChangeAspect="1" noChangeArrowheads="1"/>
                        </p:cNvPicPr>
                        <p:nvPr/>
                      </p:nvPicPr>
                      <p:blipFill>
                        <a:blip r:embed="rId20"/>
                        <a:srcRect/>
                        <a:stretch>
                          <a:fillRect/>
                        </a:stretch>
                      </p:blipFill>
                      <p:spPr bwMode="auto">
                        <a:xfrm>
                          <a:off x="2344" y="3919"/>
                          <a:ext cx="44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35" name="AutoShape 220"/>
            <p:cNvSpPr>
              <a:spLocks noChangeArrowheads="1"/>
            </p:cNvSpPr>
            <p:nvPr/>
          </p:nvSpPr>
          <p:spPr bwMode="auto">
            <a:xfrm>
              <a:off x="0" y="3936"/>
              <a:ext cx="384" cy="96"/>
            </a:xfrm>
            <a:prstGeom prst="rightArrow">
              <a:avLst>
                <a:gd name="adj1" fmla="val 50000"/>
                <a:gd name="adj2" fmla="val 100000"/>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32322" name="Rectangle 226"/>
          <p:cNvSpPr>
            <a:spLocks noChangeArrowheads="1"/>
          </p:cNvSpPr>
          <p:nvPr/>
        </p:nvSpPr>
        <p:spPr bwMode="auto">
          <a:xfrm>
            <a:off x="4648200" y="3352800"/>
            <a:ext cx="342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对图</a:t>
            </a:r>
            <a:r>
              <a:rPr lang="en-US" altLang="zh-CN" sz="2000">
                <a:latin typeface="宋体" panose="02010600030101010101" pitchFamily="2" charset="-122"/>
              </a:rPr>
              <a:t>(b)</a:t>
            </a:r>
            <a:r>
              <a:rPr lang="zh-CN" altLang="en-US" sz="2000">
                <a:latin typeface="宋体" panose="02010600030101010101" pitchFamily="2" charset="-122"/>
              </a:rPr>
              <a:t>列节点电压方程： </a:t>
            </a:r>
          </a:p>
        </p:txBody>
      </p:sp>
      <p:graphicFrame>
        <p:nvGraphicFramePr>
          <p:cNvPr id="132323" name="Object 227"/>
          <p:cNvGraphicFramePr>
            <a:graphicFrameLocks noChangeAspect="1"/>
          </p:cNvGraphicFramePr>
          <p:nvPr/>
        </p:nvGraphicFramePr>
        <p:xfrm>
          <a:off x="5024438" y="3792538"/>
          <a:ext cx="2447925" cy="825500"/>
        </p:xfrm>
        <a:graphic>
          <a:graphicData uri="http://schemas.openxmlformats.org/presentationml/2006/ole">
            <mc:AlternateContent xmlns:mc="http://schemas.openxmlformats.org/markup-compatibility/2006">
              <mc:Choice xmlns:v="urn:schemas-microsoft-com:vml" Requires="v">
                <p:oleObj spid="_x0000_s39661" name="Equation" r:id="rId21" imgW="37185600" imgH="12192000" progId="Equation.DSMT4">
                  <p:embed/>
                </p:oleObj>
              </mc:Choice>
              <mc:Fallback>
                <p:oleObj name="Equation" r:id="rId21" imgW="37185600" imgH="12192000" progId="Equation.DSMT4">
                  <p:embed/>
                  <p:pic>
                    <p:nvPicPr>
                      <p:cNvPr id="0" name="图片 39642"/>
                      <p:cNvPicPr>
                        <a:picLocks noChangeAspect="1" noChangeArrowheads="1"/>
                      </p:cNvPicPr>
                      <p:nvPr/>
                    </p:nvPicPr>
                    <p:blipFill>
                      <a:blip r:embed="rId22"/>
                      <a:srcRect/>
                      <a:stretch>
                        <a:fillRect/>
                      </a:stretch>
                    </p:blipFill>
                    <p:spPr bwMode="auto">
                      <a:xfrm>
                        <a:off x="5024438" y="3792538"/>
                        <a:ext cx="24479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331" name="Object 235"/>
          <p:cNvGraphicFramePr>
            <a:graphicFrameLocks noChangeAspect="1"/>
          </p:cNvGraphicFramePr>
          <p:nvPr/>
        </p:nvGraphicFramePr>
        <p:xfrm>
          <a:off x="5089525" y="4711700"/>
          <a:ext cx="1409700" cy="749300"/>
        </p:xfrm>
        <a:graphic>
          <a:graphicData uri="http://schemas.openxmlformats.org/presentationml/2006/ole">
            <mc:AlternateContent xmlns:mc="http://schemas.openxmlformats.org/markup-compatibility/2006">
              <mc:Choice xmlns:v="urn:schemas-microsoft-com:vml" Requires="v">
                <p:oleObj spid="_x0000_s39662" name="Equation" r:id="rId23" imgW="22250400" imgH="11582400" progId="Equation.DSMT4">
                  <p:embed/>
                </p:oleObj>
              </mc:Choice>
              <mc:Fallback>
                <p:oleObj name="Equation" r:id="rId23" imgW="22250400" imgH="11582400" progId="Equation.DSMT4">
                  <p:embed/>
                  <p:pic>
                    <p:nvPicPr>
                      <p:cNvPr id="0" name="图片 39643"/>
                      <p:cNvPicPr>
                        <a:picLocks noChangeAspect="1" noChangeArrowheads="1"/>
                      </p:cNvPicPr>
                      <p:nvPr/>
                    </p:nvPicPr>
                    <p:blipFill>
                      <a:blip r:embed="rId24"/>
                      <a:srcRect/>
                      <a:stretch>
                        <a:fillRect/>
                      </a:stretch>
                    </p:blipFill>
                    <p:spPr bwMode="auto">
                      <a:xfrm>
                        <a:off x="5089525" y="4711700"/>
                        <a:ext cx="14097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2338" name="Group 242"/>
          <p:cNvGrpSpPr/>
          <p:nvPr/>
        </p:nvGrpSpPr>
        <p:grpSpPr bwMode="auto">
          <a:xfrm>
            <a:off x="4781550" y="4114801"/>
            <a:ext cx="4365624" cy="1905001"/>
            <a:chOff x="3012" y="2592"/>
            <a:chExt cx="2750" cy="1200"/>
          </a:xfrm>
        </p:grpSpPr>
        <p:graphicFrame>
          <p:nvGraphicFramePr>
            <p:cNvPr id="21528" name="Object 232"/>
            <p:cNvGraphicFramePr>
              <a:graphicFrameLocks noChangeAspect="1"/>
            </p:cNvGraphicFramePr>
            <p:nvPr/>
          </p:nvGraphicFramePr>
          <p:xfrm>
            <a:off x="3012" y="3542"/>
            <a:ext cx="2750" cy="250"/>
          </p:xfrm>
          <a:graphic>
            <a:graphicData uri="http://schemas.openxmlformats.org/presentationml/2006/ole">
              <mc:AlternateContent xmlns:mc="http://schemas.openxmlformats.org/markup-compatibility/2006">
                <mc:Choice xmlns:v="urn:schemas-microsoft-com:vml" Requires="v">
                  <p:oleObj spid="_x0000_s39663" name="Equation" r:id="rId25" imgW="65227200" imgH="5486400" progId="Equation.DSMT4">
                    <p:embed/>
                  </p:oleObj>
                </mc:Choice>
                <mc:Fallback>
                  <p:oleObj name="Equation" r:id="rId25" imgW="65227200" imgH="5486400" progId="Equation.DSMT4">
                    <p:embed/>
                    <p:pic>
                      <p:nvPicPr>
                        <p:cNvPr id="0" name="图片 39644"/>
                        <p:cNvPicPr>
                          <a:picLocks noChangeAspect="1" noChangeArrowheads="1"/>
                        </p:cNvPicPr>
                        <p:nvPr/>
                      </p:nvPicPr>
                      <p:blipFill>
                        <a:blip r:embed="rId26"/>
                        <a:srcRect/>
                        <a:stretch>
                          <a:fillRect/>
                        </a:stretch>
                      </p:blipFill>
                      <p:spPr bwMode="auto">
                        <a:xfrm>
                          <a:off x="3012" y="3542"/>
                          <a:ext cx="27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529" name="Group 236"/>
            <p:cNvGrpSpPr/>
            <p:nvPr/>
          </p:nvGrpSpPr>
          <p:grpSpPr bwMode="auto">
            <a:xfrm>
              <a:off x="4704" y="2592"/>
              <a:ext cx="816" cy="768"/>
              <a:chOff x="1968" y="2640"/>
              <a:chExt cx="816" cy="768"/>
            </a:xfrm>
          </p:grpSpPr>
          <p:sp>
            <p:nvSpPr>
              <p:cNvPr id="21530" name="AutoShape 237"/>
              <p:cNvSpPr/>
              <p:nvPr/>
            </p:nvSpPr>
            <p:spPr bwMode="auto">
              <a:xfrm>
                <a:off x="1968" y="2640"/>
                <a:ext cx="144" cy="768"/>
              </a:xfrm>
              <a:prstGeom prst="rightBrace">
                <a:avLst>
                  <a:gd name="adj1" fmla="val 44444"/>
                  <a:gd name="adj2" fmla="val 50000"/>
                </a:avLst>
              </a:prstGeom>
              <a:noFill/>
              <a:ln w="19050">
                <a:solidFill>
                  <a:schemeClr val="accent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531" name="AutoShape 238"/>
              <p:cNvSpPr>
                <a:spLocks noChangeArrowheads="1"/>
              </p:cNvSpPr>
              <p:nvPr/>
            </p:nvSpPr>
            <p:spPr bwMode="auto">
              <a:xfrm>
                <a:off x="2208" y="2976"/>
                <a:ext cx="576" cy="144"/>
              </a:xfrm>
              <a:prstGeom prst="rightArrow">
                <a:avLst>
                  <a:gd name="adj1" fmla="val 50000"/>
                  <a:gd name="adj2" fmla="val 100000"/>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132336" name="Group 240"/>
          <p:cNvGrpSpPr/>
          <p:nvPr/>
        </p:nvGrpSpPr>
        <p:grpSpPr bwMode="auto">
          <a:xfrm>
            <a:off x="4495800" y="6154738"/>
            <a:ext cx="4683125" cy="412750"/>
            <a:chOff x="2832" y="3877"/>
            <a:chExt cx="2950" cy="260"/>
          </a:xfrm>
        </p:grpSpPr>
        <p:graphicFrame>
          <p:nvGraphicFramePr>
            <p:cNvPr id="21524" name="Object 228"/>
            <p:cNvGraphicFramePr>
              <a:graphicFrameLocks noChangeAspect="1"/>
            </p:cNvGraphicFramePr>
            <p:nvPr/>
          </p:nvGraphicFramePr>
          <p:xfrm>
            <a:off x="3165" y="3878"/>
            <a:ext cx="774" cy="234"/>
          </p:xfrm>
          <a:graphic>
            <a:graphicData uri="http://schemas.openxmlformats.org/presentationml/2006/ole">
              <mc:AlternateContent xmlns:mc="http://schemas.openxmlformats.org/markup-compatibility/2006">
                <mc:Choice xmlns:v="urn:schemas-microsoft-com:vml" Requires="v">
                  <p:oleObj spid="_x0000_s39664" name="Equation" r:id="rId27" imgW="17068800" imgH="5486400" progId="Equation.DSMT4">
                    <p:embed/>
                  </p:oleObj>
                </mc:Choice>
                <mc:Fallback>
                  <p:oleObj name="Equation" r:id="rId27" imgW="17068800" imgH="5486400" progId="Equation.DSMT4">
                    <p:embed/>
                    <p:pic>
                      <p:nvPicPr>
                        <p:cNvPr id="0" name="图片 39645"/>
                        <p:cNvPicPr>
                          <a:picLocks noChangeAspect="1" noChangeArrowheads="1"/>
                        </p:cNvPicPr>
                        <p:nvPr/>
                      </p:nvPicPr>
                      <p:blipFill>
                        <a:blip r:embed="rId28"/>
                        <a:srcRect/>
                        <a:stretch>
                          <a:fillRect/>
                        </a:stretch>
                      </p:blipFill>
                      <p:spPr bwMode="auto">
                        <a:xfrm>
                          <a:off x="3165" y="3878"/>
                          <a:ext cx="77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25" name="Object 229"/>
            <p:cNvGraphicFramePr>
              <a:graphicFrameLocks noChangeAspect="1"/>
            </p:cNvGraphicFramePr>
            <p:nvPr/>
          </p:nvGraphicFramePr>
          <p:xfrm>
            <a:off x="3974" y="3878"/>
            <a:ext cx="932" cy="230"/>
          </p:xfrm>
          <a:graphic>
            <a:graphicData uri="http://schemas.openxmlformats.org/presentationml/2006/ole">
              <mc:AlternateContent xmlns:mc="http://schemas.openxmlformats.org/markup-compatibility/2006">
                <mc:Choice xmlns:v="urn:schemas-microsoft-com:vml" Requires="v">
                  <p:oleObj spid="_x0000_s39665" name="Equation" r:id="rId29" imgW="21031200" imgH="5486400" progId="Equation.DSMT4">
                    <p:embed/>
                  </p:oleObj>
                </mc:Choice>
                <mc:Fallback>
                  <p:oleObj name="Equation" r:id="rId29" imgW="21031200" imgH="5486400" progId="Equation.DSMT4">
                    <p:embed/>
                    <p:pic>
                      <p:nvPicPr>
                        <p:cNvPr id="0" name="图片 39646"/>
                        <p:cNvPicPr>
                          <a:picLocks noChangeAspect="1" noChangeArrowheads="1"/>
                        </p:cNvPicPr>
                        <p:nvPr/>
                      </p:nvPicPr>
                      <p:blipFill>
                        <a:blip r:embed="rId30"/>
                        <a:srcRect/>
                        <a:stretch>
                          <a:fillRect/>
                        </a:stretch>
                      </p:blipFill>
                      <p:spPr bwMode="auto">
                        <a:xfrm>
                          <a:off x="3974" y="3878"/>
                          <a:ext cx="93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26" name="Object 230"/>
            <p:cNvGraphicFramePr>
              <a:graphicFrameLocks noChangeAspect="1"/>
            </p:cNvGraphicFramePr>
            <p:nvPr/>
          </p:nvGraphicFramePr>
          <p:xfrm>
            <a:off x="4875" y="3877"/>
            <a:ext cx="907" cy="260"/>
          </p:xfrm>
          <a:graphic>
            <a:graphicData uri="http://schemas.openxmlformats.org/presentationml/2006/ole">
              <mc:AlternateContent xmlns:mc="http://schemas.openxmlformats.org/markup-compatibility/2006">
                <mc:Choice xmlns:v="urn:schemas-microsoft-com:vml" Requires="v">
                  <p:oleObj spid="_x0000_s39666" name="Equation" r:id="rId31" imgW="17983200" imgH="5486400" progId="Equation.DSMT4">
                    <p:embed/>
                  </p:oleObj>
                </mc:Choice>
                <mc:Fallback>
                  <p:oleObj name="Equation" r:id="rId31" imgW="17983200" imgH="5486400" progId="Equation.DSMT4">
                    <p:embed/>
                    <p:pic>
                      <p:nvPicPr>
                        <p:cNvPr id="0" name="图片 39647"/>
                        <p:cNvPicPr>
                          <a:picLocks noChangeAspect="1" noChangeArrowheads="1"/>
                        </p:cNvPicPr>
                        <p:nvPr/>
                      </p:nvPicPr>
                      <p:blipFill>
                        <a:blip r:embed="rId32"/>
                        <a:srcRect/>
                        <a:stretch>
                          <a:fillRect/>
                        </a:stretch>
                      </p:blipFill>
                      <p:spPr bwMode="auto">
                        <a:xfrm>
                          <a:off x="4875" y="3877"/>
                          <a:ext cx="90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7" name="AutoShape 239"/>
            <p:cNvSpPr>
              <a:spLocks noChangeArrowheads="1"/>
            </p:cNvSpPr>
            <p:nvPr/>
          </p:nvSpPr>
          <p:spPr bwMode="auto">
            <a:xfrm>
              <a:off x="2832" y="3984"/>
              <a:ext cx="336" cy="48"/>
            </a:xfrm>
            <a:prstGeom prst="rightArrow">
              <a:avLst>
                <a:gd name="adj1" fmla="val 50000"/>
                <a:gd name="adj2" fmla="val 175000"/>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32345" name="Rectangle 249"/>
          <p:cNvSpPr>
            <a:spLocks noChangeArrowheads="1"/>
          </p:cNvSpPr>
          <p:nvPr/>
        </p:nvSpPr>
        <p:spPr bwMode="auto">
          <a:xfrm>
            <a:off x="323850" y="692150"/>
            <a:ext cx="8280400" cy="7112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zh-CN" altLang="en-US" sz="2000">
                <a:solidFill>
                  <a:schemeClr val="tx2"/>
                </a:solidFill>
                <a:latin typeface="Times New Roman" panose="02020603050405020304" pitchFamily="18" charset="0"/>
                <a:ea typeface="楷体_GB2312" pitchFamily="49" charset="-122"/>
              </a:rPr>
              <a:t>基本要求：熟练掌握互易二端口的</a:t>
            </a:r>
            <a:r>
              <a:rPr kumimoji="1" lang="en-US" altLang="zh-CN" sz="2000">
                <a:solidFill>
                  <a:schemeClr val="tx2"/>
                </a:solidFill>
                <a:latin typeface="Times New Roman" panose="02020603050405020304" pitchFamily="18" charset="0"/>
                <a:ea typeface="楷体_GB2312" pitchFamily="49" charset="-122"/>
              </a:rPr>
              <a:t>T</a:t>
            </a:r>
            <a:r>
              <a:rPr kumimoji="1" lang="zh-CN" altLang="en-US" sz="2000">
                <a:solidFill>
                  <a:schemeClr val="tx2"/>
                </a:solidFill>
                <a:latin typeface="Times New Roman" panose="02020603050405020304" pitchFamily="18" charset="0"/>
                <a:ea typeface="楷体_GB2312" pitchFamily="49" charset="-122"/>
              </a:rPr>
              <a:t>形和</a:t>
            </a:r>
            <a:r>
              <a:rPr kumimoji="1" lang="en-US" altLang="zh-CN" sz="2000">
                <a:solidFill>
                  <a:schemeClr val="tx2"/>
                </a:solidFill>
                <a:latin typeface="Times New Roman" panose="02020603050405020304" pitchFamily="18" charset="0"/>
                <a:ea typeface="楷体_GB2312" pitchFamily="49" charset="-122"/>
              </a:rPr>
              <a:t>Π</a:t>
            </a:r>
            <a:r>
              <a:rPr kumimoji="1" lang="zh-CN" altLang="en-US" sz="2000">
                <a:solidFill>
                  <a:schemeClr val="tx2"/>
                </a:solidFill>
                <a:latin typeface="Times New Roman" panose="02020603050405020304" pitchFamily="18" charset="0"/>
                <a:ea typeface="楷体_GB2312" pitchFamily="49" charset="-122"/>
              </a:rPr>
              <a:t>形等效电路，一般了解非互易网络的等效电路。</a:t>
            </a:r>
          </a:p>
        </p:txBody>
      </p:sp>
      <p:grpSp>
        <p:nvGrpSpPr>
          <p:cNvPr id="132351" name="Group 255"/>
          <p:cNvGrpSpPr/>
          <p:nvPr/>
        </p:nvGrpSpPr>
        <p:grpSpPr bwMode="auto">
          <a:xfrm>
            <a:off x="0" y="1341438"/>
            <a:ext cx="8462963" cy="2087562"/>
            <a:chOff x="0" y="845"/>
            <a:chExt cx="5331" cy="1315"/>
          </a:xfrm>
        </p:grpSpPr>
        <p:sp>
          <p:nvSpPr>
            <p:cNvPr id="21521" name="Text Box 46"/>
            <p:cNvSpPr txBox="1">
              <a:spLocks noChangeArrowheads="1"/>
            </p:cNvSpPr>
            <p:nvPr/>
          </p:nvSpPr>
          <p:spPr bwMode="auto">
            <a:xfrm>
              <a:off x="0" y="864"/>
              <a:ext cx="2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latin typeface="宋体" panose="02010600030101010101" pitchFamily="2" charset="-122"/>
                </a:rPr>
                <a:t>1.</a:t>
              </a:r>
              <a:r>
                <a:rPr lang="zh-CN" altLang="en-US" sz="2000" b="1">
                  <a:latin typeface="宋体" panose="02010600030101010101" pitchFamily="2" charset="-122"/>
                </a:rPr>
                <a:t>给定</a:t>
              </a:r>
              <a:r>
                <a:rPr lang="en-US" altLang="zh-CN" sz="2000" b="1" i="1">
                  <a:latin typeface="宋体" panose="02010600030101010101" pitchFamily="2" charset="-122"/>
                </a:rPr>
                <a:t>Z</a:t>
              </a:r>
              <a:r>
                <a:rPr lang="zh-CN" altLang="en-US" sz="2000" b="1">
                  <a:latin typeface="宋体" panose="02010600030101010101" pitchFamily="2" charset="-122"/>
                </a:rPr>
                <a:t>参数宜选用</a:t>
              </a:r>
              <a:r>
                <a:rPr lang="en-US" altLang="zh-CN" sz="2000" b="1">
                  <a:latin typeface="宋体" panose="02010600030101010101" pitchFamily="2" charset="-122"/>
                </a:rPr>
                <a:t>T</a:t>
              </a:r>
              <a:r>
                <a:rPr lang="zh-CN" altLang="en-US" sz="2000" b="1">
                  <a:latin typeface="宋体" panose="02010600030101010101" pitchFamily="2" charset="-122"/>
                </a:rPr>
                <a:t>形等效电路</a:t>
              </a:r>
            </a:p>
          </p:txBody>
        </p:sp>
        <p:sp>
          <p:nvSpPr>
            <p:cNvPr id="21522" name="Text Box 223"/>
            <p:cNvSpPr txBox="1">
              <a:spLocks noChangeArrowheads="1"/>
            </p:cNvSpPr>
            <p:nvPr/>
          </p:nvSpPr>
          <p:spPr bwMode="auto">
            <a:xfrm>
              <a:off x="2835" y="845"/>
              <a:ext cx="24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latin typeface="宋体" panose="02010600030101010101" pitchFamily="2" charset="-122"/>
                </a:rPr>
                <a:t>2.</a:t>
              </a:r>
              <a:r>
                <a:rPr lang="zh-CN" altLang="en-US" sz="2000" b="1">
                  <a:latin typeface="宋体" panose="02010600030101010101" pitchFamily="2" charset="-122"/>
                </a:rPr>
                <a:t>给定</a:t>
              </a:r>
              <a:r>
                <a:rPr lang="en-US" altLang="zh-CN" sz="2000" b="1" i="1">
                  <a:latin typeface="宋体" panose="02010600030101010101" pitchFamily="2" charset="-122"/>
                </a:rPr>
                <a:t>Y </a:t>
              </a:r>
              <a:r>
                <a:rPr lang="zh-CN" altLang="en-US" sz="2000" b="1">
                  <a:latin typeface="宋体" panose="02010600030101010101" pitchFamily="2" charset="-122"/>
                </a:rPr>
                <a:t>参数宜选</a:t>
              </a:r>
              <a:r>
                <a:rPr lang="en-US" altLang="zh-CN" sz="2000" b="1">
                  <a:latin typeface="宋体" panose="02010600030101010101" pitchFamily="2" charset="-122"/>
                </a:rPr>
                <a:t>Π</a:t>
              </a:r>
              <a:r>
                <a:rPr lang="zh-CN" altLang="en-US" sz="2000" b="1">
                  <a:latin typeface="宋体" panose="02010600030101010101" pitchFamily="2" charset="-122"/>
                </a:rPr>
                <a:t>形等效电路</a:t>
              </a:r>
            </a:p>
          </p:txBody>
        </p:sp>
        <p:graphicFrame>
          <p:nvGraphicFramePr>
            <p:cNvPr id="21523" name="Object 250"/>
            <p:cNvGraphicFramePr>
              <a:graphicFrameLocks noChangeAspect="1"/>
            </p:cNvGraphicFramePr>
            <p:nvPr/>
          </p:nvGraphicFramePr>
          <p:xfrm>
            <a:off x="912" y="1046"/>
            <a:ext cx="3584" cy="1114"/>
          </p:xfrm>
          <a:graphic>
            <a:graphicData uri="http://schemas.openxmlformats.org/presentationml/2006/ole">
              <mc:AlternateContent xmlns:mc="http://schemas.openxmlformats.org/markup-compatibility/2006">
                <mc:Choice xmlns:v="urn:schemas-microsoft-com:vml" Requires="v">
                  <p:oleObj spid="_x0000_s39667" name="Visio" r:id="rId33" imgW="6210300" imgH="1981200" progId="Visio.Drawing.11">
                    <p:embed/>
                  </p:oleObj>
                </mc:Choice>
                <mc:Fallback>
                  <p:oleObj name="Visio" r:id="rId33" imgW="6210300" imgH="1981200" progId="Visio.Drawing.11">
                    <p:embed/>
                    <p:pic>
                      <p:nvPicPr>
                        <p:cNvPr id="0" name="图片 39648"/>
                        <p:cNvPicPr>
                          <a:picLocks noChangeAspect="1" noChangeArrowheads="1"/>
                        </p:cNvPicPr>
                        <p:nvPr/>
                      </p:nvPicPr>
                      <p:blipFill>
                        <a:blip r:embed="rId34"/>
                        <a:srcRect/>
                        <a:stretch>
                          <a:fillRect/>
                        </a:stretch>
                      </p:blipFill>
                      <p:spPr bwMode="auto">
                        <a:xfrm>
                          <a:off x="912" y="1046"/>
                          <a:ext cx="3584" cy="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32134"/>
                                        </p:tgtEl>
                                        <p:attrNameLst>
                                          <p:attrName>style.visibility</p:attrName>
                                        </p:attrNameLst>
                                      </p:cBhvr>
                                      <p:to>
                                        <p:strVal val="visible"/>
                                      </p:to>
                                    </p:set>
                                    <p:animEffect transition="in" filter="blinds(horizontal)">
                                      <p:cBhvr>
                                        <p:cTn id="7" dur="500"/>
                                        <p:tgtEl>
                                          <p:spTgt spid="13213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2345"/>
                                        </p:tgtEl>
                                        <p:attrNameLst>
                                          <p:attrName>style.visibility</p:attrName>
                                        </p:attrNameLst>
                                      </p:cBhvr>
                                      <p:to>
                                        <p:strVal val="visible"/>
                                      </p:to>
                                    </p:set>
                                    <p:anim calcmode="lin" valueType="num">
                                      <p:cBhvr additive="base">
                                        <p:cTn id="12" dur="500" fill="hold"/>
                                        <p:tgtEl>
                                          <p:spTgt spid="132345"/>
                                        </p:tgtEl>
                                        <p:attrNameLst>
                                          <p:attrName>ppt_x</p:attrName>
                                        </p:attrNameLst>
                                      </p:cBhvr>
                                      <p:tavLst>
                                        <p:tav tm="0">
                                          <p:val>
                                            <p:strVal val="0-#ppt_w/2"/>
                                          </p:val>
                                        </p:tav>
                                        <p:tav tm="100000">
                                          <p:val>
                                            <p:strVal val="#ppt_x"/>
                                          </p:val>
                                        </p:tav>
                                      </p:tavLst>
                                    </p:anim>
                                    <p:anim calcmode="lin" valueType="num">
                                      <p:cBhvr additive="base">
                                        <p:cTn id="13" dur="500" fill="hold"/>
                                        <p:tgtEl>
                                          <p:spTgt spid="13234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32351"/>
                                        </p:tgtEl>
                                        <p:attrNameLst>
                                          <p:attrName>style.visibility</p:attrName>
                                        </p:attrNameLst>
                                      </p:cBhvr>
                                      <p:to>
                                        <p:strVal val="visible"/>
                                      </p:to>
                                    </p:set>
                                    <p:anim calcmode="lin" valueType="num">
                                      <p:cBhvr additive="base">
                                        <p:cTn id="18" dur="500" fill="hold"/>
                                        <p:tgtEl>
                                          <p:spTgt spid="132351"/>
                                        </p:tgtEl>
                                        <p:attrNameLst>
                                          <p:attrName>ppt_x</p:attrName>
                                        </p:attrNameLst>
                                      </p:cBhvr>
                                      <p:tavLst>
                                        <p:tav tm="0">
                                          <p:val>
                                            <p:strVal val="0-#ppt_w/2"/>
                                          </p:val>
                                        </p:tav>
                                        <p:tav tm="100000">
                                          <p:val>
                                            <p:strVal val="#ppt_x"/>
                                          </p:val>
                                        </p:tav>
                                      </p:tavLst>
                                    </p:anim>
                                    <p:anim calcmode="lin" valueType="num">
                                      <p:cBhvr additive="base">
                                        <p:cTn id="19" dur="500" fill="hold"/>
                                        <p:tgtEl>
                                          <p:spTgt spid="13235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32107"/>
                                        </p:tgtEl>
                                        <p:attrNameLst>
                                          <p:attrName>style.visibility</p:attrName>
                                        </p:attrNameLst>
                                      </p:cBhvr>
                                      <p:to>
                                        <p:strVal val="visible"/>
                                      </p:to>
                                    </p:set>
                                    <p:anim calcmode="lin" valueType="num">
                                      <p:cBhvr additive="base">
                                        <p:cTn id="24" dur="500" fill="hold"/>
                                        <p:tgtEl>
                                          <p:spTgt spid="132107"/>
                                        </p:tgtEl>
                                        <p:attrNameLst>
                                          <p:attrName>ppt_x</p:attrName>
                                        </p:attrNameLst>
                                      </p:cBhvr>
                                      <p:tavLst>
                                        <p:tav tm="0">
                                          <p:val>
                                            <p:strVal val="0-#ppt_w/2"/>
                                          </p:val>
                                        </p:tav>
                                        <p:tav tm="100000">
                                          <p:val>
                                            <p:strVal val="#ppt_x"/>
                                          </p:val>
                                        </p:tav>
                                      </p:tavLst>
                                    </p:anim>
                                    <p:anim calcmode="lin" valueType="num">
                                      <p:cBhvr additive="base">
                                        <p:cTn id="25" dur="500" fill="hold"/>
                                        <p:tgtEl>
                                          <p:spTgt spid="13210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32138"/>
                                        </p:tgtEl>
                                        <p:attrNameLst>
                                          <p:attrName>style.visibility</p:attrName>
                                        </p:attrNameLst>
                                      </p:cBhvr>
                                      <p:to>
                                        <p:strVal val="visible"/>
                                      </p:to>
                                    </p:set>
                                    <p:anim calcmode="lin" valueType="num">
                                      <p:cBhvr additive="base">
                                        <p:cTn id="30" dur="500" fill="hold"/>
                                        <p:tgtEl>
                                          <p:spTgt spid="132138"/>
                                        </p:tgtEl>
                                        <p:attrNameLst>
                                          <p:attrName>ppt_x</p:attrName>
                                        </p:attrNameLst>
                                      </p:cBhvr>
                                      <p:tavLst>
                                        <p:tav tm="0">
                                          <p:val>
                                            <p:strVal val="0-#ppt_w/2"/>
                                          </p:val>
                                        </p:tav>
                                        <p:tav tm="100000">
                                          <p:val>
                                            <p:strVal val="#ppt_x"/>
                                          </p:val>
                                        </p:tav>
                                      </p:tavLst>
                                    </p:anim>
                                    <p:anim calcmode="lin" valueType="num">
                                      <p:cBhvr additive="base">
                                        <p:cTn id="31" dur="500" fill="hold"/>
                                        <p:tgtEl>
                                          <p:spTgt spid="13213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32312"/>
                                        </p:tgtEl>
                                        <p:attrNameLst>
                                          <p:attrName>style.visibility</p:attrName>
                                        </p:attrNameLst>
                                      </p:cBhvr>
                                      <p:to>
                                        <p:strVal val="visible"/>
                                      </p:to>
                                    </p:set>
                                    <p:anim calcmode="lin" valueType="num">
                                      <p:cBhvr additive="base">
                                        <p:cTn id="36" dur="500" fill="hold"/>
                                        <p:tgtEl>
                                          <p:spTgt spid="132312"/>
                                        </p:tgtEl>
                                        <p:attrNameLst>
                                          <p:attrName>ppt_x</p:attrName>
                                        </p:attrNameLst>
                                      </p:cBhvr>
                                      <p:tavLst>
                                        <p:tav tm="0">
                                          <p:val>
                                            <p:strVal val="0-#ppt_w/2"/>
                                          </p:val>
                                        </p:tav>
                                        <p:tav tm="100000">
                                          <p:val>
                                            <p:strVal val="#ppt_x"/>
                                          </p:val>
                                        </p:tav>
                                      </p:tavLst>
                                    </p:anim>
                                    <p:anim calcmode="lin" valueType="num">
                                      <p:cBhvr additive="base">
                                        <p:cTn id="37" dur="500" fill="hold"/>
                                        <p:tgtEl>
                                          <p:spTgt spid="132312"/>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32337"/>
                                        </p:tgtEl>
                                        <p:attrNameLst>
                                          <p:attrName>style.visibility</p:attrName>
                                        </p:attrNameLst>
                                      </p:cBhvr>
                                      <p:to>
                                        <p:strVal val="visible"/>
                                      </p:to>
                                    </p:set>
                                    <p:animEffect transition="in" filter="checkerboard(across)">
                                      <p:cBhvr>
                                        <p:cTn id="42" dur="500"/>
                                        <p:tgtEl>
                                          <p:spTgt spid="13233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32317"/>
                                        </p:tgtEl>
                                        <p:attrNameLst>
                                          <p:attrName>style.visibility</p:attrName>
                                        </p:attrNameLst>
                                      </p:cBhvr>
                                      <p:to>
                                        <p:strVal val="visible"/>
                                      </p:to>
                                    </p:set>
                                    <p:anim calcmode="lin" valueType="num">
                                      <p:cBhvr additive="base">
                                        <p:cTn id="47" dur="500" fill="hold"/>
                                        <p:tgtEl>
                                          <p:spTgt spid="132317"/>
                                        </p:tgtEl>
                                        <p:attrNameLst>
                                          <p:attrName>ppt_x</p:attrName>
                                        </p:attrNameLst>
                                      </p:cBhvr>
                                      <p:tavLst>
                                        <p:tav tm="0">
                                          <p:val>
                                            <p:strVal val="0-#ppt_w/2"/>
                                          </p:val>
                                        </p:tav>
                                        <p:tav tm="100000">
                                          <p:val>
                                            <p:strVal val="#ppt_x"/>
                                          </p:val>
                                        </p:tav>
                                      </p:tavLst>
                                    </p:anim>
                                    <p:anim calcmode="lin" valueType="num">
                                      <p:cBhvr additive="base">
                                        <p:cTn id="48" dur="500" fill="hold"/>
                                        <p:tgtEl>
                                          <p:spTgt spid="132317"/>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32322"/>
                                        </p:tgtEl>
                                        <p:attrNameLst>
                                          <p:attrName>style.visibility</p:attrName>
                                        </p:attrNameLst>
                                      </p:cBhvr>
                                      <p:to>
                                        <p:strVal val="visible"/>
                                      </p:to>
                                    </p:set>
                                    <p:anim calcmode="lin" valueType="num">
                                      <p:cBhvr additive="base">
                                        <p:cTn id="53" dur="500" fill="hold"/>
                                        <p:tgtEl>
                                          <p:spTgt spid="132322"/>
                                        </p:tgtEl>
                                        <p:attrNameLst>
                                          <p:attrName>ppt_x</p:attrName>
                                        </p:attrNameLst>
                                      </p:cBhvr>
                                      <p:tavLst>
                                        <p:tav tm="0">
                                          <p:val>
                                            <p:strVal val="1+#ppt_w/2"/>
                                          </p:val>
                                        </p:tav>
                                        <p:tav tm="100000">
                                          <p:val>
                                            <p:strVal val="#ppt_x"/>
                                          </p:val>
                                        </p:tav>
                                      </p:tavLst>
                                    </p:anim>
                                    <p:anim calcmode="lin" valueType="num">
                                      <p:cBhvr additive="base">
                                        <p:cTn id="54" dur="500" fill="hold"/>
                                        <p:tgtEl>
                                          <p:spTgt spid="132322"/>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132323"/>
                                        </p:tgtEl>
                                        <p:attrNameLst>
                                          <p:attrName>style.visibility</p:attrName>
                                        </p:attrNameLst>
                                      </p:cBhvr>
                                      <p:to>
                                        <p:strVal val="visible"/>
                                      </p:to>
                                    </p:set>
                                    <p:anim calcmode="lin" valueType="num">
                                      <p:cBhvr additive="base">
                                        <p:cTn id="59" dur="500" fill="hold"/>
                                        <p:tgtEl>
                                          <p:spTgt spid="132323"/>
                                        </p:tgtEl>
                                        <p:attrNameLst>
                                          <p:attrName>ppt_x</p:attrName>
                                        </p:attrNameLst>
                                      </p:cBhvr>
                                      <p:tavLst>
                                        <p:tav tm="0">
                                          <p:val>
                                            <p:strVal val="1+#ppt_w/2"/>
                                          </p:val>
                                        </p:tav>
                                        <p:tav tm="100000">
                                          <p:val>
                                            <p:strVal val="#ppt_x"/>
                                          </p:val>
                                        </p:tav>
                                      </p:tavLst>
                                    </p:anim>
                                    <p:anim calcmode="lin" valueType="num">
                                      <p:cBhvr additive="base">
                                        <p:cTn id="60" dur="500" fill="hold"/>
                                        <p:tgtEl>
                                          <p:spTgt spid="132323"/>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nodeType="clickEffect">
                                  <p:stCondLst>
                                    <p:cond delay="0"/>
                                  </p:stCondLst>
                                  <p:childTnLst>
                                    <p:set>
                                      <p:cBhvr>
                                        <p:cTn id="64" dur="1" fill="hold">
                                          <p:stCondLst>
                                            <p:cond delay="0"/>
                                          </p:stCondLst>
                                        </p:cTn>
                                        <p:tgtEl>
                                          <p:spTgt spid="132331"/>
                                        </p:tgtEl>
                                        <p:attrNameLst>
                                          <p:attrName>style.visibility</p:attrName>
                                        </p:attrNameLst>
                                      </p:cBhvr>
                                      <p:to>
                                        <p:strVal val="visible"/>
                                      </p:to>
                                    </p:set>
                                    <p:anim calcmode="lin" valueType="num">
                                      <p:cBhvr additive="base">
                                        <p:cTn id="65" dur="500" fill="hold"/>
                                        <p:tgtEl>
                                          <p:spTgt spid="132331"/>
                                        </p:tgtEl>
                                        <p:attrNameLst>
                                          <p:attrName>ppt_x</p:attrName>
                                        </p:attrNameLst>
                                      </p:cBhvr>
                                      <p:tavLst>
                                        <p:tav tm="0">
                                          <p:val>
                                            <p:strVal val="1+#ppt_w/2"/>
                                          </p:val>
                                        </p:tav>
                                        <p:tav tm="100000">
                                          <p:val>
                                            <p:strVal val="#ppt_x"/>
                                          </p:val>
                                        </p:tav>
                                      </p:tavLst>
                                    </p:anim>
                                    <p:anim calcmode="lin" valueType="num">
                                      <p:cBhvr additive="base">
                                        <p:cTn id="66" dur="500" fill="hold"/>
                                        <p:tgtEl>
                                          <p:spTgt spid="132331"/>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nodeType="clickEffect">
                                  <p:stCondLst>
                                    <p:cond delay="0"/>
                                  </p:stCondLst>
                                  <p:childTnLst>
                                    <p:set>
                                      <p:cBhvr>
                                        <p:cTn id="70" dur="1" fill="hold">
                                          <p:stCondLst>
                                            <p:cond delay="0"/>
                                          </p:stCondLst>
                                        </p:cTn>
                                        <p:tgtEl>
                                          <p:spTgt spid="132338"/>
                                        </p:tgtEl>
                                        <p:attrNameLst>
                                          <p:attrName>style.visibility</p:attrName>
                                        </p:attrNameLst>
                                      </p:cBhvr>
                                      <p:to>
                                        <p:strVal val="visible"/>
                                      </p:to>
                                    </p:set>
                                    <p:animEffect transition="in" filter="checkerboard(across)">
                                      <p:cBhvr>
                                        <p:cTn id="71" dur="500"/>
                                        <p:tgtEl>
                                          <p:spTgt spid="132338"/>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childTnLst>
                                    <p:set>
                                      <p:cBhvr>
                                        <p:cTn id="75" dur="1" fill="hold">
                                          <p:stCondLst>
                                            <p:cond delay="0"/>
                                          </p:stCondLst>
                                        </p:cTn>
                                        <p:tgtEl>
                                          <p:spTgt spid="132336"/>
                                        </p:tgtEl>
                                        <p:attrNameLst>
                                          <p:attrName>style.visibility</p:attrName>
                                        </p:attrNameLst>
                                      </p:cBhvr>
                                      <p:to>
                                        <p:strVal val="visible"/>
                                      </p:to>
                                    </p:set>
                                    <p:anim calcmode="lin" valueType="num">
                                      <p:cBhvr additive="base">
                                        <p:cTn id="76" dur="500" fill="hold"/>
                                        <p:tgtEl>
                                          <p:spTgt spid="132336"/>
                                        </p:tgtEl>
                                        <p:attrNameLst>
                                          <p:attrName>ppt_x</p:attrName>
                                        </p:attrNameLst>
                                      </p:cBhvr>
                                      <p:tavLst>
                                        <p:tav tm="0">
                                          <p:val>
                                            <p:strVal val="1+#ppt_w/2"/>
                                          </p:val>
                                        </p:tav>
                                        <p:tav tm="100000">
                                          <p:val>
                                            <p:strVal val="#ppt_x"/>
                                          </p:val>
                                        </p:tav>
                                      </p:tavLst>
                                    </p:anim>
                                    <p:anim calcmode="lin" valueType="num">
                                      <p:cBhvr additive="base">
                                        <p:cTn id="77" dur="500" fill="hold"/>
                                        <p:tgtEl>
                                          <p:spTgt spid="1323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7" grpId="0" autoUpdateAnimBg="0"/>
      <p:bldP spid="132322" grpId="0" autoUpdateAnimBg="0"/>
      <p:bldP spid="13234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3" name="Rectangle 9"/>
          <p:cNvSpPr>
            <a:spLocks noChangeArrowheads="1"/>
          </p:cNvSpPr>
          <p:nvPr/>
        </p:nvSpPr>
        <p:spPr bwMode="auto">
          <a:xfrm>
            <a:off x="4572000" y="838200"/>
            <a:ext cx="4038600"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a:latin typeface="宋体" panose="02010600030101010101" pitchFamily="2" charset="-122"/>
              </a:rPr>
              <a:t>    </a:t>
            </a:r>
            <a:r>
              <a:rPr lang="zh-CN" altLang="en-US">
                <a:latin typeface="宋体" panose="02010600030101010101" pitchFamily="2" charset="-122"/>
              </a:rPr>
              <a:t>虚线左侧仍是一个互易性二端口的表达式，可用上述</a:t>
            </a:r>
            <a:r>
              <a:rPr lang="en-US" altLang="zh-CN">
                <a:latin typeface="宋体" panose="02010600030101010101" pitchFamily="2" charset="-122"/>
              </a:rPr>
              <a:t>T</a:t>
            </a:r>
            <a:r>
              <a:rPr lang="zh-CN" altLang="en-US">
                <a:latin typeface="宋体" panose="02010600030101010101" pitchFamily="2" charset="-122"/>
              </a:rPr>
              <a:t>形电路来代替；而在虚线右侧部分，则是一个电流控制电压源。</a:t>
            </a:r>
          </a:p>
        </p:txBody>
      </p:sp>
      <p:sp>
        <p:nvSpPr>
          <p:cNvPr id="134150" name="Rectangle 6"/>
          <p:cNvSpPr>
            <a:spLocks noChangeArrowheads="1"/>
          </p:cNvSpPr>
          <p:nvPr/>
        </p:nvSpPr>
        <p:spPr bwMode="auto">
          <a:xfrm>
            <a:off x="431800" y="404813"/>
            <a:ext cx="3276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solidFill>
                  <a:schemeClr val="hlink"/>
                </a:solidFill>
                <a:latin typeface="宋体" panose="02010600030101010101" pitchFamily="2" charset="-122"/>
              </a:rPr>
              <a:t>非互易二端口</a:t>
            </a:r>
          </a:p>
        </p:txBody>
      </p:sp>
      <p:graphicFrame>
        <p:nvGraphicFramePr>
          <p:cNvPr id="134168" name="Object 24"/>
          <p:cNvGraphicFramePr>
            <a:graphicFrameLocks noChangeAspect="1"/>
          </p:cNvGraphicFramePr>
          <p:nvPr/>
        </p:nvGraphicFramePr>
        <p:xfrm>
          <a:off x="4805363" y="2562225"/>
          <a:ext cx="3654425" cy="1092200"/>
        </p:xfrm>
        <a:graphic>
          <a:graphicData uri="http://schemas.openxmlformats.org/presentationml/2006/ole">
            <mc:AlternateContent xmlns:mc="http://schemas.openxmlformats.org/markup-compatibility/2006">
              <mc:Choice xmlns:v="urn:schemas-microsoft-com:vml" Requires="v">
                <p:oleObj spid="_x0000_s22388" name="Visio" r:id="rId3" imgW="2882900" imgH="749300" progId="Visio.Drawing.11">
                  <p:embed/>
                </p:oleObj>
              </mc:Choice>
              <mc:Fallback>
                <p:oleObj name="Visio" r:id="rId3" imgW="2882900" imgH="749300" progId="Visio.Drawing.11">
                  <p:embed/>
                  <p:pic>
                    <p:nvPicPr>
                      <p:cNvPr id="0" name="图片 22377"/>
                      <p:cNvPicPr>
                        <a:picLocks noChangeAspect="1" noChangeArrowheads="1"/>
                      </p:cNvPicPr>
                      <p:nvPr/>
                    </p:nvPicPr>
                    <p:blipFill>
                      <a:blip r:embed="rId4"/>
                      <a:srcRect/>
                      <a:stretch>
                        <a:fillRect/>
                      </a:stretch>
                    </p:blipFill>
                    <p:spPr bwMode="auto">
                      <a:xfrm>
                        <a:off x="4805363" y="2562225"/>
                        <a:ext cx="365442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4269" name="Group 125"/>
          <p:cNvGrpSpPr/>
          <p:nvPr/>
        </p:nvGrpSpPr>
        <p:grpSpPr bwMode="auto">
          <a:xfrm>
            <a:off x="5029200" y="4343400"/>
            <a:ext cx="3695700" cy="915988"/>
            <a:chOff x="3168" y="2736"/>
            <a:chExt cx="2328" cy="577"/>
          </a:xfrm>
        </p:grpSpPr>
        <p:sp>
          <p:nvSpPr>
            <p:cNvPr id="22545" name="Rectangle 37"/>
            <p:cNvSpPr>
              <a:spLocks noChangeArrowheads="1"/>
            </p:cNvSpPr>
            <p:nvPr/>
          </p:nvSpPr>
          <p:spPr bwMode="auto">
            <a:xfrm>
              <a:off x="3168" y="2736"/>
              <a:ext cx="2328"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a:latin typeface="宋体" panose="02010600030101010101" pitchFamily="2" charset="-122"/>
                </a:rPr>
                <a:t>如果给定</a:t>
              </a:r>
              <a:r>
                <a:rPr lang="en-US" altLang="zh-CN" b="1" i="1">
                  <a:latin typeface="宋体" panose="02010600030101010101" pitchFamily="2" charset="-122"/>
                </a:rPr>
                <a:t>Y </a:t>
              </a:r>
              <a:r>
                <a:rPr lang="zh-CN" altLang="en-US">
                  <a:latin typeface="宋体" panose="02010600030101010101" pitchFamily="2" charset="-122"/>
                </a:rPr>
                <a:t>参数，其中        ，</a:t>
              </a:r>
            </a:p>
            <a:p>
              <a:pPr eaLnBrk="0" hangingPunct="0"/>
              <a:r>
                <a:rPr lang="zh-CN" altLang="en-US">
                  <a:latin typeface="宋体" panose="02010600030101010101" pitchFamily="2" charset="-122"/>
                </a:rPr>
                <a:t>则可参照上述步骤作出含受控电流源的</a:t>
              </a:r>
              <a:r>
                <a:rPr lang="en-US" altLang="zh-CN">
                  <a:latin typeface="宋体" panose="02010600030101010101" pitchFamily="2" charset="-122"/>
                </a:rPr>
                <a:t>Π</a:t>
              </a:r>
              <a:r>
                <a:rPr lang="zh-CN" altLang="en-US">
                  <a:latin typeface="宋体" panose="02010600030101010101" pitchFamily="2" charset="-122"/>
                </a:rPr>
                <a:t>形等效电路。</a:t>
              </a:r>
            </a:p>
          </p:txBody>
        </p:sp>
        <p:graphicFrame>
          <p:nvGraphicFramePr>
            <p:cNvPr id="22546" name="Object 38"/>
            <p:cNvGraphicFramePr>
              <a:graphicFrameLocks noChangeAspect="1"/>
            </p:cNvGraphicFramePr>
            <p:nvPr/>
          </p:nvGraphicFramePr>
          <p:xfrm>
            <a:off x="4729" y="2742"/>
            <a:ext cx="483" cy="224"/>
          </p:xfrm>
          <a:graphic>
            <a:graphicData uri="http://schemas.openxmlformats.org/presentationml/2006/ole">
              <mc:AlternateContent xmlns:mc="http://schemas.openxmlformats.org/markup-compatibility/2006">
                <mc:Choice xmlns:v="urn:schemas-microsoft-com:vml" Requires="v">
                  <p:oleObj spid="_x0000_s22389" name="Equation" r:id="rId5" imgW="12496800" imgH="5486400" progId="Equation.DSMT4">
                    <p:embed/>
                  </p:oleObj>
                </mc:Choice>
                <mc:Fallback>
                  <p:oleObj name="Equation" r:id="rId5" imgW="12496800" imgH="5486400" progId="Equation.DSMT4">
                    <p:embed/>
                    <p:pic>
                      <p:nvPicPr>
                        <p:cNvPr id="0" name="图片 22378"/>
                        <p:cNvPicPr>
                          <a:picLocks noChangeAspect="1" noChangeArrowheads="1"/>
                        </p:cNvPicPr>
                        <p:nvPr/>
                      </p:nvPicPr>
                      <p:blipFill>
                        <a:blip r:embed="rId6"/>
                        <a:srcRect/>
                        <a:stretch>
                          <a:fillRect/>
                        </a:stretch>
                      </p:blipFill>
                      <p:spPr bwMode="auto">
                        <a:xfrm>
                          <a:off x="4729" y="2742"/>
                          <a:ext cx="48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4270" name="Group 126"/>
          <p:cNvGrpSpPr/>
          <p:nvPr/>
        </p:nvGrpSpPr>
        <p:grpSpPr bwMode="auto">
          <a:xfrm>
            <a:off x="5503162" y="5340732"/>
            <a:ext cx="2797175" cy="1067954"/>
            <a:chOff x="3693" y="3367"/>
            <a:chExt cx="1536" cy="555"/>
          </a:xfrm>
        </p:grpSpPr>
        <p:graphicFrame>
          <p:nvGraphicFramePr>
            <p:cNvPr id="22541" name="Object 39"/>
            <p:cNvGraphicFramePr>
              <a:graphicFrameLocks noChangeAspect="1"/>
            </p:cNvGraphicFramePr>
            <p:nvPr/>
          </p:nvGraphicFramePr>
          <p:xfrm>
            <a:off x="3697" y="3367"/>
            <a:ext cx="669" cy="219"/>
          </p:xfrm>
          <a:graphic>
            <a:graphicData uri="http://schemas.openxmlformats.org/presentationml/2006/ole">
              <mc:AlternateContent xmlns:mc="http://schemas.openxmlformats.org/markup-compatibility/2006">
                <mc:Choice xmlns:v="urn:schemas-microsoft-com:vml" Requires="v">
                  <p:oleObj spid="_x0000_s22390" name="Equation" r:id="rId7" imgW="17983200" imgH="5486400" progId="Equation.DSMT4">
                    <p:embed/>
                  </p:oleObj>
                </mc:Choice>
                <mc:Fallback>
                  <p:oleObj name="Equation" r:id="rId7" imgW="17983200" imgH="5486400" progId="Equation.DSMT4">
                    <p:embed/>
                    <p:pic>
                      <p:nvPicPr>
                        <p:cNvPr id="0" name="图片 22379"/>
                        <p:cNvPicPr>
                          <a:picLocks noChangeAspect="1" noChangeArrowheads="1"/>
                        </p:cNvPicPr>
                        <p:nvPr/>
                      </p:nvPicPr>
                      <p:blipFill>
                        <a:blip r:embed="rId8"/>
                        <a:srcRect/>
                        <a:stretch>
                          <a:fillRect/>
                        </a:stretch>
                      </p:blipFill>
                      <p:spPr bwMode="auto">
                        <a:xfrm>
                          <a:off x="3697" y="3367"/>
                          <a:ext cx="66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2" name="Object 40"/>
            <p:cNvGraphicFramePr>
              <a:graphicFrameLocks noChangeAspect="1"/>
            </p:cNvGraphicFramePr>
            <p:nvPr/>
          </p:nvGraphicFramePr>
          <p:xfrm>
            <a:off x="3693" y="3697"/>
            <a:ext cx="726" cy="225"/>
          </p:xfrm>
          <a:graphic>
            <a:graphicData uri="http://schemas.openxmlformats.org/presentationml/2006/ole">
              <mc:AlternateContent xmlns:mc="http://schemas.openxmlformats.org/markup-compatibility/2006">
                <mc:Choice xmlns:v="urn:schemas-microsoft-com:vml" Requires="v">
                  <p:oleObj spid="_x0000_s22391" name="Equation" r:id="rId9" imgW="18897600" imgH="5486400" progId="Equation.DSMT4">
                    <p:embed/>
                  </p:oleObj>
                </mc:Choice>
                <mc:Fallback>
                  <p:oleObj name="Equation" r:id="rId9" imgW="18897600" imgH="5486400" progId="Equation.DSMT4">
                    <p:embed/>
                    <p:pic>
                      <p:nvPicPr>
                        <p:cNvPr id="0" name="图片 22380"/>
                        <p:cNvPicPr>
                          <a:picLocks noChangeAspect="1" noChangeArrowheads="1"/>
                        </p:cNvPicPr>
                        <p:nvPr/>
                      </p:nvPicPr>
                      <p:blipFill>
                        <a:blip r:embed="rId10"/>
                        <a:srcRect/>
                        <a:stretch>
                          <a:fillRect/>
                        </a:stretch>
                      </p:blipFill>
                      <p:spPr bwMode="auto">
                        <a:xfrm>
                          <a:off x="3693" y="3697"/>
                          <a:ext cx="72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3" name="Object 41"/>
            <p:cNvGraphicFramePr>
              <a:graphicFrameLocks noChangeAspect="1"/>
            </p:cNvGraphicFramePr>
            <p:nvPr/>
          </p:nvGraphicFramePr>
          <p:xfrm>
            <a:off x="4653" y="3371"/>
            <a:ext cx="509" cy="221"/>
          </p:xfrm>
          <a:graphic>
            <a:graphicData uri="http://schemas.openxmlformats.org/presentationml/2006/ole">
              <mc:AlternateContent xmlns:mc="http://schemas.openxmlformats.org/markup-compatibility/2006">
                <mc:Choice xmlns:v="urn:schemas-microsoft-com:vml" Requires="v">
                  <p:oleObj spid="_x0000_s22392" name="Equation" r:id="rId11" imgW="13411200" imgH="5486400" progId="Equation.DSMT4">
                    <p:embed/>
                  </p:oleObj>
                </mc:Choice>
                <mc:Fallback>
                  <p:oleObj name="Equation" r:id="rId11" imgW="13411200" imgH="5486400" progId="Equation.DSMT4">
                    <p:embed/>
                    <p:pic>
                      <p:nvPicPr>
                        <p:cNvPr id="0" name="图片 22381"/>
                        <p:cNvPicPr>
                          <a:picLocks noChangeAspect="1" noChangeArrowheads="1"/>
                        </p:cNvPicPr>
                        <p:nvPr/>
                      </p:nvPicPr>
                      <p:blipFill>
                        <a:blip r:embed="rId12"/>
                        <a:srcRect/>
                        <a:stretch>
                          <a:fillRect/>
                        </a:stretch>
                      </p:blipFill>
                      <p:spPr bwMode="auto">
                        <a:xfrm>
                          <a:off x="4653" y="3371"/>
                          <a:ext cx="50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4" name="Object 42"/>
            <p:cNvGraphicFramePr>
              <a:graphicFrameLocks noChangeAspect="1"/>
            </p:cNvGraphicFramePr>
            <p:nvPr/>
          </p:nvGraphicFramePr>
          <p:xfrm>
            <a:off x="4610" y="3698"/>
            <a:ext cx="619" cy="205"/>
          </p:xfrm>
          <a:graphic>
            <a:graphicData uri="http://schemas.openxmlformats.org/presentationml/2006/ole">
              <mc:AlternateContent xmlns:mc="http://schemas.openxmlformats.org/markup-compatibility/2006">
                <mc:Choice xmlns:v="urn:schemas-microsoft-com:vml" Requires="v">
                  <p:oleObj spid="_x0000_s22393" name="Equation" r:id="rId13" imgW="17678400" imgH="5486400" progId="Equation.DSMT4">
                    <p:embed/>
                  </p:oleObj>
                </mc:Choice>
                <mc:Fallback>
                  <p:oleObj name="Equation" r:id="rId13" imgW="17678400" imgH="5486400" progId="Equation.DSMT4">
                    <p:embed/>
                    <p:pic>
                      <p:nvPicPr>
                        <p:cNvPr id="0" name="图片 22382"/>
                        <p:cNvPicPr>
                          <a:picLocks noChangeAspect="1" noChangeArrowheads="1"/>
                        </p:cNvPicPr>
                        <p:nvPr/>
                      </p:nvPicPr>
                      <p:blipFill>
                        <a:blip r:embed="rId14"/>
                        <a:srcRect/>
                        <a:stretch>
                          <a:fillRect/>
                        </a:stretch>
                      </p:blipFill>
                      <p:spPr bwMode="auto">
                        <a:xfrm>
                          <a:off x="4610" y="3698"/>
                          <a:ext cx="619"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4264" name="Group 120"/>
          <p:cNvGrpSpPr/>
          <p:nvPr/>
        </p:nvGrpSpPr>
        <p:grpSpPr bwMode="auto">
          <a:xfrm>
            <a:off x="107950" y="3762375"/>
            <a:ext cx="3962400" cy="2043113"/>
            <a:chOff x="2928" y="2784"/>
            <a:chExt cx="2496" cy="1287"/>
          </a:xfrm>
        </p:grpSpPr>
        <p:graphicFrame>
          <p:nvGraphicFramePr>
            <p:cNvPr id="22539" name="Object 35"/>
            <p:cNvGraphicFramePr>
              <a:graphicFrameLocks noChangeAspect="1"/>
            </p:cNvGraphicFramePr>
            <p:nvPr/>
          </p:nvGraphicFramePr>
          <p:xfrm>
            <a:off x="3264" y="2784"/>
            <a:ext cx="1776" cy="1017"/>
          </p:xfrm>
          <a:graphic>
            <a:graphicData uri="http://schemas.openxmlformats.org/presentationml/2006/ole">
              <mc:AlternateContent xmlns:mc="http://schemas.openxmlformats.org/markup-compatibility/2006">
                <mc:Choice xmlns:v="urn:schemas-microsoft-com:vml" Requires="v">
                  <p:oleObj spid="_x0000_s22394" name="Visio" r:id="rId15" imgW="2717800" imgH="1562100" progId="Visio.Drawing.11">
                    <p:embed/>
                  </p:oleObj>
                </mc:Choice>
                <mc:Fallback>
                  <p:oleObj name="Visio" r:id="rId15" imgW="2717800" imgH="1562100" progId="Visio.Drawing.11">
                    <p:embed/>
                    <p:pic>
                      <p:nvPicPr>
                        <p:cNvPr id="0" name="图片 22383"/>
                        <p:cNvPicPr>
                          <a:picLocks noChangeAspect="1" noChangeArrowheads="1"/>
                        </p:cNvPicPr>
                        <p:nvPr/>
                      </p:nvPicPr>
                      <p:blipFill>
                        <a:blip r:embed="rId16"/>
                        <a:srcRect/>
                        <a:stretch>
                          <a:fillRect/>
                        </a:stretch>
                      </p:blipFill>
                      <p:spPr bwMode="auto">
                        <a:xfrm>
                          <a:off x="3264" y="2784"/>
                          <a:ext cx="1776" cy="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0" name="Rectangle 43"/>
            <p:cNvSpPr>
              <a:spLocks noChangeArrowheads="1"/>
            </p:cNvSpPr>
            <p:nvPr/>
          </p:nvSpPr>
          <p:spPr bwMode="auto">
            <a:xfrm>
              <a:off x="2928" y="3840"/>
              <a:ext cx="24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1600" b="1" dirty="0">
                  <a:latin typeface="宋体" panose="02010600030101010101" pitchFamily="2" charset="-122"/>
                </a:rPr>
                <a:t>非互易性二端口的</a:t>
              </a:r>
              <a:r>
                <a:rPr lang="en-US" altLang="zh-CN" b="1" dirty="0">
                  <a:latin typeface="宋体" panose="02010600030101010101" pitchFamily="2" charset="-122"/>
                </a:rPr>
                <a:t>Π</a:t>
              </a:r>
              <a:r>
                <a:rPr lang="zh-CN" altLang="en-US" sz="1600" b="1" dirty="0">
                  <a:latin typeface="宋体" panose="02010600030101010101" pitchFamily="2" charset="-122"/>
                </a:rPr>
                <a:t>形等效电路</a:t>
              </a:r>
              <a:r>
                <a:rPr lang="zh-CN" altLang="en-US" sz="1600" b="1" dirty="0">
                  <a:latin typeface="Times New Roman" panose="02020603050405020304" pitchFamily="18" charset="0"/>
                </a:rPr>
                <a:t> </a:t>
              </a:r>
            </a:p>
          </p:txBody>
        </p:sp>
      </p:grpSp>
      <p:graphicFrame>
        <p:nvGraphicFramePr>
          <p:cNvPr id="134275" name="Object 131"/>
          <p:cNvGraphicFramePr>
            <a:graphicFrameLocks noChangeAspect="1"/>
          </p:cNvGraphicFramePr>
          <p:nvPr/>
        </p:nvGraphicFramePr>
        <p:xfrm>
          <a:off x="468313" y="981075"/>
          <a:ext cx="4067175" cy="1758950"/>
        </p:xfrm>
        <a:graphic>
          <a:graphicData uri="http://schemas.openxmlformats.org/presentationml/2006/ole">
            <mc:AlternateContent xmlns:mc="http://schemas.openxmlformats.org/markup-compatibility/2006">
              <mc:Choice xmlns:v="urn:schemas-microsoft-com:vml" Requires="v">
                <p:oleObj spid="_x0000_s22395" name="Visio" r:id="rId17" imgW="3886200" imgH="1752600" progId="Visio.Drawing.11">
                  <p:embed/>
                </p:oleObj>
              </mc:Choice>
              <mc:Fallback>
                <p:oleObj name="Visio" r:id="rId17" imgW="3886200" imgH="1752600" progId="Visio.Drawing.11">
                  <p:embed/>
                  <p:pic>
                    <p:nvPicPr>
                      <p:cNvPr id="0" name="图片 22384"/>
                      <p:cNvPicPr>
                        <a:picLocks noChangeAspect="1" noChangeArrowheads="1"/>
                      </p:cNvPicPr>
                      <p:nvPr/>
                    </p:nvPicPr>
                    <p:blipFill>
                      <a:blip r:embed="rId18"/>
                      <a:srcRect/>
                      <a:stretch>
                        <a:fillRect/>
                      </a:stretch>
                    </p:blipFill>
                    <p:spPr bwMode="auto">
                      <a:xfrm>
                        <a:off x="468313" y="981075"/>
                        <a:ext cx="406717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4150">
                                            <p:txEl>
                                              <p:pRg st="0" end="0"/>
                                            </p:txEl>
                                          </p:spTgt>
                                        </p:tgtEl>
                                        <p:attrNameLst>
                                          <p:attrName>style.visibility</p:attrName>
                                        </p:attrNameLst>
                                      </p:cBhvr>
                                      <p:to>
                                        <p:strVal val="visible"/>
                                      </p:to>
                                    </p:set>
                                    <p:anim calcmode="lin" valueType="num">
                                      <p:cBhvr additive="base">
                                        <p:cTn id="7" dur="500" fill="hold"/>
                                        <p:tgtEl>
                                          <p:spTgt spid="1341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41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4275"/>
                                        </p:tgtEl>
                                        <p:attrNameLst>
                                          <p:attrName>style.visibility</p:attrName>
                                        </p:attrNameLst>
                                      </p:cBhvr>
                                      <p:to>
                                        <p:strVal val="visible"/>
                                      </p:to>
                                    </p:set>
                                    <p:anim calcmode="lin" valueType="num">
                                      <p:cBhvr additive="base">
                                        <p:cTn id="13" dur="500" fill="hold"/>
                                        <p:tgtEl>
                                          <p:spTgt spid="134275"/>
                                        </p:tgtEl>
                                        <p:attrNameLst>
                                          <p:attrName>ppt_x</p:attrName>
                                        </p:attrNameLst>
                                      </p:cBhvr>
                                      <p:tavLst>
                                        <p:tav tm="0">
                                          <p:val>
                                            <p:strVal val="0-#ppt_w/2"/>
                                          </p:val>
                                        </p:tav>
                                        <p:tav tm="100000">
                                          <p:val>
                                            <p:strVal val="#ppt_x"/>
                                          </p:val>
                                        </p:tav>
                                      </p:tavLst>
                                    </p:anim>
                                    <p:anim calcmode="lin" valueType="num">
                                      <p:cBhvr additive="base">
                                        <p:cTn id="14" dur="500" fill="hold"/>
                                        <p:tgtEl>
                                          <p:spTgt spid="1342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134153"/>
                                        </p:tgtEl>
                                        <p:attrNameLst>
                                          <p:attrName>style.visibility</p:attrName>
                                        </p:attrNameLst>
                                      </p:cBhvr>
                                      <p:to>
                                        <p:strVal val="visible"/>
                                      </p:to>
                                    </p:set>
                                    <p:animEffect transition="in" filter="barn(outHorizontal)">
                                      <p:cBhvr>
                                        <p:cTn id="19" dur="500"/>
                                        <p:tgtEl>
                                          <p:spTgt spid="13415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134168"/>
                                        </p:tgtEl>
                                        <p:attrNameLst>
                                          <p:attrName>style.visibility</p:attrName>
                                        </p:attrNameLst>
                                      </p:cBhvr>
                                      <p:to>
                                        <p:strVal val="visible"/>
                                      </p:to>
                                    </p:set>
                                    <p:anim calcmode="lin" valueType="num">
                                      <p:cBhvr additive="base">
                                        <p:cTn id="24" dur="500" fill="hold"/>
                                        <p:tgtEl>
                                          <p:spTgt spid="134168"/>
                                        </p:tgtEl>
                                        <p:attrNameLst>
                                          <p:attrName>ppt_x</p:attrName>
                                        </p:attrNameLst>
                                      </p:cBhvr>
                                      <p:tavLst>
                                        <p:tav tm="0">
                                          <p:val>
                                            <p:strVal val="1+#ppt_w/2"/>
                                          </p:val>
                                        </p:tav>
                                        <p:tav tm="100000">
                                          <p:val>
                                            <p:strVal val="#ppt_x"/>
                                          </p:val>
                                        </p:tav>
                                      </p:tavLst>
                                    </p:anim>
                                    <p:anim calcmode="lin" valueType="num">
                                      <p:cBhvr additive="base">
                                        <p:cTn id="25" dur="500" fill="hold"/>
                                        <p:tgtEl>
                                          <p:spTgt spid="13416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34264"/>
                                        </p:tgtEl>
                                        <p:attrNameLst>
                                          <p:attrName>style.visibility</p:attrName>
                                        </p:attrNameLst>
                                      </p:cBhvr>
                                      <p:to>
                                        <p:strVal val="visible"/>
                                      </p:to>
                                    </p:set>
                                    <p:animEffect transition="in" filter="box(in)">
                                      <p:cBhvr>
                                        <p:cTn id="30" dur="500"/>
                                        <p:tgtEl>
                                          <p:spTgt spid="134264"/>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nodeType="clickEffect">
                                  <p:stCondLst>
                                    <p:cond delay="0"/>
                                  </p:stCondLst>
                                  <p:childTnLst>
                                    <p:set>
                                      <p:cBhvr>
                                        <p:cTn id="34" dur="1" fill="hold">
                                          <p:stCondLst>
                                            <p:cond delay="0"/>
                                          </p:stCondLst>
                                        </p:cTn>
                                        <p:tgtEl>
                                          <p:spTgt spid="134269"/>
                                        </p:tgtEl>
                                        <p:attrNameLst>
                                          <p:attrName>style.visibility</p:attrName>
                                        </p:attrNameLst>
                                      </p:cBhvr>
                                      <p:to>
                                        <p:strVal val="visible"/>
                                      </p:to>
                                    </p:set>
                                    <p:animEffect transition="in" filter="barn(outVertical)">
                                      <p:cBhvr>
                                        <p:cTn id="35" dur="500"/>
                                        <p:tgtEl>
                                          <p:spTgt spid="13426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134270"/>
                                        </p:tgtEl>
                                        <p:attrNameLst>
                                          <p:attrName>style.visibility</p:attrName>
                                        </p:attrNameLst>
                                      </p:cBhvr>
                                      <p:to>
                                        <p:strVal val="visible"/>
                                      </p:to>
                                    </p:set>
                                    <p:anim calcmode="lin" valueType="num">
                                      <p:cBhvr additive="base">
                                        <p:cTn id="40" dur="500" fill="hold"/>
                                        <p:tgtEl>
                                          <p:spTgt spid="134270"/>
                                        </p:tgtEl>
                                        <p:attrNameLst>
                                          <p:attrName>ppt_x</p:attrName>
                                        </p:attrNameLst>
                                      </p:cBhvr>
                                      <p:tavLst>
                                        <p:tav tm="0">
                                          <p:val>
                                            <p:strVal val="1+#ppt_w/2"/>
                                          </p:val>
                                        </p:tav>
                                        <p:tav tm="100000">
                                          <p:val>
                                            <p:strVal val="#ppt_x"/>
                                          </p:val>
                                        </p:tav>
                                      </p:tavLst>
                                    </p:anim>
                                    <p:anim calcmode="lin" valueType="num">
                                      <p:cBhvr additive="base">
                                        <p:cTn id="41" dur="500" fill="hold"/>
                                        <p:tgtEl>
                                          <p:spTgt spid="1342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21" name="Rectangle 5"/>
          <p:cNvSpPr>
            <a:spLocks noGrp="1" noChangeArrowheads="1"/>
          </p:cNvSpPr>
          <p:nvPr>
            <p:ph type="subTitle" idx="1"/>
          </p:nvPr>
        </p:nvSpPr>
        <p:spPr>
          <a:xfrm>
            <a:off x="0" y="914400"/>
            <a:ext cx="7620000" cy="1524000"/>
          </a:xfrm>
        </p:spPr>
        <p:txBody>
          <a:bodyPr rtlCol="0">
            <a:normAutofit/>
          </a:bodyPr>
          <a:lstStyle/>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设二端口网络复频域导纳参数矩阵为</a:t>
            </a:r>
            <a:r>
              <a:rPr lang="en-US" altLang="zh-CN" sz="2000" b="1" dirty="0">
                <a:solidFill>
                  <a:schemeClr val="tx1"/>
                </a:solidFill>
                <a:latin typeface="宋体" panose="02010600030101010101" pitchFamily="2" charset="-122"/>
              </a:rPr>
              <a:t>:</a:t>
            </a:r>
          </a:p>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求它的   形等效电路参数。 </a:t>
            </a:r>
          </a:p>
        </p:txBody>
      </p:sp>
      <p:sp>
        <p:nvSpPr>
          <p:cNvPr id="162822" name="Rectangle 6"/>
          <p:cNvSpPr>
            <a:spLocks noChangeArrowheads="1"/>
          </p:cNvSpPr>
          <p:nvPr/>
        </p:nvSpPr>
        <p:spPr bwMode="auto">
          <a:xfrm>
            <a:off x="395288" y="5823669"/>
            <a:ext cx="828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宋体" panose="02010600030101010101" pitchFamily="2" charset="-122"/>
              </a:rPr>
              <a:t>根据上述复频域中的导纳值可以得出对应的元件性质及参数值，如图</a:t>
            </a:r>
            <a:r>
              <a:rPr lang="en-US" altLang="zh-CN" sz="2000" dirty="0">
                <a:latin typeface="宋体" panose="02010600030101010101" pitchFamily="2" charset="-122"/>
              </a:rPr>
              <a:t>(a)</a:t>
            </a:r>
            <a:r>
              <a:rPr lang="zh-CN" altLang="en-US" sz="2000" dirty="0">
                <a:latin typeface="宋体" panose="02010600030101010101" pitchFamily="2" charset="-122"/>
              </a:rPr>
              <a:t>所示。 </a:t>
            </a:r>
          </a:p>
        </p:txBody>
      </p:sp>
      <p:graphicFrame>
        <p:nvGraphicFramePr>
          <p:cNvPr id="162823" name="Object 7"/>
          <p:cNvGraphicFramePr>
            <a:graphicFrameLocks noChangeAspect="1"/>
          </p:cNvGraphicFramePr>
          <p:nvPr/>
        </p:nvGraphicFramePr>
        <p:xfrm>
          <a:off x="0" y="152400"/>
          <a:ext cx="8686800" cy="550863"/>
        </p:xfrm>
        <a:graphic>
          <a:graphicData uri="http://schemas.openxmlformats.org/presentationml/2006/ole">
            <mc:AlternateContent xmlns:mc="http://schemas.openxmlformats.org/markup-compatibility/2006">
              <mc:Choice xmlns:v="urn:schemas-microsoft-com:vml" Requires="v">
                <p:oleObj spid="_x0000_s47294" name="Visio" r:id="rId3" imgW="6832600" imgH="444500" progId="Visio.Drawing.11">
                  <p:embed/>
                </p:oleObj>
              </mc:Choice>
              <mc:Fallback>
                <p:oleObj name="Visio" r:id="rId3" imgW="6832600" imgH="444500" progId="Visio.Drawing.11">
                  <p:embed/>
                  <p:pic>
                    <p:nvPicPr>
                      <p:cNvPr id="0" name="图片 47280"/>
                      <p:cNvPicPr>
                        <a:picLocks noChangeAspect="1" noChangeArrowheads="1"/>
                      </p:cNvPicPr>
                      <p:nvPr/>
                    </p:nvPicPr>
                    <p:blipFill>
                      <a:blip r:embed="rId4"/>
                      <a:srcRect/>
                      <a:stretch>
                        <a:fillRect/>
                      </a:stretch>
                    </p:blipFill>
                    <p:spPr bwMode="auto">
                      <a:xfrm>
                        <a:off x="0" y="152400"/>
                        <a:ext cx="8686800" cy="550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2824" name="Group 8"/>
          <p:cNvGrpSpPr/>
          <p:nvPr/>
        </p:nvGrpSpPr>
        <p:grpSpPr bwMode="auto">
          <a:xfrm>
            <a:off x="290513" y="3140968"/>
            <a:ext cx="8410576" cy="727075"/>
            <a:chOff x="183" y="1451"/>
            <a:chExt cx="5298" cy="458"/>
          </a:xfrm>
        </p:grpSpPr>
        <p:graphicFrame>
          <p:nvGraphicFramePr>
            <p:cNvPr id="23576" name="Object 9"/>
            <p:cNvGraphicFramePr>
              <a:graphicFrameLocks noChangeAspect="1"/>
            </p:cNvGraphicFramePr>
            <p:nvPr/>
          </p:nvGraphicFramePr>
          <p:xfrm>
            <a:off x="183" y="1451"/>
            <a:ext cx="345" cy="225"/>
          </p:xfrm>
          <a:graphic>
            <a:graphicData uri="http://schemas.openxmlformats.org/presentationml/2006/ole">
              <mc:AlternateContent xmlns:mc="http://schemas.openxmlformats.org/markup-compatibility/2006">
                <mc:Choice xmlns:v="urn:schemas-microsoft-com:vml" Requires="v">
                  <p:oleObj spid="_x0000_s47295" r:id="rId5" imgW="439420" imgH="284480" progId="Visio.Drawing.6">
                    <p:embed/>
                  </p:oleObj>
                </mc:Choice>
                <mc:Fallback>
                  <p:oleObj r:id="rId5" imgW="439420" imgH="284480" progId="Visio.Drawing.6">
                    <p:embed/>
                    <p:pic>
                      <p:nvPicPr>
                        <p:cNvPr id="0" name="图片 472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 y="1451"/>
                          <a:ext cx="345" cy="225"/>
                        </a:xfrm>
                        <a:prstGeom prst="rect">
                          <a:avLst/>
                        </a:prstGeom>
                        <a:noFill/>
                        <a:ln>
                          <a:noFill/>
                        </a:ln>
                      </p:spPr>
                    </p:pic>
                  </p:oleObj>
                </mc:Fallback>
              </mc:AlternateContent>
            </a:graphicData>
          </a:graphic>
        </p:graphicFrame>
        <p:sp>
          <p:nvSpPr>
            <p:cNvPr id="23577" name="Rectangle 10"/>
            <p:cNvSpPr>
              <a:spLocks noChangeArrowheads="1"/>
            </p:cNvSpPr>
            <p:nvPr/>
          </p:nvSpPr>
          <p:spPr bwMode="auto">
            <a:xfrm>
              <a:off x="537" y="1467"/>
              <a:ext cx="49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宋体" panose="02010600030101010101" pitchFamily="2" charset="-122"/>
                </a:rPr>
                <a:t>题给矩阵</a:t>
              </a:r>
              <a:r>
                <a:rPr lang="en-US" altLang="zh-CN" sz="2000" b="1" i="1" dirty="0">
                  <a:latin typeface="宋体" panose="02010600030101010101" pitchFamily="2" charset="-122"/>
                </a:rPr>
                <a:t>Y </a:t>
              </a:r>
              <a:r>
                <a:rPr lang="zh-CN" altLang="en-US" sz="2000" dirty="0">
                  <a:latin typeface="宋体" panose="02010600030101010101" pitchFamily="2" charset="-122"/>
                </a:rPr>
                <a:t>中       ，应该用含有受控源的电路来等效，如图</a:t>
              </a:r>
              <a:r>
                <a:rPr lang="en-US" altLang="zh-CN" sz="2000" dirty="0">
                  <a:latin typeface="宋体" panose="02010600030101010101" pitchFamily="2" charset="-122"/>
                </a:rPr>
                <a:t>(b)</a:t>
              </a:r>
              <a:r>
                <a:rPr lang="zh-CN" altLang="en-US" sz="2000" dirty="0">
                  <a:latin typeface="宋体" panose="02010600030101010101" pitchFamily="2" charset="-122"/>
                </a:rPr>
                <a:t>所示。求得 </a:t>
              </a:r>
            </a:p>
          </p:txBody>
        </p:sp>
        <p:graphicFrame>
          <p:nvGraphicFramePr>
            <p:cNvPr id="23578" name="Object 11"/>
            <p:cNvGraphicFramePr>
              <a:graphicFrameLocks noChangeAspect="1"/>
            </p:cNvGraphicFramePr>
            <p:nvPr/>
          </p:nvGraphicFramePr>
          <p:xfrm>
            <a:off x="1576" y="1475"/>
            <a:ext cx="578" cy="271"/>
          </p:xfrm>
          <a:graphic>
            <a:graphicData uri="http://schemas.openxmlformats.org/presentationml/2006/ole">
              <mc:AlternateContent xmlns:mc="http://schemas.openxmlformats.org/markup-compatibility/2006">
                <mc:Choice xmlns:v="urn:schemas-microsoft-com:vml" Requires="v">
                  <p:oleObj spid="_x0000_s47296" name="Equation" r:id="rId7" imgW="12496800" imgH="5486400" progId="Equation.DSMT4">
                    <p:embed/>
                  </p:oleObj>
                </mc:Choice>
                <mc:Fallback>
                  <p:oleObj name="Equation" r:id="rId7" imgW="12496800" imgH="5486400" progId="Equation.DSMT4">
                    <p:embed/>
                    <p:pic>
                      <p:nvPicPr>
                        <p:cNvPr id="0" name="图片 47282"/>
                        <p:cNvPicPr>
                          <a:picLocks noChangeAspect="1" noChangeArrowheads="1"/>
                        </p:cNvPicPr>
                        <p:nvPr/>
                      </p:nvPicPr>
                      <p:blipFill>
                        <a:blip r:embed="rId8"/>
                        <a:srcRect/>
                        <a:stretch>
                          <a:fillRect/>
                        </a:stretch>
                      </p:blipFill>
                      <p:spPr bwMode="auto">
                        <a:xfrm>
                          <a:off x="1576" y="1475"/>
                          <a:ext cx="5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2828" name="Group 12"/>
          <p:cNvGrpSpPr/>
          <p:nvPr/>
        </p:nvGrpSpPr>
        <p:grpSpPr bwMode="auto">
          <a:xfrm>
            <a:off x="1639888" y="4109346"/>
            <a:ext cx="2765426" cy="1624014"/>
            <a:chOff x="1033" y="2061"/>
            <a:chExt cx="1742" cy="1023"/>
          </a:xfrm>
        </p:grpSpPr>
        <p:graphicFrame>
          <p:nvGraphicFramePr>
            <p:cNvPr id="23572" name="Object 13"/>
            <p:cNvGraphicFramePr>
              <a:graphicFrameLocks noChangeAspect="1"/>
            </p:cNvGraphicFramePr>
            <p:nvPr/>
          </p:nvGraphicFramePr>
          <p:xfrm>
            <a:off x="1106" y="2061"/>
            <a:ext cx="1595" cy="252"/>
          </p:xfrm>
          <a:graphic>
            <a:graphicData uri="http://schemas.openxmlformats.org/presentationml/2006/ole">
              <mc:AlternateContent xmlns:mc="http://schemas.openxmlformats.org/markup-compatibility/2006">
                <mc:Choice xmlns:v="urn:schemas-microsoft-com:vml" Requires="v">
                  <p:oleObj spid="_x0000_s47297" name="Equation" r:id="rId9" imgW="38100000" imgH="5486400" progId="Equation.DSMT4">
                    <p:embed/>
                  </p:oleObj>
                </mc:Choice>
                <mc:Fallback>
                  <p:oleObj name="Equation" r:id="rId9" imgW="38100000" imgH="5486400" progId="Equation.DSMT4">
                    <p:embed/>
                    <p:pic>
                      <p:nvPicPr>
                        <p:cNvPr id="0" name="图片 47283"/>
                        <p:cNvPicPr>
                          <a:picLocks noChangeAspect="1" noChangeArrowheads="1"/>
                        </p:cNvPicPr>
                        <p:nvPr/>
                      </p:nvPicPr>
                      <p:blipFill>
                        <a:blip r:embed="rId10"/>
                        <a:srcRect/>
                        <a:stretch>
                          <a:fillRect/>
                        </a:stretch>
                      </p:blipFill>
                      <p:spPr bwMode="auto">
                        <a:xfrm>
                          <a:off x="1106" y="2061"/>
                          <a:ext cx="159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73" name="Object 14"/>
            <p:cNvGraphicFramePr>
              <a:graphicFrameLocks noChangeAspect="1"/>
            </p:cNvGraphicFramePr>
            <p:nvPr/>
          </p:nvGraphicFramePr>
          <p:xfrm>
            <a:off x="1033" y="2330"/>
            <a:ext cx="1742" cy="255"/>
          </p:xfrm>
          <a:graphic>
            <a:graphicData uri="http://schemas.openxmlformats.org/presentationml/2006/ole">
              <mc:AlternateContent xmlns:mc="http://schemas.openxmlformats.org/markup-compatibility/2006">
                <mc:Choice xmlns:v="urn:schemas-microsoft-com:vml" Requires="v">
                  <p:oleObj spid="_x0000_s47298" name="Equation" r:id="rId11" imgW="41148000" imgH="5486400" progId="Equation.DSMT4">
                    <p:embed/>
                  </p:oleObj>
                </mc:Choice>
                <mc:Fallback>
                  <p:oleObj name="Equation" r:id="rId11" imgW="41148000" imgH="5486400" progId="Equation.DSMT4">
                    <p:embed/>
                    <p:pic>
                      <p:nvPicPr>
                        <p:cNvPr id="0" name="图片 47284"/>
                        <p:cNvPicPr>
                          <a:picLocks noChangeAspect="1" noChangeArrowheads="1"/>
                        </p:cNvPicPr>
                        <p:nvPr/>
                      </p:nvPicPr>
                      <p:blipFill>
                        <a:blip r:embed="rId12"/>
                        <a:srcRect/>
                        <a:stretch>
                          <a:fillRect/>
                        </a:stretch>
                      </p:blipFill>
                      <p:spPr bwMode="auto">
                        <a:xfrm>
                          <a:off x="1033" y="2330"/>
                          <a:ext cx="174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74" name="Object 15"/>
            <p:cNvGraphicFramePr>
              <a:graphicFrameLocks noChangeAspect="1"/>
            </p:cNvGraphicFramePr>
            <p:nvPr/>
          </p:nvGraphicFramePr>
          <p:xfrm>
            <a:off x="1287" y="2582"/>
            <a:ext cx="1233" cy="275"/>
          </p:xfrm>
          <a:graphic>
            <a:graphicData uri="http://schemas.openxmlformats.org/presentationml/2006/ole">
              <mc:AlternateContent xmlns:mc="http://schemas.openxmlformats.org/markup-compatibility/2006">
                <mc:Choice xmlns:v="urn:schemas-microsoft-com:vml" Requires="v">
                  <p:oleObj spid="_x0000_s47299" name="Equation" r:id="rId13" imgW="26822400" imgH="5486400" progId="Equation.DSMT4">
                    <p:embed/>
                  </p:oleObj>
                </mc:Choice>
                <mc:Fallback>
                  <p:oleObj name="Equation" r:id="rId13" imgW="26822400" imgH="5486400" progId="Equation.DSMT4">
                    <p:embed/>
                    <p:pic>
                      <p:nvPicPr>
                        <p:cNvPr id="0" name="图片 47285"/>
                        <p:cNvPicPr>
                          <a:picLocks noChangeAspect="1" noChangeArrowheads="1"/>
                        </p:cNvPicPr>
                        <p:nvPr/>
                      </p:nvPicPr>
                      <p:blipFill>
                        <a:blip r:embed="rId14"/>
                        <a:srcRect/>
                        <a:stretch>
                          <a:fillRect/>
                        </a:stretch>
                      </p:blipFill>
                      <p:spPr bwMode="auto">
                        <a:xfrm>
                          <a:off x="1287" y="2582"/>
                          <a:ext cx="123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75" name="Object 16"/>
            <p:cNvGraphicFramePr>
              <a:graphicFrameLocks noChangeAspect="1"/>
            </p:cNvGraphicFramePr>
            <p:nvPr/>
          </p:nvGraphicFramePr>
          <p:xfrm>
            <a:off x="1143" y="2835"/>
            <a:ext cx="1522" cy="249"/>
          </p:xfrm>
          <a:graphic>
            <a:graphicData uri="http://schemas.openxmlformats.org/presentationml/2006/ole">
              <mc:AlternateContent xmlns:mc="http://schemas.openxmlformats.org/markup-compatibility/2006">
                <mc:Choice xmlns:v="urn:schemas-microsoft-com:vml" Requires="v">
                  <p:oleObj spid="_x0000_s47300" name="Equation" r:id="rId15" imgW="36576000" imgH="5486400" progId="Equation.DSMT4">
                    <p:embed/>
                  </p:oleObj>
                </mc:Choice>
                <mc:Fallback>
                  <p:oleObj name="Equation" r:id="rId15" imgW="36576000" imgH="5486400" progId="Equation.DSMT4">
                    <p:embed/>
                    <p:pic>
                      <p:nvPicPr>
                        <p:cNvPr id="0" name="图片 47286"/>
                        <p:cNvPicPr>
                          <a:picLocks noChangeAspect="1" noChangeArrowheads="1"/>
                        </p:cNvPicPr>
                        <p:nvPr/>
                      </p:nvPicPr>
                      <p:blipFill>
                        <a:blip r:embed="rId16"/>
                        <a:srcRect/>
                        <a:stretch>
                          <a:fillRect/>
                        </a:stretch>
                      </p:blipFill>
                      <p:spPr bwMode="auto">
                        <a:xfrm>
                          <a:off x="1143" y="2835"/>
                          <a:ext cx="152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2845" name="Group 29"/>
          <p:cNvGrpSpPr/>
          <p:nvPr/>
        </p:nvGrpSpPr>
        <p:grpSpPr bwMode="auto">
          <a:xfrm>
            <a:off x="5436096" y="838200"/>
            <a:ext cx="3491880" cy="2014736"/>
            <a:chOff x="3780" y="528"/>
            <a:chExt cx="1980" cy="1048"/>
          </a:xfrm>
        </p:grpSpPr>
        <p:sp>
          <p:nvSpPr>
            <p:cNvPr id="23570" name="Rectangle 18"/>
            <p:cNvSpPr>
              <a:spLocks noChangeArrowheads="1"/>
            </p:cNvSpPr>
            <p:nvPr/>
          </p:nvSpPr>
          <p:spPr bwMode="auto">
            <a:xfrm>
              <a:off x="3780" y="1326"/>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Times New Roman" panose="02020603050405020304" pitchFamily="18" charset="0"/>
                </a:rPr>
                <a:t>（</a:t>
              </a:r>
              <a:r>
                <a:rPr lang="en-US" altLang="zh-CN" sz="2000">
                  <a:latin typeface="Times New Roman" panose="02020603050405020304" pitchFamily="18" charset="0"/>
                </a:rPr>
                <a:t>a</a:t>
              </a:r>
              <a:r>
                <a:rPr lang="zh-CN" altLang="en-US" sz="2000">
                  <a:latin typeface="Times New Roman" panose="02020603050405020304" pitchFamily="18" charset="0"/>
                </a:rPr>
                <a:t>）</a:t>
              </a:r>
            </a:p>
          </p:txBody>
        </p:sp>
        <p:graphicFrame>
          <p:nvGraphicFramePr>
            <p:cNvPr id="23571" name="Object 19"/>
            <p:cNvGraphicFramePr>
              <a:graphicFrameLocks noChangeAspect="1"/>
            </p:cNvGraphicFramePr>
            <p:nvPr/>
          </p:nvGraphicFramePr>
          <p:xfrm>
            <a:off x="3780" y="528"/>
            <a:ext cx="1980" cy="736"/>
          </p:xfrm>
          <a:graphic>
            <a:graphicData uri="http://schemas.openxmlformats.org/presentationml/2006/ole">
              <mc:AlternateContent xmlns:mc="http://schemas.openxmlformats.org/markup-compatibility/2006">
                <mc:Choice xmlns:v="urn:schemas-microsoft-com:vml" Requires="v">
                  <p:oleObj spid="_x0000_s47301" name="Visio" r:id="rId17" imgW="3111500" imgH="1168400" progId="Visio.Drawing.11">
                    <p:embed/>
                  </p:oleObj>
                </mc:Choice>
                <mc:Fallback>
                  <p:oleObj name="Visio" r:id="rId17" imgW="3111500" imgH="1168400" progId="Visio.Drawing.11">
                    <p:embed/>
                    <p:pic>
                      <p:nvPicPr>
                        <p:cNvPr id="0" name="图片 47287"/>
                        <p:cNvPicPr>
                          <a:picLocks noChangeAspect="1" noChangeArrowheads="1"/>
                        </p:cNvPicPr>
                        <p:nvPr/>
                      </p:nvPicPr>
                      <p:blipFill>
                        <a:blip r:embed="rId18"/>
                        <a:srcRect/>
                        <a:stretch>
                          <a:fillRect/>
                        </a:stretch>
                      </p:blipFill>
                      <p:spPr bwMode="auto">
                        <a:xfrm>
                          <a:off x="3780" y="528"/>
                          <a:ext cx="1980"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2836" name="Group 20"/>
          <p:cNvGrpSpPr/>
          <p:nvPr/>
        </p:nvGrpSpPr>
        <p:grpSpPr bwMode="auto">
          <a:xfrm>
            <a:off x="926580" y="1322391"/>
            <a:ext cx="4140200" cy="1314453"/>
            <a:chOff x="1139" y="977"/>
            <a:chExt cx="2608" cy="828"/>
          </a:xfrm>
        </p:grpSpPr>
        <p:grpSp>
          <p:nvGrpSpPr>
            <p:cNvPr id="23566" name="Group 21"/>
            <p:cNvGrpSpPr/>
            <p:nvPr/>
          </p:nvGrpSpPr>
          <p:grpSpPr bwMode="auto">
            <a:xfrm>
              <a:off x="1485" y="1305"/>
              <a:ext cx="2262" cy="500"/>
              <a:chOff x="1485" y="1305"/>
              <a:chExt cx="2262" cy="500"/>
            </a:xfrm>
          </p:grpSpPr>
          <p:graphicFrame>
            <p:nvGraphicFramePr>
              <p:cNvPr id="23568" name="Object 22"/>
              <p:cNvGraphicFramePr>
                <a:graphicFrameLocks noChangeAspect="1"/>
              </p:cNvGraphicFramePr>
              <p:nvPr/>
            </p:nvGraphicFramePr>
            <p:xfrm>
              <a:off x="1485" y="1305"/>
              <a:ext cx="1422" cy="500"/>
            </p:xfrm>
            <a:graphic>
              <a:graphicData uri="http://schemas.openxmlformats.org/presentationml/2006/ole">
                <mc:AlternateContent xmlns:mc="http://schemas.openxmlformats.org/markup-compatibility/2006">
                  <mc:Choice xmlns:v="urn:schemas-microsoft-com:vml" Requires="v">
                    <p:oleObj spid="_x0000_s47302" name="Equation" r:id="rId19" imgW="32308800" imgH="10972800" progId="Equation.DSMT4">
                      <p:embed/>
                    </p:oleObj>
                  </mc:Choice>
                  <mc:Fallback>
                    <p:oleObj name="Equation" r:id="rId19" imgW="32308800" imgH="10972800" progId="Equation.DSMT4">
                      <p:embed/>
                      <p:pic>
                        <p:nvPicPr>
                          <p:cNvPr id="0" name="图片 47288"/>
                          <p:cNvPicPr>
                            <a:picLocks noChangeAspect="1" noChangeArrowheads="1"/>
                          </p:cNvPicPr>
                          <p:nvPr/>
                        </p:nvPicPr>
                        <p:blipFill>
                          <a:blip r:embed="rId20"/>
                          <a:srcRect/>
                          <a:stretch>
                            <a:fillRect/>
                          </a:stretch>
                        </p:blipFill>
                        <p:spPr bwMode="auto">
                          <a:xfrm>
                            <a:off x="1485" y="1305"/>
                            <a:ext cx="1422" cy="500"/>
                          </a:xfrm>
                          <a:prstGeom prst="rect">
                            <a:avLst/>
                          </a:prstGeom>
                          <a:noFill/>
                          <a:ln>
                            <a:noFill/>
                          </a:ln>
                        </p:spPr>
                      </p:pic>
                    </p:oleObj>
                  </mc:Fallback>
                </mc:AlternateContent>
              </a:graphicData>
            </a:graphic>
          </p:graphicFrame>
          <p:sp>
            <p:nvSpPr>
              <p:cNvPr id="23569" name="Rectangle 23"/>
              <p:cNvSpPr>
                <a:spLocks noChangeArrowheads="1"/>
              </p:cNvSpPr>
              <p:nvPr/>
            </p:nvSpPr>
            <p:spPr bwMode="auto">
              <a:xfrm>
                <a:off x="3027" y="1419"/>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dirty="0">
                    <a:latin typeface="Times New Roman" panose="02020603050405020304" pitchFamily="18" charset="0"/>
                  </a:rPr>
                  <a:t>(</a:t>
                </a:r>
                <a:r>
                  <a:rPr lang="zh-CN" altLang="en-US" sz="2000" dirty="0">
                    <a:latin typeface="Times New Roman" panose="02020603050405020304" pitchFamily="18" charset="0"/>
                  </a:rPr>
                  <a:t>单位 </a:t>
                </a:r>
                <a:r>
                  <a:rPr lang="en-US" altLang="zh-CN" sz="2000" dirty="0">
                    <a:latin typeface="Times New Roman" panose="02020603050405020304" pitchFamily="18" charset="0"/>
                  </a:rPr>
                  <a:t>S) </a:t>
                </a:r>
              </a:p>
            </p:txBody>
          </p:sp>
        </p:grpSp>
        <p:graphicFrame>
          <p:nvGraphicFramePr>
            <p:cNvPr id="23567" name="Object 24"/>
            <p:cNvGraphicFramePr>
              <a:graphicFrameLocks noChangeAspect="1"/>
            </p:cNvGraphicFramePr>
            <p:nvPr/>
          </p:nvGraphicFramePr>
          <p:xfrm>
            <a:off x="1139" y="977"/>
            <a:ext cx="224" cy="238"/>
          </p:xfrm>
          <a:graphic>
            <a:graphicData uri="http://schemas.openxmlformats.org/presentationml/2006/ole">
              <mc:AlternateContent xmlns:mc="http://schemas.openxmlformats.org/markup-compatibility/2006">
                <mc:Choice xmlns:v="urn:schemas-microsoft-com:vml" Requires="v">
                  <p:oleObj spid="_x0000_s47303" name="Equation" r:id="rId21" imgW="4267200" imgH="4572000" progId="Equation.DSMT4">
                    <p:embed/>
                  </p:oleObj>
                </mc:Choice>
                <mc:Fallback>
                  <p:oleObj name="Equation" r:id="rId21" imgW="4267200" imgH="4572000" progId="Equation.DSMT4">
                    <p:embed/>
                    <p:pic>
                      <p:nvPicPr>
                        <p:cNvPr id="0" name="图片 47289"/>
                        <p:cNvPicPr>
                          <a:picLocks noChangeAspect="1" noChangeArrowheads="1"/>
                        </p:cNvPicPr>
                        <p:nvPr/>
                      </p:nvPicPr>
                      <p:blipFill>
                        <a:blip r:embed="rId22"/>
                        <a:srcRect/>
                        <a:stretch>
                          <a:fillRect/>
                        </a:stretch>
                      </p:blipFill>
                      <p:spPr bwMode="auto">
                        <a:xfrm>
                          <a:off x="1139" y="977"/>
                          <a:ext cx="224" cy="238"/>
                        </a:xfrm>
                        <a:prstGeom prst="rect">
                          <a:avLst/>
                        </a:prstGeom>
                        <a:noFill/>
                        <a:ln>
                          <a:noFill/>
                        </a:ln>
                      </p:spPr>
                    </p:pic>
                  </p:oleObj>
                </mc:Fallback>
              </mc:AlternateContent>
            </a:graphicData>
          </a:graphic>
        </p:graphicFrame>
      </p:grpSp>
      <p:grpSp>
        <p:nvGrpSpPr>
          <p:cNvPr id="162842" name="Group 26"/>
          <p:cNvGrpSpPr/>
          <p:nvPr/>
        </p:nvGrpSpPr>
        <p:grpSpPr bwMode="auto">
          <a:xfrm>
            <a:off x="4930080" y="3803997"/>
            <a:ext cx="3962400" cy="2073275"/>
            <a:chOff x="2928" y="2784"/>
            <a:chExt cx="2496" cy="1306"/>
          </a:xfrm>
        </p:grpSpPr>
        <p:graphicFrame>
          <p:nvGraphicFramePr>
            <p:cNvPr id="23564" name="Object 27"/>
            <p:cNvGraphicFramePr>
              <a:graphicFrameLocks noChangeAspect="1"/>
            </p:cNvGraphicFramePr>
            <p:nvPr/>
          </p:nvGraphicFramePr>
          <p:xfrm>
            <a:off x="3264" y="2784"/>
            <a:ext cx="1776" cy="1017"/>
          </p:xfrm>
          <a:graphic>
            <a:graphicData uri="http://schemas.openxmlformats.org/presentationml/2006/ole">
              <mc:AlternateContent xmlns:mc="http://schemas.openxmlformats.org/markup-compatibility/2006">
                <mc:Choice xmlns:v="urn:schemas-microsoft-com:vml" Requires="v">
                  <p:oleObj spid="_x0000_s47304" name="Visio" r:id="rId23" imgW="2717800" imgH="1562100" progId="Visio.Drawing.11">
                    <p:embed/>
                  </p:oleObj>
                </mc:Choice>
                <mc:Fallback>
                  <p:oleObj name="Visio" r:id="rId23" imgW="2717800" imgH="1562100" progId="Visio.Drawing.11">
                    <p:embed/>
                    <p:pic>
                      <p:nvPicPr>
                        <p:cNvPr id="0" name="图片 47290"/>
                        <p:cNvPicPr>
                          <a:picLocks noChangeAspect="1" noChangeArrowheads="1"/>
                        </p:cNvPicPr>
                        <p:nvPr/>
                      </p:nvPicPr>
                      <p:blipFill>
                        <a:blip r:embed="rId24"/>
                        <a:srcRect/>
                        <a:stretch>
                          <a:fillRect/>
                        </a:stretch>
                      </p:blipFill>
                      <p:spPr bwMode="auto">
                        <a:xfrm>
                          <a:off x="3264" y="2784"/>
                          <a:ext cx="1776" cy="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5" name="Rectangle 28"/>
            <p:cNvSpPr>
              <a:spLocks noChangeArrowheads="1"/>
            </p:cNvSpPr>
            <p:nvPr/>
          </p:nvSpPr>
          <p:spPr bwMode="auto">
            <a:xfrm>
              <a:off x="2928" y="3840"/>
              <a:ext cx="24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endParaRPr lang="zh-CN" altLang="zh-CN" sz="2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62823"/>
                                        </p:tgtEl>
                                        <p:attrNameLst>
                                          <p:attrName>style.visibility</p:attrName>
                                        </p:attrNameLst>
                                      </p:cBhvr>
                                      <p:to>
                                        <p:strVal val="visible"/>
                                      </p:to>
                                    </p:set>
                                    <p:animEffect transition="in" filter="dissolve">
                                      <p:cBhvr>
                                        <p:cTn id="7" dur="500"/>
                                        <p:tgtEl>
                                          <p:spTgt spid="1628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2821">
                                            <p:txEl>
                                              <p:pRg st="0" end="0"/>
                                            </p:txEl>
                                          </p:spTgt>
                                        </p:tgtEl>
                                        <p:attrNameLst>
                                          <p:attrName>style.visibility</p:attrName>
                                        </p:attrNameLst>
                                      </p:cBhvr>
                                      <p:to>
                                        <p:strVal val="visible"/>
                                      </p:to>
                                    </p:set>
                                    <p:anim calcmode="lin" valueType="num">
                                      <p:cBhvr additive="base">
                                        <p:cTn id="12" dur="500" fill="hold"/>
                                        <p:tgtEl>
                                          <p:spTgt spid="16282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628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2821">
                                            <p:txEl>
                                              <p:pRg st="1" end="1"/>
                                            </p:txEl>
                                          </p:spTgt>
                                        </p:tgtEl>
                                        <p:attrNameLst>
                                          <p:attrName>style.visibility</p:attrName>
                                        </p:attrNameLst>
                                      </p:cBhvr>
                                      <p:to>
                                        <p:strVal val="visible"/>
                                      </p:to>
                                    </p:set>
                                    <p:anim calcmode="lin" valueType="num">
                                      <p:cBhvr additive="base">
                                        <p:cTn id="18" dur="500" fill="hold"/>
                                        <p:tgtEl>
                                          <p:spTgt spid="162821">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2821">
                                            <p:txEl>
                                              <p:pRg st="1" end="1"/>
                                            </p:txEl>
                                          </p:spTgt>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162836"/>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nodeType="afterEffect">
                                  <p:stCondLst>
                                    <p:cond delay="0"/>
                                  </p:stCondLst>
                                  <p:childTnLst>
                                    <p:set>
                                      <p:cBhvr>
                                        <p:cTn id="25" dur="1" fill="hold">
                                          <p:stCondLst>
                                            <p:cond delay="499"/>
                                          </p:stCondLst>
                                        </p:cTn>
                                        <p:tgtEl>
                                          <p:spTgt spid="1628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62824"/>
                                        </p:tgtEl>
                                        <p:attrNameLst>
                                          <p:attrName>style.visibility</p:attrName>
                                        </p:attrNameLst>
                                      </p:cBhvr>
                                      <p:to>
                                        <p:strVal val="visible"/>
                                      </p:to>
                                    </p:set>
                                    <p:anim calcmode="lin" valueType="num">
                                      <p:cBhvr additive="base">
                                        <p:cTn id="30" dur="500" fill="hold"/>
                                        <p:tgtEl>
                                          <p:spTgt spid="162824"/>
                                        </p:tgtEl>
                                        <p:attrNameLst>
                                          <p:attrName>ppt_x</p:attrName>
                                        </p:attrNameLst>
                                      </p:cBhvr>
                                      <p:tavLst>
                                        <p:tav tm="0">
                                          <p:val>
                                            <p:strVal val="0-#ppt_w/2"/>
                                          </p:val>
                                        </p:tav>
                                        <p:tav tm="100000">
                                          <p:val>
                                            <p:strVal val="#ppt_x"/>
                                          </p:val>
                                        </p:tav>
                                      </p:tavLst>
                                    </p:anim>
                                    <p:anim calcmode="lin" valueType="num">
                                      <p:cBhvr additive="base">
                                        <p:cTn id="31" dur="500" fill="hold"/>
                                        <p:tgtEl>
                                          <p:spTgt spid="16282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6" fill="hold" nodeType="clickEffect">
                                  <p:stCondLst>
                                    <p:cond delay="0"/>
                                  </p:stCondLst>
                                  <p:childTnLst>
                                    <p:set>
                                      <p:cBhvr>
                                        <p:cTn id="35" dur="1" fill="hold">
                                          <p:stCondLst>
                                            <p:cond delay="0"/>
                                          </p:stCondLst>
                                        </p:cTn>
                                        <p:tgtEl>
                                          <p:spTgt spid="162842"/>
                                        </p:tgtEl>
                                        <p:attrNameLst>
                                          <p:attrName>style.visibility</p:attrName>
                                        </p:attrNameLst>
                                      </p:cBhvr>
                                      <p:to>
                                        <p:strVal val="visible"/>
                                      </p:to>
                                    </p:set>
                                    <p:anim calcmode="lin" valueType="num">
                                      <p:cBhvr additive="base">
                                        <p:cTn id="36" dur="500" fill="hold"/>
                                        <p:tgtEl>
                                          <p:spTgt spid="162842"/>
                                        </p:tgtEl>
                                        <p:attrNameLst>
                                          <p:attrName>ppt_x</p:attrName>
                                        </p:attrNameLst>
                                      </p:cBhvr>
                                      <p:tavLst>
                                        <p:tav tm="0">
                                          <p:val>
                                            <p:strVal val="1+#ppt_w/2"/>
                                          </p:val>
                                        </p:tav>
                                        <p:tav tm="100000">
                                          <p:val>
                                            <p:strVal val="#ppt_x"/>
                                          </p:val>
                                        </p:tav>
                                      </p:tavLst>
                                    </p:anim>
                                    <p:anim calcmode="lin" valueType="num">
                                      <p:cBhvr additive="base">
                                        <p:cTn id="37" dur="500" fill="hold"/>
                                        <p:tgtEl>
                                          <p:spTgt spid="16284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162828"/>
                                        </p:tgtEl>
                                        <p:attrNameLst>
                                          <p:attrName>style.visibility</p:attrName>
                                        </p:attrNameLst>
                                      </p:cBhvr>
                                      <p:to>
                                        <p:strVal val="visible"/>
                                      </p:to>
                                    </p:set>
                                    <p:animEffect transition="in" filter="barn(outHorizontal)">
                                      <p:cBhvr>
                                        <p:cTn id="42" dur="500"/>
                                        <p:tgtEl>
                                          <p:spTgt spid="162828"/>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62822"/>
                                        </p:tgtEl>
                                        <p:attrNameLst>
                                          <p:attrName>style.visibility</p:attrName>
                                        </p:attrNameLst>
                                      </p:cBhvr>
                                      <p:to>
                                        <p:strVal val="visible"/>
                                      </p:to>
                                    </p:set>
                                    <p:anim calcmode="lin" valueType="num">
                                      <p:cBhvr additive="base">
                                        <p:cTn id="47" dur="500" fill="hold"/>
                                        <p:tgtEl>
                                          <p:spTgt spid="162822"/>
                                        </p:tgtEl>
                                        <p:attrNameLst>
                                          <p:attrName>ppt_x</p:attrName>
                                        </p:attrNameLst>
                                      </p:cBhvr>
                                      <p:tavLst>
                                        <p:tav tm="0">
                                          <p:val>
                                            <p:strVal val="#ppt_x"/>
                                          </p:val>
                                        </p:tav>
                                        <p:tav tm="100000">
                                          <p:val>
                                            <p:strVal val="#ppt_x"/>
                                          </p:val>
                                        </p:tav>
                                      </p:tavLst>
                                    </p:anim>
                                    <p:anim calcmode="lin" valueType="num">
                                      <p:cBhvr additive="base">
                                        <p:cTn id="48" dur="500" fill="hold"/>
                                        <p:tgtEl>
                                          <p:spTgt spid="162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1" grpId="0" build="p" autoUpdateAnimBg="0"/>
      <p:bldP spid="16282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3" name="Rectangle 3"/>
          <p:cNvSpPr>
            <a:spLocks noGrp="1" noChangeArrowheads="1"/>
          </p:cNvSpPr>
          <p:nvPr>
            <p:ph type="subTitle" idx="1"/>
          </p:nvPr>
        </p:nvSpPr>
        <p:spPr>
          <a:xfrm>
            <a:off x="4343400" y="1219200"/>
            <a:ext cx="4419600" cy="609600"/>
          </a:xfrm>
        </p:spPr>
        <p:txBody>
          <a:bodyPr rtlCol="0">
            <a:noAutofit/>
          </a:bodyPr>
          <a:lstStyle/>
          <a:p>
            <a:pPr algn="just" eaLnBrk="1" fontAlgn="auto" hangingPunct="1">
              <a:spcAft>
                <a:spcPts val="0"/>
              </a:spcAft>
              <a:buFont typeface="Arial" panose="020B0604020202020204" pitchFamily="34" charset="0"/>
              <a:buNone/>
              <a:defRPr/>
            </a:pPr>
            <a:r>
              <a:rPr lang="zh-CN" altLang="en-US" sz="2000" b="1">
                <a:solidFill>
                  <a:schemeClr val="tx1"/>
                </a:solidFill>
                <a:latin typeface="宋体" panose="02010600030101010101" pitchFamily="2" charset="-122"/>
              </a:rPr>
              <a:t>求它的</a:t>
            </a:r>
            <a:r>
              <a:rPr lang="en-US" altLang="zh-CN" sz="2000" b="1">
                <a:solidFill>
                  <a:schemeClr val="tx1"/>
                </a:solidFill>
                <a:latin typeface="宋体" panose="02010600030101010101" pitchFamily="2" charset="-122"/>
              </a:rPr>
              <a:t>T</a:t>
            </a:r>
            <a:r>
              <a:rPr lang="zh-CN" altLang="en-US" sz="2000" b="1">
                <a:solidFill>
                  <a:schemeClr val="tx1"/>
                </a:solidFill>
                <a:latin typeface="宋体" panose="02010600030101010101" pitchFamily="2" charset="-122"/>
              </a:rPr>
              <a:t>形等效电路。已知二端口网络的传输参数矩阵为 </a:t>
            </a:r>
          </a:p>
          <a:p>
            <a:pPr algn="just" eaLnBrk="1" fontAlgn="auto" hangingPunct="1">
              <a:spcAft>
                <a:spcPts val="0"/>
              </a:spcAft>
              <a:buFont typeface="Arial" panose="020B0604020202020204" pitchFamily="34" charset="0"/>
              <a:buNone/>
              <a:defRPr/>
            </a:pPr>
            <a:endParaRPr lang="zh-CN" altLang="en-US" sz="2000" b="1">
              <a:solidFill>
                <a:schemeClr val="tx1"/>
              </a:solidFill>
              <a:latin typeface="宋体" panose="02010600030101010101" pitchFamily="2" charset="-122"/>
            </a:endParaRPr>
          </a:p>
          <a:p>
            <a:pPr algn="just" eaLnBrk="1" fontAlgn="auto" hangingPunct="1">
              <a:spcAft>
                <a:spcPts val="0"/>
              </a:spcAft>
              <a:buFont typeface="Arial" panose="020B0604020202020204" pitchFamily="34" charset="0"/>
              <a:buNone/>
              <a:defRPr/>
            </a:pPr>
            <a:endParaRPr lang="en-US" altLang="zh-CN" sz="2000" b="1">
              <a:solidFill>
                <a:schemeClr val="tx1"/>
              </a:solidFill>
              <a:latin typeface="宋体" panose="02010600030101010101" pitchFamily="2" charset="-122"/>
            </a:endParaRPr>
          </a:p>
        </p:txBody>
      </p:sp>
      <p:graphicFrame>
        <p:nvGraphicFramePr>
          <p:cNvPr id="138277" name="Object 37"/>
          <p:cNvGraphicFramePr>
            <a:graphicFrameLocks noChangeAspect="1"/>
          </p:cNvGraphicFramePr>
          <p:nvPr/>
        </p:nvGraphicFramePr>
        <p:xfrm>
          <a:off x="304800" y="115888"/>
          <a:ext cx="8077200" cy="512762"/>
        </p:xfrm>
        <a:graphic>
          <a:graphicData uri="http://schemas.openxmlformats.org/presentationml/2006/ole">
            <mc:AlternateContent xmlns:mc="http://schemas.openxmlformats.org/markup-compatibility/2006">
              <mc:Choice xmlns:v="urn:schemas-microsoft-com:vml" Requires="v">
                <p:oleObj spid="_x0000_s42504" name="Visio" r:id="rId3" imgW="6832600" imgH="444500" progId="Visio.Drawing.11">
                  <p:embed/>
                </p:oleObj>
              </mc:Choice>
              <mc:Fallback>
                <p:oleObj name="Visio" r:id="rId3" imgW="6832600" imgH="444500" progId="Visio.Drawing.11">
                  <p:embed/>
                  <p:pic>
                    <p:nvPicPr>
                      <p:cNvPr id="0" name="图片 42487"/>
                      <p:cNvPicPr>
                        <a:picLocks noChangeAspect="1" noChangeArrowheads="1"/>
                      </p:cNvPicPr>
                      <p:nvPr/>
                    </p:nvPicPr>
                    <p:blipFill>
                      <a:blip r:embed="rId4"/>
                      <a:srcRect/>
                      <a:stretch>
                        <a:fillRect/>
                      </a:stretch>
                    </p:blipFill>
                    <p:spPr bwMode="auto">
                      <a:xfrm>
                        <a:off x="304800" y="115888"/>
                        <a:ext cx="8077200" cy="512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8279" name="Object 39"/>
          <p:cNvGraphicFramePr>
            <a:graphicFrameLocks noChangeAspect="1"/>
          </p:cNvGraphicFramePr>
          <p:nvPr/>
        </p:nvGraphicFramePr>
        <p:xfrm>
          <a:off x="6660232" y="1628800"/>
          <a:ext cx="1945036" cy="760809"/>
        </p:xfrm>
        <a:graphic>
          <a:graphicData uri="http://schemas.openxmlformats.org/presentationml/2006/ole">
            <mc:AlternateContent xmlns:mc="http://schemas.openxmlformats.org/markup-compatibility/2006">
              <mc:Choice xmlns:v="urn:schemas-microsoft-com:vml" Requires="v">
                <p:oleObj spid="_x0000_s42505" name="Equation" r:id="rId5" imgW="28956000" imgH="10972800" progId="Equation.DSMT4">
                  <p:embed/>
                </p:oleObj>
              </mc:Choice>
              <mc:Fallback>
                <p:oleObj name="Equation" r:id="rId5" imgW="28956000" imgH="10972800" progId="Equation.DSMT4">
                  <p:embed/>
                  <p:pic>
                    <p:nvPicPr>
                      <p:cNvPr id="0" name="图片 42488"/>
                      <p:cNvPicPr>
                        <a:picLocks noChangeAspect="1" noChangeArrowheads="1"/>
                      </p:cNvPicPr>
                      <p:nvPr/>
                    </p:nvPicPr>
                    <p:blipFill>
                      <a:blip r:embed="rId6"/>
                      <a:srcRect/>
                      <a:stretch>
                        <a:fillRect/>
                      </a:stretch>
                    </p:blipFill>
                    <p:spPr bwMode="auto">
                      <a:xfrm>
                        <a:off x="6660232" y="1628800"/>
                        <a:ext cx="1945036" cy="760809"/>
                      </a:xfrm>
                      <a:prstGeom prst="rect">
                        <a:avLst/>
                      </a:prstGeom>
                      <a:noFill/>
                      <a:ln>
                        <a:noFill/>
                      </a:ln>
                    </p:spPr>
                  </p:pic>
                </p:oleObj>
              </mc:Fallback>
            </mc:AlternateContent>
          </a:graphicData>
        </a:graphic>
      </p:graphicFrame>
      <p:grpSp>
        <p:nvGrpSpPr>
          <p:cNvPr id="138300" name="Group 60"/>
          <p:cNvGrpSpPr/>
          <p:nvPr/>
        </p:nvGrpSpPr>
        <p:grpSpPr bwMode="auto">
          <a:xfrm>
            <a:off x="457200" y="1066800"/>
            <a:ext cx="3429000" cy="1751013"/>
            <a:chOff x="3120" y="2363"/>
            <a:chExt cx="2160" cy="1103"/>
          </a:xfrm>
        </p:grpSpPr>
        <p:sp>
          <p:nvSpPr>
            <p:cNvPr id="24608" name="Rectangle 28"/>
            <p:cNvSpPr>
              <a:spLocks noChangeArrowheads="1"/>
            </p:cNvSpPr>
            <p:nvPr/>
          </p:nvSpPr>
          <p:spPr bwMode="auto">
            <a:xfrm>
              <a:off x="3120" y="3216"/>
              <a:ext cx="19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endParaRPr lang="zh-CN" altLang="zh-CN" sz="2000">
                <a:latin typeface="Times New Roman" panose="02020603050405020304" pitchFamily="18" charset="0"/>
              </a:endParaRPr>
            </a:p>
          </p:txBody>
        </p:sp>
        <p:graphicFrame>
          <p:nvGraphicFramePr>
            <p:cNvPr id="24609" name="Object 41"/>
            <p:cNvGraphicFramePr>
              <a:graphicFrameLocks noChangeAspect="1"/>
            </p:cNvGraphicFramePr>
            <p:nvPr/>
          </p:nvGraphicFramePr>
          <p:xfrm>
            <a:off x="3120" y="2363"/>
            <a:ext cx="2160" cy="750"/>
          </p:xfrm>
          <a:graphic>
            <a:graphicData uri="http://schemas.openxmlformats.org/presentationml/2006/ole">
              <mc:AlternateContent xmlns:mc="http://schemas.openxmlformats.org/markup-compatibility/2006">
                <mc:Choice xmlns:v="urn:schemas-microsoft-com:vml" Requires="v">
                  <p:oleObj spid="_x0000_s42506" name="Visio" r:id="rId7" imgW="2755900" imgH="965200" progId="Visio.Drawing.11">
                    <p:embed/>
                  </p:oleObj>
                </mc:Choice>
                <mc:Fallback>
                  <p:oleObj name="Visio" r:id="rId7" imgW="2755900" imgH="965200" progId="Visio.Drawing.11">
                    <p:embed/>
                    <p:pic>
                      <p:nvPicPr>
                        <p:cNvPr id="0" name="图片 42489"/>
                        <p:cNvPicPr>
                          <a:picLocks noChangeAspect="1" noChangeArrowheads="1"/>
                        </p:cNvPicPr>
                        <p:nvPr/>
                      </p:nvPicPr>
                      <p:blipFill>
                        <a:blip r:embed="rId8"/>
                        <a:srcRect/>
                        <a:stretch>
                          <a:fillRect/>
                        </a:stretch>
                      </p:blipFill>
                      <p:spPr bwMode="auto">
                        <a:xfrm>
                          <a:off x="3120" y="2363"/>
                          <a:ext cx="216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8302" name="Group 62"/>
          <p:cNvGrpSpPr/>
          <p:nvPr/>
        </p:nvGrpSpPr>
        <p:grpSpPr bwMode="auto">
          <a:xfrm>
            <a:off x="723900" y="5831163"/>
            <a:ext cx="4602163" cy="890588"/>
            <a:chOff x="456" y="3504"/>
            <a:chExt cx="2899" cy="561"/>
          </a:xfrm>
        </p:grpSpPr>
        <p:sp>
          <p:nvSpPr>
            <p:cNvPr id="24604" name="Rectangle 33"/>
            <p:cNvSpPr>
              <a:spLocks noChangeArrowheads="1"/>
            </p:cNvSpPr>
            <p:nvPr/>
          </p:nvSpPr>
          <p:spPr bwMode="auto">
            <a:xfrm>
              <a:off x="456" y="3504"/>
              <a:ext cx="24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由上述关系求得等效电路各电阻</a:t>
              </a:r>
              <a:r>
                <a:rPr lang="en-US" altLang="zh-CN" sz="2000">
                  <a:latin typeface="宋体" panose="02010600030101010101" pitchFamily="2" charset="-122"/>
                </a:rPr>
                <a:t>:</a:t>
              </a:r>
            </a:p>
          </p:txBody>
        </p:sp>
        <p:graphicFrame>
          <p:nvGraphicFramePr>
            <p:cNvPr id="24605" name="Object 51"/>
            <p:cNvGraphicFramePr>
              <a:graphicFrameLocks noChangeAspect="1"/>
            </p:cNvGraphicFramePr>
            <p:nvPr/>
          </p:nvGraphicFramePr>
          <p:xfrm>
            <a:off x="1443" y="3799"/>
            <a:ext cx="571" cy="266"/>
          </p:xfrm>
          <a:graphic>
            <a:graphicData uri="http://schemas.openxmlformats.org/presentationml/2006/ole">
              <mc:AlternateContent xmlns:mc="http://schemas.openxmlformats.org/markup-compatibility/2006">
                <mc:Choice xmlns:v="urn:schemas-microsoft-com:vml" Requires="v">
                  <p:oleObj spid="_x0000_s42507" name="Equation" r:id="rId9" imgW="12496800" imgH="5486400" progId="Equation.DSMT4">
                    <p:embed/>
                  </p:oleObj>
                </mc:Choice>
                <mc:Fallback>
                  <p:oleObj name="Equation" r:id="rId9" imgW="12496800" imgH="5486400" progId="Equation.DSMT4">
                    <p:embed/>
                    <p:pic>
                      <p:nvPicPr>
                        <p:cNvPr id="0" name="图片 42490"/>
                        <p:cNvPicPr>
                          <a:picLocks noChangeAspect="1" noChangeArrowheads="1"/>
                        </p:cNvPicPr>
                        <p:nvPr/>
                      </p:nvPicPr>
                      <p:blipFill>
                        <a:blip r:embed="rId10"/>
                        <a:srcRect/>
                        <a:stretch>
                          <a:fillRect/>
                        </a:stretch>
                      </p:blipFill>
                      <p:spPr bwMode="auto">
                        <a:xfrm>
                          <a:off x="1443" y="3799"/>
                          <a:ext cx="57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06" name="Object 53"/>
            <p:cNvGraphicFramePr>
              <a:graphicFrameLocks noChangeAspect="1"/>
            </p:cNvGraphicFramePr>
            <p:nvPr/>
          </p:nvGraphicFramePr>
          <p:xfrm>
            <a:off x="2078" y="3809"/>
            <a:ext cx="548" cy="251"/>
          </p:xfrm>
          <a:graphic>
            <a:graphicData uri="http://schemas.openxmlformats.org/presentationml/2006/ole">
              <mc:AlternateContent xmlns:mc="http://schemas.openxmlformats.org/markup-compatibility/2006">
                <mc:Choice xmlns:v="urn:schemas-microsoft-com:vml" Requires="v">
                  <p:oleObj spid="_x0000_s42508" name="Equation" r:id="rId11" imgW="12801600" imgH="5486400" progId="Equation.DSMT4">
                    <p:embed/>
                  </p:oleObj>
                </mc:Choice>
                <mc:Fallback>
                  <p:oleObj name="Equation" r:id="rId11" imgW="12801600" imgH="5486400" progId="Equation.DSMT4">
                    <p:embed/>
                    <p:pic>
                      <p:nvPicPr>
                        <p:cNvPr id="0" name="图片 42491"/>
                        <p:cNvPicPr>
                          <a:picLocks noChangeAspect="1" noChangeArrowheads="1"/>
                        </p:cNvPicPr>
                        <p:nvPr/>
                      </p:nvPicPr>
                      <p:blipFill>
                        <a:blip r:embed="rId12"/>
                        <a:srcRect/>
                        <a:stretch>
                          <a:fillRect/>
                        </a:stretch>
                      </p:blipFill>
                      <p:spPr bwMode="auto">
                        <a:xfrm>
                          <a:off x="2078" y="3809"/>
                          <a:ext cx="54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07" name="Object 55"/>
            <p:cNvGraphicFramePr>
              <a:graphicFrameLocks noChangeAspect="1"/>
            </p:cNvGraphicFramePr>
            <p:nvPr/>
          </p:nvGraphicFramePr>
          <p:xfrm>
            <a:off x="2742" y="3813"/>
            <a:ext cx="613" cy="250"/>
          </p:xfrm>
          <a:graphic>
            <a:graphicData uri="http://schemas.openxmlformats.org/presentationml/2006/ole">
              <mc:AlternateContent xmlns:mc="http://schemas.openxmlformats.org/markup-compatibility/2006">
                <mc:Choice xmlns:v="urn:schemas-microsoft-com:vml" Requires="v">
                  <p:oleObj spid="_x0000_s42509" name="Equation" r:id="rId13" imgW="14325600" imgH="5486400" progId="Equation.DSMT4">
                    <p:embed/>
                  </p:oleObj>
                </mc:Choice>
                <mc:Fallback>
                  <p:oleObj name="Equation" r:id="rId13" imgW="14325600" imgH="5486400" progId="Equation.DSMT4">
                    <p:embed/>
                    <p:pic>
                      <p:nvPicPr>
                        <p:cNvPr id="0" name="图片 42492"/>
                        <p:cNvPicPr>
                          <a:picLocks noChangeAspect="1" noChangeArrowheads="1"/>
                        </p:cNvPicPr>
                        <p:nvPr/>
                      </p:nvPicPr>
                      <p:blipFill>
                        <a:blip r:embed="rId14"/>
                        <a:srcRect/>
                        <a:stretch>
                          <a:fillRect/>
                        </a:stretch>
                      </p:blipFill>
                      <p:spPr bwMode="auto">
                        <a:xfrm>
                          <a:off x="2742" y="3813"/>
                          <a:ext cx="6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8312" name="Group 72"/>
          <p:cNvGrpSpPr/>
          <p:nvPr/>
        </p:nvGrpSpPr>
        <p:grpSpPr bwMode="auto">
          <a:xfrm>
            <a:off x="339725" y="2362200"/>
            <a:ext cx="8118475" cy="1006475"/>
            <a:chOff x="214" y="1488"/>
            <a:chExt cx="5114" cy="634"/>
          </a:xfrm>
        </p:grpSpPr>
        <p:graphicFrame>
          <p:nvGraphicFramePr>
            <p:cNvPr id="24601" name="Object 4"/>
            <p:cNvGraphicFramePr>
              <a:graphicFrameLocks noChangeAspect="1"/>
            </p:cNvGraphicFramePr>
            <p:nvPr/>
          </p:nvGraphicFramePr>
          <p:xfrm>
            <a:off x="214" y="1488"/>
            <a:ext cx="362" cy="236"/>
          </p:xfrm>
          <a:graphic>
            <a:graphicData uri="http://schemas.openxmlformats.org/presentationml/2006/ole">
              <mc:AlternateContent xmlns:mc="http://schemas.openxmlformats.org/markup-compatibility/2006">
                <mc:Choice xmlns:v="urn:schemas-microsoft-com:vml" Requires="v">
                  <p:oleObj spid="_x0000_s42510" name="Visio" r:id="rId15" imgW="635000" imgH="431800" progId="Visio.Drawing.11">
                    <p:embed/>
                  </p:oleObj>
                </mc:Choice>
                <mc:Fallback>
                  <p:oleObj name="Visio" r:id="rId15" imgW="635000" imgH="431800" progId="Visio.Drawing.11">
                    <p:embed/>
                    <p:pic>
                      <p:nvPicPr>
                        <p:cNvPr id="0" name="图片 42493"/>
                        <p:cNvPicPr>
                          <a:picLocks noChangeAspect="1" noChangeArrowheads="1"/>
                        </p:cNvPicPr>
                        <p:nvPr/>
                      </p:nvPicPr>
                      <p:blipFill>
                        <a:blip r:embed="rId16"/>
                        <a:srcRect/>
                        <a:stretch>
                          <a:fillRect/>
                        </a:stretch>
                      </p:blipFill>
                      <p:spPr bwMode="auto">
                        <a:xfrm>
                          <a:off x="214" y="1488"/>
                          <a:ext cx="362" cy="236"/>
                        </a:xfrm>
                        <a:prstGeom prst="rect">
                          <a:avLst/>
                        </a:prstGeom>
                        <a:noFill/>
                        <a:ln>
                          <a:noFill/>
                        </a:ln>
                      </p:spPr>
                    </p:pic>
                  </p:oleObj>
                </mc:Fallback>
              </mc:AlternateContent>
            </a:graphicData>
          </a:graphic>
        </p:graphicFrame>
        <p:sp>
          <p:nvSpPr>
            <p:cNvPr id="24602" name="Rectangle 6"/>
            <p:cNvSpPr>
              <a:spLocks noChangeArrowheads="1"/>
            </p:cNvSpPr>
            <p:nvPr/>
          </p:nvSpPr>
          <p:spPr bwMode="auto">
            <a:xfrm>
              <a:off x="576" y="1488"/>
              <a:ext cx="4752"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b="1" i="1">
                  <a:latin typeface="宋体" panose="02010600030101010101" pitchFamily="2" charset="-122"/>
                </a:rPr>
                <a:t>A</a:t>
              </a:r>
              <a:r>
                <a:rPr lang="zh-CN" altLang="en-US" sz="2000">
                  <a:latin typeface="宋体" panose="02010600030101010101" pitchFamily="2" charset="-122"/>
                </a:rPr>
                <a:t>满足              的互易条件，因此其</a:t>
              </a:r>
              <a:r>
                <a:rPr lang="en-US" altLang="zh-CN" sz="2000">
                  <a:latin typeface="宋体" panose="02010600030101010101" pitchFamily="2" charset="-122"/>
                </a:rPr>
                <a:t>T</a:t>
              </a:r>
              <a:r>
                <a:rPr lang="zh-CN" altLang="en-US" sz="2000">
                  <a:latin typeface="宋体" panose="02010600030101010101" pitchFamily="2" charset="-122"/>
                </a:rPr>
                <a:t>形等效电路不含受控源。为求出各电阻值，先求出</a:t>
              </a:r>
              <a:r>
                <a:rPr lang="en-US" altLang="zh-CN" sz="2000">
                  <a:latin typeface="宋体" panose="02010600030101010101" pitchFamily="2" charset="-122"/>
                </a:rPr>
                <a:t>T</a:t>
              </a:r>
              <a:r>
                <a:rPr lang="zh-CN" altLang="en-US" sz="2000">
                  <a:latin typeface="宋体" panose="02010600030101010101" pitchFamily="2" charset="-122"/>
                </a:rPr>
                <a:t>形电路的传输参数。根据例题</a:t>
              </a:r>
              <a:r>
                <a:rPr lang="en-US" altLang="zh-CN" sz="2000">
                  <a:latin typeface="宋体" panose="02010600030101010101" pitchFamily="2" charset="-122"/>
                </a:rPr>
                <a:t>14.4  </a:t>
              </a:r>
              <a:r>
                <a:rPr lang="zh-CN" altLang="en-US" sz="2000">
                  <a:latin typeface="宋体" panose="02010600030101010101" pitchFamily="2" charset="-122"/>
                </a:rPr>
                <a:t>的计算结果</a:t>
              </a:r>
              <a:r>
                <a:rPr lang="en-US" altLang="zh-CN" sz="2000">
                  <a:latin typeface="宋体" panose="02010600030101010101" pitchFamily="2" charset="-122"/>
                </a:rPr>
                <a:t>1)</a:t>
              </a:r>
              <a:r>
                <a:rPr lang="zh-CN" altLang="en-US" sz="2000">
                  <a:latin typeface="宋体" panose="02010600030101010101" pitchFamily="2" charset="-122"/>
                </a:rPr>
                <a:t>，利用其中的</a:t>
              </a:r>
              <a:r>
                <a:rPr lang="en-US" altLang="zh-CN" sz="2000">
                  <a:latin typeface="宋体" panose="02010600030101010101" pitchFamily="2" charset="-122"/>
                </a:rPr>
                <a:t>3</a:t>
              </a:r>
              <a:r>
                <a:rPr lang="zh-CN" altLang="en-US" sz="2000">
                  <a:latin typeface="宋体" panose="02010600030101010101" pitchFamily="2" charset="-122"/>
                </a:rPr>
                <a:t>个算式得</a:t>
              </a:r>
              <a:r>
                <a:rPr lang="en-US" altLang="zh-CN" sz="2000">
                  <a:latin typeface="宋体" panose="02010600030101010101" pitchFamily="2" charset="-122"/>
                </a:rPr>
                <a:t>2</a:t>
              </a:r>
              <a:r>
                <a:rPr lang="zh-CN" altLang="en-US" sz="2000">
                  <a:latin typeface="宋体" panose="02010600030101010101" pitchFamily="2" charset="-122"/>
                </a:rPr>
                <a:t>） </a:t>
              </a:r>
              <a:r>
                <a:rPr lang="en-US" altLang="zh-CN" sz="2000">
                  <a:latin typeface="宋体" panose="02010600030101010101" pitchFamily="2" charset="-122"/>
                </a:rPr>
                <a:t>: </a:t>
              </a:r>
            </a:p>
          </p:txBody>
        </p:sp>
        <p:graphicFrame>
          <p:nvGraphicFramePr>
            <p:cNvPr id="24603" name="Object 43"/>
            <p:cNvGraphicFramePr>
              <a:graphicFrameLocks noChangeAspect="1"/>
            </p:cNvGraphicFramePr>
            <p:nvPr/>
          </p:nvGraphicFramePr>
          <p:xfrm>
            <a:off x="1127" y="1506"/>
            <a:ext cx="1073" cy="240"/>
          </p:xfrm>
          <a:graphic>
            <a:graphicData uri="http://schemas.openxmlformats.org/presentationml/2006/ole">
              <mc:AlternateContent xmlns:mc="http://schemas.openxmlformats.org/markup-compatibility/2006">
                <mc:Choice xmlns:v="urn:schemas-microsoft-com:vml" Requires="v">
                  <p:oleObj spid="_x0000_s42511" name="Equation" r:id="rId17" imgW="26822400" imgH="5486400" progId="Equation.DSMT4">
                    <p:embed/>
                  </p:oleObj>
                </mc:Choice>
                <mc:Fallback>
                  <p:oleObj name="Equation" r:id="rId17" imgW="26822400" imgH="5486400" progId="Equation.DSMT4">
                    <p:embed/>
                    <p:pic>
                      <p:nvPicPr>
                        <p:cNvPr id="0" name="图片 42494"/>
                        <p:cNvPicPr>
                          <a:picLocks noChangeAspect="1" noChangeArrowheads="1"/>
                        </p:cNvPicPr>
                        <p:nvPr/>
                      </p:nvPicPr>
                      <p:blipFill>
                        <a:blip r:embed="rId18"/>
                        <a:srcRect/>
                        <a:stretch>
                          <a:fillRect/>
                        </a:stretch>
                      </p:blipFill>
                      <p:spPr bwMode="auto">
                        <a:xfrm>
                          <a:off x="1127" y="1506"/>
                          <a:ext cx="107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8320" name="Group 80"/>
          <p:cNvGrpSpPr/>
          <p:nvPr/>
        </p:nvGrpSpPr>
        <p:grpSpPr bwMode="auto">
          <a:xfrm>
            <a:off x="392113" y="3467373"/>
            <a:ext cx="4179888" cy="2217738"/>
            <a:chOff x="247" y="2015"/>
            <a:chExt cx="2633" cy="1397"/>
          </a:xfrm>
        </p:grpSpPr>
        <p:grpSp>
          <p:nvGrpSpPr>
            <p:cNvPr id="24594" name="Group 76"/>
            <p:cNvGrpSpPr/>
            <p:nvPr/>
          </p:nvGrpSpPr>
          <p:grpSpPr bwMode="auto">
            <a:xfrm>
              <a:off x="247" y="2015"/>
              <a:ext cx="1571" cy="1397"/>
              <a:chOff x="967" y="2111"/>
              <a:chExt cx="1571" cy="1397"/>
            </a:xfrm>
          </p:grpSpPr>
          <p:graphicFrame>
            <p:nvGraphicFramePr>
              <p:cNvPr id="24598" name="Object 67"/>
              <p:cNvGraphicFramePr>
                <a:graphicFrameLocks noChangeAspect="1"/>
              </p:cNvGraphicFramePr>
              <p:nvPr/>
            </p:nvGraphicFramePr>
            <p:xfrm>
              <a:off x="1032" y="2497"/>
              <a:ext cx="1248" cy="548"/>
            </p:xfrm>
            <a:graphic>
              <a:graphicData uri="http://schemas.openxmlformats.org/presentationml/2006/ole">
                <mc:AlternateContent xmlns:mc="http://schemas.openxmlformats.org/markup-compatibility/2006">
                  <mc:Choice xmlns:v="urn:schemas-microsoft-com:vml" Requires="v">
                    <p:oleObj spid="_x0000_s42512" name="Equation" r:id="rId19" imgW="27127200" imgH="11582400" progId="Equation.DSMT4">
                      <p:embed/>
                    </p:oleObj>
                  </mc:Choice>
                  <mc:Fallback>
                    <p:oleObj name="Equation" r:id="rId19" imgW="27127200" imgH="11582400" progId="Equation.DSMT4">
                      <p:embed/>
                      <p:pic>
                        <p:nvPicPr>
                          <p:cNvPr id="0" name="图片 42495"/>
                          <p:cNvPicPr>
                            <a:picLocks noChangeAspect="1" noChangeArrowheads="1"/>
                          </p:cNvPicPr>
                          <p:nvPr/>
                        </p:nvPicPr>
                        <p:blipFill>
                          <a:blip r:embed="rId20"/>
                          <a:srcRect/>
                          <a:stretch>
                            <a:fillRect/>
                          </a:stretch>
                        </p:blipFill>
                        <p:spPr bwMode="auto">
                          <a:xfrm>
                            <a:off x="1032" y="2497"/>
                            <a:ext cx="12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9" name="Object 68"/>
              <p:cNvGraphicFramePr>
                <a:graphicFrameLocks noChangeAspect="1"/>
              </p:cNvGraphicFramePr>
              <p:nvPr/>
            </p:nvGraphicFramePr>
            <p:xfrm>
              <a:off x="1063" y="2111"/>
              <a:ext cx="1475" cy="525"/>
            </p:xfrm>
            <a:graphic>
              <a:graphicData uri="http://schemas.openxmlformats.org/presentationml/2006/ole">
                <mc:AlternateContent xmlns:mc="http://schemas.openxmlformats.org/markup-compatibility/2006">
                  <mc:Choice xmlns:v="urn:schemas-microsoft-com:vml" Requires="v">
                    <p:oleObj spid="_x0000_s42513" name="Equation" r:id="rId21" imgW="32004000" imgH="10972800" progId="Equation.DSMT4">
                      <p:embed/>
                    </p:oleObj>
                  </mc:Choice>
                  <mc:Fallback>
                    <p:oleObj name="Equation" r:id="rId21" imgW="32004000" imgH="10972800" progId="Equation.DSMT4">
                      <p:embed/>
                      <p:pic>
                        <p:nvPicPr>
                          <p:cNvPr id="0" name="图片 42496"/>
                          <p:cNvPicPr>
                            <a:picLocks noChangeAspect="1" noChangeArrowheads="1"/>
                          </p:cNvPicPr>
                          <p:nvPr/>
                        </p:nvPicPr>
                        <p:blipFill>
                          <a:blip r:embed="rId22"/>
                          <a:srcRect/>
                          <a:stretch>
                            <a:fillRect/>
                          </a:stretch>
                        </p:blipFill>
                        <p:spPr bwMode="auto">
                          <a:xfrm>
                            <a:off x="1063" y="2111"/>
                            <a:ext cx="147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00" name="Object 71"/>
              <p:cNvGraphicFramePr>
                <a:graphicFrameLocks noChangeAspect="1"/>
              </p:cNvGraphicFramePr>
              <p:nvPr/>
            </p:nvGraphicFramePr>
            <p:xfrm>
              <a:off x="967" y="2979"/>
              <a:ext cx="1522" cy="529"/>
            </p:xfrm>
            <a:graphic>
              <a:graphicData uri="http://schemas.openxmlformats.org/presentationml/2006/ole">
                <mc:AlternateContent xmlns:mc="http://schemas.openxmlformats.org/markup-compatibility/2006">
                  <mc:Choice xmlns:v="urn:schemas-microsoft-com:vml" Requires="v">
                    <p:oleObj spid="_x0000_s42514" name="Equation" r:id="rId23" imgW="34442400" imgH="11582400" progId="Equation.DSMT4">
                      <p:embed/>
                    </p:oleObj>
                  </mc:Choice>
                  <mc:Fallback>
                    <p:oleObj name="Equation" r:id="rId23" imgW="34442400" imgH="11582400" progId="Equation.DSMT4">
                      <p:embed/>
                      <p:pic>
                        <p:nvPicPr>
                          <p:cNvPr id="0" name="图片 42497"/>
                          <p:cNvPicPr>
                            <a:picLocks noChangeAspect="1" noChangeArrowheads="1"/>
                          </p:cNvPicPr>
                          <p:nvPr/>
                        </p:nvPicPr>
                        <p:blipFill>
                          <a:blip r:embed="rId24"/>
                          <a:srcRect/>
                          <a:stretch>
                            <a:fillRect/>
                          </a:stretch>
                        </p:blipFill>
                        <p:spPr bwMode="auto">
                          <a:xfrm>
                            <a:off x="967" y="2979"/>
                            <a:ext cx="1522"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4595" name="AutoShape 73"/>
            <p:cNvSpPr/>
            <p:nvPr/>
          </p:nvSpPr>
          <p:spPr bwMode="auto">
            <a:xfrm>
              <a:off x="1872" y="2208"/>
              <a:ext cx="144" cy="1104"/>
            </a:xfrm>
            <a:prstGeom prst="rightBrace">
              <a:avLst>
                <a:gd name="adj1" fmla="val 63889"/>
                <a:gd name="adj2" fmla="val 50000"/>
              </a:avLst>
            </a:prstGeom>
            <a:noFill/>
            <a:ln w="1905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6" name="AutoShape 74"/>
            <p:cNvSpPr>
              <a:spLocks noChangeArrowheads="1"/>
            </p:cNvSpPr>
            <p:nvPr/>
          </p:nvSpPr>
          <p:spPr bwMode="auto">
            <a:xfrm>
              <a:off x="2352" y="2736"/>
              <a:ext cx="528" cy="144"/>
            </a:xfrm>
            <a:prstGeom prst="rightArrow">
              <a:avLst>
                <a:gd name="adj1" fmla="val 50000"/>
                <a:gd name="adj2" fmla="val 91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7" name="Text Box 78"/>
            <p:cNvSpPr txBox="1">
              <a:spLocks noChangeArrowheads="1"/>
            </p:cNvSpPr>
            <p:nvPr/>
          </p:nvSpPr>
          <p:spPr bwMode="auto">
            <a:xfrm>
              <a:off x="2036" y="2649"/>
              <a:ext cx="2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a:latin typeface="Times New Roman" panose="02020603050405020304" pitchFamily="18" charset="0"/>
                </a:rPr>
                <a:t>1)</a:t>
              </a:r>
            </a:p>
          </p:txBody>
        </p:sp>
      </p:grpSp>
      <p:grpSp>
        <p:nvGrpSpPr>
          <p:cNvPr id="138321" name="Group 81"/>
          <p:cNvGrpSpPr/>
          <p:nvPr/>
        </p:nvGrpSpPr>
        <p:grpSpPr bwMode="auto">
          <a:xfrm>
            <a:off x="4648200" y="3638824"/>
            <a:ext cx="2771775" cy="1906589"/>
            <a:chOff x="2928" y="2123"/>
            <a:chExt cx="1746" cy="1201"/>
          </a:xfrm>
        </p:grpSpPr>
        <p:grpSp>
          <p:nvGrpSpPr>
            <p:cNvPr id="24588" name="Group 77"/>
            <p:cNvGrpSpPr/>
            <p:nvPr/>
          </p:nvGrpSpPr>
          <p:grpSpPr bwMode="auto">
            <a:xfrm>
              <a:off x="3533" y="2123"/>
              <a:ext cx="1141" cy="1201"/>
              <a:chOff x="3533" y="2123"/>
              <a:chExt cx="1141" cy="1201"/>
            </a:xfrm>
          </p:grpSpPr>
          <p:graphicFrame>
            <p:nvGraphicFramePr>
              <p:cNvPr id="24591" name="Object 45"/>
              <p:cNvGraphicFramePr>
                <a:graphicFrameLocks noChangeAspect="1"/>
              </p:cNvGraphicFramePr>
              <p:nvPr/>
            </p:nvGraphicFramePr>
            <p:xfrm>
              <a:off x="3533" y="2123"/>
              <a:ext cx="1095" cy="463"/>
            </p:xfrm>
            <a:graphic>
              <a:graphicData uri="http://schemas.openxmlformats.org/presentationml/2006/ole">
                <mc:AlternateContent xmlns:mc="http://schemas.openxmlformats.org/markup-compatibility/2006">
                  <mc:Choice xmlns:v="urn:schemas-microsoft-com:vml" Requires="v">
                    <p:oleObj spid="_x0000_s42515" name="Equation" r:id="rId25" imgW="25298400" imgH="10363200" progId="Equation.DSMT4">
                      <p:embed/>
                    </p:oleObj>
                  </mc:Choice>
                  <mc:Fallback>
                    <p:oleObj name="Equation" r:id="rId25" imgW="25298400" imgH="10363200" progId="Equation.DSMT4">
                      <p:embed/>
                      <p:pic>
                        <p:nvPicPr>
                          <p:cNvPr id="0" name="图片 42498"/>
                          <p:cNvPicPr>
                            <a:picLocks noChangeAspect="1" noChangeArrowheads="1"/>
                          </p:cNvPicPr>
                          <p:nvPr/>
                        </p:nvPicPr>
                        <p:blipFill>
                          <a:blip r:embed="rId26"/>
                          <a:srcRect/>
                          <a:stretch>
                            <a:fillRect/>
                          </a:stretch>
                        </p:blipFill>
                        <p:spPr bwMode="auto">
                          <a:xfrm>
                            <a:off x="3533" y="2123"/>
                            <a:ext cx="1095"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2" name="Object 47"/>
              <p:cNvGraphicFramePr>
                <a:graphicFrameLocks noChangeAspect="1"/>
              </p:cNvGraphicFramePr>
              <p:nvPr/>
            </p:nvGraphicFramePr>
            <p:xfrm>
              <a:off x="3591" y="2501"/>
              <a:ext cx="1027" cy="474"/>
            </p:xfrm>
            <a:graphic>
              <a:graphicData uri="http://schemas.openxmlformats.org/presentationml/2006/ole">
                <mc:AlternateContent xmlns:mc="http://schemas.openxmlformats.org/markup-compatibility/2006">
                  <mc:Choice xmlns:v="urn:schemas-microsoft-com:vml" Requires="v">
                    <p:oleObj spid="_x0000_s42516" name="Equation" r:id="rId27" imgW="23164800" imgH="10363200" progId="Equation.DSMT4">
                      <p:embed/>
                    </p:oleObj>
                  </mc:Choice>
                  <mc:Fallback>
                    <p:oleObj name="Equation" r:id="rId27" imgW="23164800" imgH="10363200" progId="Equation.DSMT4">
                      <p:embed/>
                      <p:pic>
                        <p:nvPicPr>
                          <p:cNvPr id="0" name="图片 42499"/>
                          <p:cNvPicPr>
                            <a:picLocks noChangeAspect="1" noChangeArrowheads="1"/>
                          </p:cNvPicPr>
                          <p:nvPr/>
                        </p:nvPicPr>
                        <p:blipFill>
                          <a:blip r:embed="rId28"/>
                          <a:srcRect/>
                          <a:stretch>
                            <a:fillRect/>
                          </a:stretch>
                        </p:blipFill>
                        <p:spPr bwMode="auto">
                          <a:xfrm>
                            <a:off x="3591" y="2501"/>
                            <a:ext cx="1027"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3" name="Object 49"/>
              <p:cNvGraphicFramePr>
                <a:graphicFrameLocks noChangeAspect="1"/>
              </p:cNvGraphicFramePr>
              <p:nvPr/>
            </p:nvGraphicFramePr>
            <p:xfrm>
              <a:off x="3630" y="2893"/>
              <a:ext cx="1044" cy="431"/>
            </p:xfrm>
            <a:graphic>
              <a:graphicData uri="http://schemas.openxmlformats.org/presentationml/2006/ole">
                <mc:AlternateContent xmlns:mc="http://schemas.openxmlformats.org/markup-compatibility/2006">
                  <mc:Choice xmlns:v="urn:schemas-microsoft-com:vml" Requires="v">
                    <p:oleObj spid="_x0000_s42517" name="Equation" r:id="rId29" imgW="25908000" imgH="10363200" progId="Equation.DSMT4">
                      <p:embed/>
                    </p:oleObj>
                  </mc:Choice>
                  <mc:Fallback>
                    <p:oleObj name="Equation" r:id="rId29" imgW="25908000" imgH="10363200" progId="Equation.DSMT4">
                      <p:embed/>
                      <p:pic>
                        <p:nvPicPr>
                          <p:cNvPr id="0" name="图片 42500"/>
                          <p:cNvPicPr>
                            <a:picLocks noChangeAspect="1" noChangeArrowheads="1"/>
                          </p:cNvPicPr>
                          <p:nvPr/>
                        </p:nvPicPr>
                        <p:blipFill>
                          <a:blip r:embed="rId30"/>
                          <a:srcRect/>
                          <a:stretch>
                            <a:fillRect/>
                          </a:stretch>
                        </p:blipFill>
                        <p:spPr bwMode="auto">
                          <a:xfrm>
                            <a:off x="3630" y="2893"/>
                            <a:ext cx="1044"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4589" name="AutoShape 75"/>
            <p:cNvSpPr/>
            <p:nvPr/>
          </p:nvSpPr>
          <p:spPr bwMode="auto">
            <a:xfrm>
              <a:off x="3312" y="2256"/>
              <a:ext cx="288" cy="1008"/>
            </a:xfrm>
            <a:prstGeom prst="leftBrace">
              <a:avLst>
                <a:gd name="adj1" fmla="val 29167"/>
                <a:gd name="adj2" fmla="val 50000"/>
              </a:avLst>
            </a:prstGeom>
            <a:noFill/>
            <a:ln w="19050">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0" name="Text Box 79"/>
            <p:cNvSpPr txBox="1">
              <a:spLocks noChangeArrowheads="1"/>
            </p:cNvSpPr>
            <p:nvPr/>
          </p:nvSpPr>
          <p:spPr bwMode="auto">
            <a:xfrm>
              <a:off x="2928" y="2688"/>
              <a:ext cx="2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a:latin typeface="Times New Roman" panose="02020603050405020304" pitchFamily="18"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38277"/>
                                        </p:tgtEl>
                                        <p:attrNameLst>
                                          <p:attrName>style.visibility</p:attrName>
                                        </p:attrNameLst>
                                      </p:cBhvr>
                                      <p:to>
                                        <p:strVal val="visible"/>
                                      </p:to>
                                    </p:set>
                                    <p:animEffect transition="in" filter="dissolve">
                                      <p:cBhvr>
                                        <p:cTn id="7" dur="500"/>
                                        <p:tgtEl>
                                          <p:spTgt spid="13827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8300"/>
                                        </p:tgtEl>
                                        <p:attrNameLst>
                                          <p:attrName>style.visibility</p:attrName>
                                        </p:attrNameLst>
                                      </p:cBhvr>
                                      <p:to>
                                        <p:strVal val="visible"/>
                                      </p:to>
                                    </p:set>
                                    <p:animEffect transition="in" filter="checkerboard(across)">
                                      <p:cBhvr>
                                        <p:cTn id="12" dur="500"/>
                                        <p:tgtEl>
                                          <p:spTgt spid="13830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38243">
                                            <p:txEl>
                                              <p:pRg st="0" end="0"/>
                                            </p:txEl>
                                          </p:spTgt>
                                        </p:tgtEl>
                                        <p:attrNameLst>
                                          <p:attrName>style.visibility</p:attrName>
                                        </p:attrNameLst>
                                      </p:cBhvr>
                                      <p:to>
                                        <p:strVal val="visible"/>
                                      </p:to>
                                    </p:set>
                                    <p:anim calcmode="lin" valueType="num">
                                      <p:cBhvr additive="base">
                                        <p:cTn id="17" dur="500" fill="hold"/>
                                        <p:tgtEl>
                                          <p:spTgt spid="138243">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38243">
                                            <p:txEl>
                                              <p:pRg st="0" end="0"/>
                                            </p:txEl>
                                          </p:spTgt>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13827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38312"/>
                                        </p:tgtEl>
                                        <p:attrNameLst>
                                          <p:attrName>style.visibility</p:attrName>
                                        </p:attrNameLst>
                                      </p:cBhvr>
                                      <p:to>
                                        <p:strVal val="visible"/>
                                      </p:to>
                                    </p:set>
                                    <p:anim calcmode="lin" valueType="num">
                                      <p:cBhvr additive="base">
                                        <p:cTn id="26" dur="500" fill="hold"/>
                                        <p:tgtEl>
                                          <p:spTgt spid="138312"/>
                                        </p:tgtEl>
                                        <p:attrNameLst>
                                          <p:attrName>ppt_x</p:attrName>
                                        </p:attrNameLst>
                                      </p:cBhvr>
                                      <p:tavLst>
                                        <p:tav tm="0">
                                          <p:val>
                                            <p:strVal val="0-#ppt_w/2"/>
                                          </p:val>
                                        </p:tav>
                                        <p:tav tm="100000">
                                          <p:val>
                                            <p:strVal val="#ppt_x"/>
                                          </p:val>
                                        </p:tav>
                                      </p:tavLst>
                                    </p:anim>
                                    <p:anim calcmode="lin" valueType="num">
                                      <p:cBhvr additive="base">
                                        <p:cTn id="27" dur="500" fill="hold"/>
                                        <p:tgtEl>
                                          <p:spTgt spid="138312"/>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38320"/>
                                        </p:tgtEl>
                                        <p:attrNameLst>
                                          <p:attrName>style.visibility</p:attrName>
                                        </p:attrNameLst>
                                      </p:cBhvr>
                                      <p:to>
                                        <p:strVal val="visible"/>
                                      </p:to>
                                    </p:set>
                                    <p:anim calcmode="lin" valueType="num">
                                      <p:cBhvr additive="base">
                                        <p:cTn id="32" dur="500" fill="hold"/>
                                        <p:tgtEl>
                                          <p:spTgt spid="138320"/>
                                        </p:tgtEl>
                                        <p:attrNameLst>
                                          <p:attrName>ppt_x</p:attrName>
                                        </p:attrNameLst>
                                      </p:cBhvr>
                                      <p:tavLst>
                                        <p:tav tm="0">
                                          <p:val>
                                            <p:strVal val="0-#ppt_w/2"/>
                                          </p:val>
                                        </p:tav>
                                        <p:tav tm="100000">
                                          <p:val>
                                            <p:strVal val="#ppt_x"/>
                                          </p:val>
                                        </p:tav>
                                      </p:tavLst>
                                    </p:anim>
                                    <p:anim calcmode="lin" valueType="num">
                                      <p:cBhvr additive="base">
                                        <p:cTn id="33" dur="500" fill="hold"/>
                                        <p:tgtEl>
                                          <p:spTgt spid="13832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138321"/>
                                        </p:tgtEl>
                                        <p:attrNameLst>
                                          <p:attrName>style.visibility</p:attrName>
                                        </p:attrNameLst>
                                      </p:cBhvr>
                                      <p:to>
                                        <p:strVal val="visible"/>
                                      </p:to>
                                    </p:set>
                                    <p:anim calcmode="lin" valueType="num">
                                      <p:cBhvr additive="base">
                                        <p:cTn id="38" dur="500" fill="hold"/>
                                        <p:tgtEl>
                                          <p:spTgt spid="138321"/>
                                        </p:tgtEl>
                                        <p:attrNameLst>
                                          <p:attrName>ppt_x</p:attrName>
                                        </p:attrNameLst>
                                      </p:cBhvr>
                                      <p:tavLst>
                                        <p:tav tm="0">
                                          <p:val>
                                            <p:strVal val="1+#ppt_w/2"/>
                                          </p:val>
                                        </p:tav>
                                        <p:tav tm="100000">
                                          <p:val>
                                            <p:strVal val="#ppt_x"/>
                                          </p:val>
                                        </p:tav>
                                      </p:tavLst>
                                    </p:anim>
                                    <p:anim calcmode="lin" valueType="num">
                                      <p:cBhvr additive="base">
                                        <p:cTn id="39" dur="500" fill="hold"/>
                                        <p:tgtEl>
                                          <p:spTgt spid="138321"/>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38302"/>
                                        </p:tgtEl>
                                        <p:attrNameLst>
                                          <p:attrName>style.visibility</p:attrName>
                                        </p:attrNameLst>
                                      </p:cBhvr>
                                      <p:to>
                                        <p:strVal val="visible"/>
                                      </p:to>
                                    </p:set>
                                    <p:anim calcmode="lin" valueType="num">
                                      <p:cBhvr additive="base">
                                        <p:cTn id="44" dur="500" fill="hold"/>
                                        <p:tgtEl>
                                          <p:spTgt spid="138302"/>
                                        </p:tgtEl>
                                        <p:attrNameLst>
                                          <p:attrName>ppt_x</p:attrName>
                                        </p:attrNameLst>
                                      </p:cBhvr>
                                      <p:tavLst>
                                        <p:tav tm="0">
                                          <p:val>
                                            <p:strVal val="#ppt_x"/>
                                          </p:val>
                                        </p:tav>
                                        <p:tav tm="100000">
                                          <p:val>
                                            <p:strVal val="#ppt_x"/>
                                          </p:val>
                                        </p:tav>
                                      </p:tavLst>
                                    </p:anim>
                                    <p:anim calcmode="lin" valueType="num">
                                      <p:cBhvr additive="base">
                                        <p:cTn id="45" dur="500" fill="hold"/>
                                        <p:tgtEl>
                                          <p:spTgt spid="1383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Rectangle 4"/>
          <p:cNvSpPr>
            <a:spLocks noChangeArrowheads="1"/>
          </p:cNvSpPr>
          <p:nvPr/>
        </p:nvSpPr>
        <p:spPr bwMode="auto">
          <a:xfrm>
            <a:off x="4800600" y="2009775"/>
            <a:ext cx="289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0" hangingPunct="0">
              <a:lnSpc>
                <a:spcPct val="120000"/>
              </a:lnSpc>
            </a:pPr>
            <a:r>
              <a:rPr lang="zh-CN" altLang="en-US" sz="2000">
                <a:latin typeface="宋体" panose="02010600030101010101" pitchFamily="2" charset="-122"/>
              </a:rPr>
              <a:t>约束端口的方程有：</a:t>
            </a:r>
          </a:p>
          <a:p>
            <a:pPr marL="457200" indent="-457200" eaLnBrk="0" hangingPunct="0">
              <a:lnSpc>
                <a:spcPct val="120000"/>
              </a:lnSpc>
              <a:buFontTx/>
              <a:buAutoNum type="arabicPeriod"/>
            </a:pPr>
            <a:endParaRPr lang="zh-CN" altLang="en-US" sz="2000">
              <a:latin typeface="宋体" panose="02010600030101010101" pitchFamily="2" charset="-122"/>
            </a:endParaRPr>
          </a:p>
          <a:p>
            <a:pPr marL="457200" indent="-457200" eaLnBrk="0" hangingPunct="0">
              <a:lnSpc>
                <a:spcPct val="120000"/>
              </a:lnSpc>
              <a:buFontTx/>
              <a:buAutoNum type="arabicPeriod"/>
            </a:pPr>
            <a:endParaRPr lang="en-US" altLang="zh-CN" sz="2000">
              <a:latin typeface="宋体" panose="02010600030101010101" pitchFamily="2" charset="-122"/>
            </a:endParaRPr>
          </a:p>
        </p:txBody>
      </p:sp>
      <p:graphicFrame>
        <p:nvGraphicFramePr>
          <p:cNvPr id="139278" name="Object 14"/>
          <p:cNvGraphicFramePr>
            <a:graphicFrameLocks noChangeAspect="1"/>
          </p:cNvGraphicFramePr>
          <p:nvPr/>
        </p:nvGraphicFramePr>
        <p:xfrm>
          <a:off x="0" y="0"/>
          <a:ext cx="9144000" cy="688975"/>
        </p:xfrm>
        <a:graphic>
          <a:graphicData uri="http://schemas.openxmlformats.org/presentationml/2006/ole">
            <mc:AlternateContent xmlns:mc="http://schemas.openxmlformats.org/markup-compatibility/2006">
              <mc:Choice xmlns:v="urn:schemas-microsoft-com:vml" Requires="v">
                <p:oleObj spid="_x0000_s25240" name="Visio" r:id="rId3" imgW="7137400" imgH="571500" progId="Visio.Drawing.11">
                  <p:embed/>
                </p:oleObj>
              </mc:Choice>
              <mc:Fallback>
                <p:oleObj name="Visio" r:id="rId3" imgW="7137400" imgH="571500" progId="Visio.Drawing.11">
                  <p:embed/>
                  <p:pic>
                    <p:nvPicPr>
                      <p:cNvPr id="0" name="图片 25231"/>
                      <p:cNvPicPr>
                        <a:picLocks noChangeAspect="1" noChangeArrowheads="1"/>
                      </p:cNvPicPr>
                      <p:nvPr/>
                    </p:nvPicPr>
                    <p:blipFill>
                      <a:blip r:embed="rId4"/>
                      <a:srcRect/>
                      <a:stretch>
                        <a:fillRect/>
                      </a:stretch>
                    </p:blipFill>
                    <p:spPr bwMode="auto">
                      <a:xfrm>
                        <a:off x="0" y="0"/>
                        <a:ext cx="91440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9457" name="Group 193"/>
          <p:cNvGrpSpPr/>
          <p:nvPr/>
        </p:nvGrpSpPr>
        <p:grpSpPr bwMode="auto">
          <a:xfrm>
            <a:off x="4884546" y="4049582"/>
            <a:ext cx="2394094" cy="2114770"/>
            <a:chOff x="3009" y="2023"/>
            <a:chExt cx="1190" cy="1077"/>
          </a:xfrm>
        </p:grpSpPr>
        <p:graphicFrame>
          <p:nvGraphicFramePr>
            <p:cNvPr id="25616" name="Object 18"/>
            <p:cNvGraphicFramePr>
              <a:graphicFrameLocks noChangeAspect="1"/>
            </p:cNvGraphicFramePr>
            <p:nvPr/>
          </p:nvGraphicFramePr>
          <p:xfrm>
            <a:off x="3078" y="2023"/>
            <a:ext cx="1097" cy="214"/>
          </p:xfrm>
          <a:graphic>
            <a:graphicData uri="http://schemas.openxmlformats.org/presentationml/2006/ole">
              <mc:AlternateContent xmlns:mc="http://schemas.openxmlformats.org/markup-compatibility/2006">
                <mc:Choice xmlns:v="urn:schemas-microsoft-com:vml" Requires="v">
                  <p:oleObj spid="_x0000_s25241" name="Equation" r:id="rId5" imgW="32004000" imgH="5791200" progId="Equation.DSMT4">
                    <p:embed/>
                  </p:oleObj>
                </mc:Choice>
                <mc:Fallback>
                  <p:oleObj name="Equation" r:id="rId5" imgW="32004000" imgH="5791200" progId="Equation.DSMT4">
                    <p:embed/>
                    <p:pic>
                      <p:nvPicPr>
                        <p:cNvPr id="0" name="图片 25232"/>
                        <p:cNvPicPr>
                          <a:picLocks noChangeAspect="1" noChangeArrowheads="1"/>
                        </p:cNvPicPr>
                        <p:nvPr/>
                      </p:nvPicPr>
                      <p:blipFill>
                        <a:blip r:embed="rId6"/>
                        <a:srcRect/>
                        <a:stretch>
                          <a:fillRect/>
                        </a:stretch>
                      </p:blipFill>
                      <p:spPr bwMode="auto">
                        <a:xfrm>
                          <a:off x="3078" y="2023"/>
                          <a:ext cx="109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7" name="Object 20"/>
            <p:cNvGraphicFramePr>
              <a:graphicFrameLocks noChangeAspect="1"/>
            </p:cNvGraphicFramePr>
            <p:nvPr/>
          </p:nvGraphicFramePr>
          <p:xfrm>
            <a:off x="3009" y="2279"/>
            <a:ext cx="1190" cy="237"/>
          </p:xfrm>
          <a:graphic>
            <a:graphicData uri="http://schemas.openxmlformats.org/presentationml/2006/ole">
              <mc:AlternateContent xmlns:mc="http://schemas.openxmlformats.org/markup-compatibility/2006">
                <mc:Choice xmlns:v="urn:schemas-microsoft-com:vml" Requires="v">
                  <p:oleObj spid="_x0000_s25242" name="Equation" r:id="rId7" imgW="31394400" imgH="5791200" progId="Equation.DSMT4">
                    <p:embed/>
                  </p:oleObj>
                </mc:Choice>
                <mc:Fallback>
                  <p:oleObj name="Equation" r:id="rId7" imgW="31394400" imgH="5791200" progId="Equation.DSMT4">
                    <p:embed/>
                    <p:pic>
                      <p:nvPicPr>
                        <p:cNvPr id="0" name="图片 25233"/>
                        <p:cNvPicPr>
                          <a:picLocks noChangeAspect="1" noChangeArrowheads="1"/>
                        </p:cNvPicPr>
                        <p:nvPr/>
                      </p:nvPicPr>
                      <p:blipFill>
                        <a:blip r:embed="rId8"/>
                        <a:srcRect/>
                        <a:stretch>
                          <a:fillRect/>
                        </a:stretch>
                      </p:blipFill>
                      <p:spPr bwMode="auto">
                        <a:xfrm>
                          <a:off x="3009" y="2279"/>
                          <a:ext cx="119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8" name="Object 22"/>
            <p:cNvGraphicFramePr>
              <a:graphicFrameLocks noChangeAspect="1"/>
            </p:cNvGraphicFramePr>
            <p:nvPr/>
          </p:nvGraphicFramePr>
          <p:xfrm>
            <a:off x="3123" y="2587"/>
            <a:ext cx="958" cy="270"/>
          </p:xfrm>
          <a:graphic>
            <a:graphicData uri="http://schemas.openxmlformats.org/presentationml/2006/ole">
              <mc:AlternateContent xmlns:mc="http://schemas.openxmlformats.org/markup-compatibility/2006">
                <mc:Choice xmlns:v="urn:schemas-microsoft-com:vml" Requires="v">
                  <p:oleObj spid="_x0000_s25243" name="Equation" r:id="rId9" imgW="21945600" imgH="5791200" progId="Equation.DSMT4">
                    <p:embed/>
                  </p:oleObj>
                </mc:Choice>
                <mc:Fallback>
                  <p:oleObj name="Equation" r:id="rId9" imgW="21945600" imgH="5791200" progId="Equation.DSMT4">
                    <p:embed/>
                    <p:pic>
                      <p:nvPicPr>
                        <p:cNvPr id="0" name="图片 25234"/>
                        <p:cNvPicPr>
                          <a:picLocks noChangeAspect="1" noChangeArrowheads="1"/>
                        </p:cNvPicPr>
                        <p:nvPr/>
                      </p:nvPicPr>
                      <p:blipFill>
                        <a:blip r:embed="rId10"/>
                        <a:srcRect/>
                        <a:stretch>
                          <a:fillRect/>
                        </a:stretch>
                      </p:blipFill>
                      <p:spPr bwMode="auto">
                        <a:xfrm>
                          <a:off x="3123" y="2587"/>
                          <a:ext cx="95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9" name="Object 24"/>
            <p:cNvGraphicFramePr>
              <a:graphicFrameLocks noChangeAspect="1"/>
            </p:cNvGraphicFramePr>
            <p:nvPr/>
          </p:nvGraphicFramePr>
          <p:xfrm>
            <a:off x="3257" y="2851"/>
            <a:ext cx="701" cy="249"/>
          </p:xfrm>
          <a:graphic>
            <a:graphicData uri="http://schemas.openxmlformats.org/presentationml/2006/ole">
              <mc:AlternateContent xmlns:mc="http://schemas.openxmlformats.org/markup-compatibility/2006">
                <mc:Choice xmlns:v="urn:schemas-microsoft-com:vml" Requires="v">
                  <p:oleObj spid="_x0000_s25244" name="Equation" r:id="rId11" imgW="17373600" imgH="5791200" progId="Equation.DSMT4">
                    <p:embed/>
                  </p:oleObj>
                </mc:Choice>
                <mc:Fallback>
                  <p:oleObj name="Equation" r:id="rId11" imgW="17373600" imgH="5791200" progId="Equation.DSMT4">
                    <p:embed/>
                    <p:pic>
                      <p:nvPicPr>
                        <p:cNvPr id="0" name="图片 25235"/>
                        <p:cNvPicPr>
                          <a:picLocks noChangeAspect="1" noChangeArrowheads="1"/>
                        </p:cNvPicPr>
                        <p:nvPr/>
                      </p:nvPicPr>
                      <p:blipFill>
                        <a:blip r:embed="rId12"/>
                        <a:srcRect/>
                        <a:stretch>
                          <a:fillRect/>
                        </a:stretch>
                      </p:blipFill>
                      <p:spPr bwMode="auto">
                        <a:xfrm>
                          <a:off x="3257" y="2851"/>
                          <a:ext cx="70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9454" name="Rectangle 190"/>
          <p:cNvSpPr>
            <a:spLocks noChangeArrowheads="1"/>
          </p:cNvSpPr>
          <p:nvPr/>
        </p:nvSpPr>
        <p:spPr bwMode="auto">
          <a:xfrm>
            <a:off x="4876800" y="2360613"/>
            <a:ext cx="221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lgn="ctr" eaLnBrk="0" hangingPunct="0">
              <a:lnSpc>
                <a:spcPct val="120000"/>
              </a:lnSpc>
            </a:pPr>
            <a:r>
              <a:rPr lang="en-US" altLang="zh-CN" sz="2000">
                <a:latin typeface="宋体" panose="02010600030101010101" pitchFamily="2" charset="-122"/>
              </a:rPr>
              <a:t>1.</a:t>
            </a:r>
            <a:r>
              <a:rPr lang="zh-CN" altLang="en-US" sz="2000">
                <a:latin typeface="宋体" panose="02010600030101010101" pitchFamily="2" charset="-122"/>
              </a:rPr>
              <a:t>二端口参数方程</a:t>
            </a:r>
          </a:p>
        </p:txBody>
      </p:sp>
      <p:sp>
        <p:nvSpPr>
          <p:cNvPr id="139455" name="Rectangle 191"/>
          <p:cNvSpPr>
            <a:spLocks noChangeArrowheads="1"/>
          </p:cNvSpPr>
          <p:nvPr/>
        </p:nvSpPr>
        <p:spPr bwMode="auto">
          <a:xfrm>
            <a:off x="4864100" y="3355975"/>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a:latin typeface="宋体" panose="02010600030101010101" pitchFamily="2" charset="-122"/>
              </a:rPr>
              <a:t>3.</a:t>
            </a:r>
            <a:r>
              <a:rPr lang="zh-CN" altLang="en-US" sz="2000">
                <a:latin typeface="宋体" panose="02010600030101010101" pitchFamily="2" charset="-122"/>
              </a:rPr>
              <a:t>负载支路方程</a:t>
            </a:r>
          </a:p>
        </p:txBody>
      </p:sp>
      <p:sp>
        <p:nvSpPr>
          <p:cNvPr id="139456" name="Rectangle 192"/>
          <p:cNvSpPr>
            <a:spLocks noChangeArrowheads="1"/>
          </p:cNvSpPr>
          <p:nvPr/>
        </p:nvSpPr>
        <p:spPr bwMode="auto">
          <a:xfrm>
            <a:off x="4864100" y="2898775"/>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a:latin typeface="宋体" panose="02010600030101010101" pitchFamily="2" charset="-122"/>
              </a:rPr>
              <a:t>2.</a:t>
            </a:r>
            <a:r>
              <a:rPr lang="zh-CN" altLang="en-US" sz="2000">
                <a:latin typeface="宋体" panose="02010600030101010101" pitchFamily="2" charset="-122"/>
              </a:rPr>
              <a:t>电源支路方程</a:t>
            </a:r>
          </a:p>
        </p:txBody>
      </p:sp>
      <p:sp>
        <p:nvSpPr>
          <p:cNvPr id="25608" name="Text Box 197"/>
          <p:cNvSpPr txBox="1">
            <a:spLocks noChangeArrowheads="1"/>
          </p:cNvSpPr>
          <p:nvPr/>
        </p:nvSpPr>
        <p:spPr bwMode="auto">
          <a:xfrm>
            <a:off x="1116013" y="69215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000">
              <a:latin typeface="宋体" panose="02010600030101010101" pitchFamily="2" charset="-122"/>
              <a:ea typeface="黑体" panose="02010609060101010101" pitchFamily="2" charset="-122"/>
            </a:endParaRPr>
          </a:p>
        </p:txBody>
      </p:sp>
      <p:sp>
        <p:nvSpPr>
          <p:cNvPr id="139462" name="Rectangle 198"/>
          <p:cNvSpPr>
            <a:spLocks noChangeArrowheads="1"/>
          </p:cNvSpPr>
          <p:nvPr/>
        </p:nvSpPr>
        <p:spPr bwMode="auto">
          <a:xfrm>
            <a:off x="169863" y="862013"/>
            <a:ext cx="8702675" cy="4064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000">
                <a:solidFill>
                  <a:schemeClr val="tx2"/>
                </a:solidFill>
                <a:latin typeface="楷体_GB2312" pitchFamily="49" charset="-122"/>
                <a:ea typeface="楷体_GB2312" pitchFamily="49" charset="-122"/>
              </a:rPr>
              <a:t>基本要求：</a:t>
            </a:r>
            <a:r>
              <a:rPr lang="zh-CN" altLang="en-US" sz="2000">
                <a:solidFill>
                  <a:schemeClr val="tx2"/>
                </a:solidFill>
                <a:latin typeface="楷体_GB2312" pitchFamily="49" charset="-122"/>
                <a:ea typeface="楷体_GB2312" pitchFamily="49" charset="-122"/>
              </a:rPr>
              <a:t>二端口网络与电源和负载的联接规律及输入、输出阻抗的计算。</a:t>
            </a:r>
            <a:r>
              <a:rPr kumimoji="1" lang="zh-CN" altLang="en-US" sz="2000">
                <a:latin typeface="楷体_GB2312" pitchFamily="49" charset="-122"/>
                <a:ea typeface="楷体_GB2312" pitchFamily="49" charset="-122"/>
              </a:rPr>
              <a:t> </a:t>
            </a:r>
          </a:p>
        </p:txBody>
      </p:sp>
      <p:grpSp>
        <p:nvGrpSpPr>
          <p:cNvPr id="139470" name="Group 206"/>
          <p:cNvGrpSpPr/>
          <p:nvPr/>
        </p:nvGrpSpPr>
        <p:grpSpPr bwMode="auto">
          <a:xfrm>
            <a:off x="179388" y="2127250"/>
            <a:ext cx="3959225" cy="2500313"/>
            <a:chOff x="113" y="890"/>
            <a:chExt cx="2494" cy="1575"/>
          </a:xfrm>
        </p:grpSpPr>
        <p:sp>
          <p:nvSpPr>
            <p:cNvPr id="25614" name="Text Box 109"/>
            <p:cNvSpPr txBox="1">
              <a:spLocks noChangeArrowheads="1"/>
            </p:cNvSpPr>
            <p:nvPr/>
          </p:nvSpPr>
          <p:spPr bwMode="auto">
            <a:xfrm>
              <a:off x="120" y="890"/>
              <a:ext cx="2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b="1">
                  <a:solidFill>
                    <a:schemeClr val="hlink"/>
                  </a:solidFill>
                  <a:latin typeface="Times New Roman" panose="02020603050405020304" pitchFamily="18" charset="0"/>
                </a:rPr>
                <a:t>二端口网络与电源和负载的联接</a:t>
              </a:r>
            </a:p>
          </p:txBody>
        </p:sp>
        <p:graphicFrame>
          <p:nvGraphicFramePr>
            <p:cNvPr id="25615" name="Object 199"/>
            <p:cNvGraphicFramePr>
              <a:graphicFrameLocks noChangeAspect="1"/>
            </p:cNvGraphicFramePr>
            <p:nvPr/>
          </p:nvGraphicFramePr>
          <p:xfrm>
            <a:off x="113" y="1253"/>
            <a:ext cx="2494" cy="1212"/>
          </p:xfrm>
          <a:graphic>
            <a:graphicData uri="http://schemas.openxmlformats.org/presentationml/2006/ole">
              <mc:AlternateContent xmlns:mc="http://schemas.openxmlformats.org/markup-compatibility/2006">
                <mc:Choice xmlns:v="urn:schemas-microsoft-com:vml" Requires="v">
                  <p:oleObj spid="_x0000_s25245" name="Visio" r:id="rId13" imgW="3175000" imgH="1549400" progId="Visio.Drawing.11">
                    <p:embed/>
                  </p:oleObj>
                </mc:Choice>
                <mc:Fallback>
                  <p:oleObj name="Visio" r:id="rId13" imgW="3175000" imgH="1549400" progId="Visio.Drawing.11">
                    <p:embed/>
                    <p:pic>
                      <p:nvPicPr>
                        <p:cNvPr id="0" name="图片 25236"/>
                        <p:cNvPicPr>
                          <a:picLocks noChangeAspect="1" noChangeArrowheads="1"/>
                        </p:cNvPicPr>
                        <p:nvPr/>
                      </p:nvPicPr>
                      <p:blipFill>
                        <a:blip r:embed="rId14"/>
                        <a:srcRect/>
                        <a:stretch>
                          <a:fillRect/>
                        </a:stretch>
                      </p:blipFill>
                      <p:spPr bwMode="auto">
                        <a:xfrm>
                          <a:off x="113" y="1253"/>
                          <a:ext cx="2494" cy="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39278"/>
                                        </p:tgtEl>
                                        <p:attrNameLst>
                                          <p:attrName>style.visibility</p:attrName>
                                        </p:attrNameLst>
                                      </p:cBhvr>
                                      <p:to>
                                        <p:strVal val="visible"/>
                                      </p:to>
                                    </p:set>
                                    <p:animEffect transition="in" filter="blinds(horizontal)">
                                      <p:cBhvr>
                                        <p:cTn id="7" dur="500"/>
                                        <p:tgtEl>
                                          <p:spTgt spid="13927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9462"/>
                                        </p:tgtEl>
                                        <p:attrNameLst>
                                          <p:attrName>style.visibility</p:attrName>
                                        </p:attrNameLst>
                                      </p:cBhvr>
                                      <p:to>
                                        <p:strVal val="visible"/>
                                      </p:to>
                                    </p:set>
                                    <p:anim calcmode="lin" valueType="num">
                                      <p:cBhvr additive="base">
                                        <p:cTn id="12" dur="500" fill="hold"/>
                                        <p:tgtEl>
                                          <p:spTgt spid="139462"/>
                                        </p:tgtEl>
                                        <p:attrNameLst>
                                          <p:attrName>ppt_x</p:attrName>
                                        </p:attrNameLst>
                                      </p:cBhvr>
                                      <p:tavLst>
                                        <p:tav tm="0">
                                          <p:val>
                                            <p:strVal val="0-#ppt_w/2"/>
                                          </p:val>
                                        </p:tav>
                                        <p:tav tm="100000">
                                          <p:val>
                                            <p:strVal val="#ppt_x"/>
                                          </p:val>
                                        </p:tav>
                                      </p:tavLst>
                                    </p:anim>
                                    <p:anim calcmode="lin" valueType="num">
                                      <p:cBhvr additive="base">
                                        <p:cTn id="13" dur="500" fill="hold"/>
                                        <p:tgtEl>
                                          <p:spTgt spid="13946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39470"/>
                                        </p:tgtEl>
                                        <p:attrNameLst>
                                          <p:attrName>style.visibility</p:attrName>
                                        </p:attrNameLst>
                                      </p:cBhvr>
                                      <p:to>
                                        <p:strVal val="visible"/>
                                      </p:to>
                                    </p:set>
                                    <p:anim calcmode="lin" valueType="num">
                                      <p:cBhvr additive="base">
                                        <p:cTn id="18" dur="500" fill="hold"/>
                                        <p:tgtEl>
                                          <p:spTgt spid="139470"/>
                                        </p:tgtEl>
                                        <p:attrNameLst>
                                          <p:attrName>ppt_x</p:attrName>
                                        </p:attrNameLst>
                                      </p:cBhvr>
                                      <p:tavLst>
                                        <p:tav tm="0">
                                          <p:val>
                                            <p:strVal val="0-#ppt_w/2"/>
                                          </p:val>
                                        </p:tav>
                                        <p:tav tm="100000">
                                          <p:val>
                                            <p:strVal val="#ppt_x"/>
                                          </p:val>
                                        </p:tav>
                                      </p:tavLst>
                                    </p:anim>
                                    <p:anim calcmode="lin" valueType="num">
                                      <p:cBhvr additive="base">
                                        <p:cTn id="19" dur="500" fill="hold"/>
                                        <p:tgtEl>
                                          <p:spTgt spid="13947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39268"/>
                                        </p:tgtEl>
                                        <p:attrNameLst>
                                          <p:attrName>style.visibility</p:attrName>
                                        </p:attrNameLst>
                                      </p:cBhvr>
                                      <p:to>
                                        <p:strVal val="visible"/>
                                      </p:to>
                                    </p:set>
                                    <p:anim calcmode="lin" valueType="num">
                                      <p:cBhvr additive="base">
                                        <p:cTn id="24" dur="500" fill="hold"/>
                                        <p:tgtEl>
                                          <p:spTgt spid="139268"/>
                                        </p:tgtEl>
                                        <p:attrNameLst>
                                          <p:attrName>ppt_x</p:attrName>
                                        </p:attrNameLst>
                                      </p:cBhvr>
                                      <p:tavLst>
                                        <p:tav tm="0">
                                          <p:val>
                                            <p:strVal val="1+#ppt_w/2"/>
                                          </p:val>
                                        </p:tav>
                                        <p:tav tm="100000">
                                          <p:val>
                                            <p:strVal val="#ppt_x"/>
                                          </p:val>
                                        </p:tav>
                                      </p:tavLst>
                                    </p:anim>
                                    <p:anim calcmode="lin" valueType="num">
                                      <p:cBhvr additive="base">
                                        <p:cTn id="25" dur="500" fill="hold"/>
                                        <p:tgtEl>
                                          <p:spTgt spid="13926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39454"/>
                                        </p:tgtEl>
                                        <p:attrNameLst>
                                          <p:attrName>style.visibility</p:attrName>
                                        </p:attrNameLst>
                                      </p:cBhvr>
                                      <p:to>
                                        <p:strVal val="visible"/>
                                      </p:to>
                                    </p:set>
                                    <p:anim calcmode="lin" valueType="num">
                                      <p:cBhvr additive="base">
                                        <p:cTn id="30" dur="500" fill="hold"/>
                                        <p:tgtEl>
                                          <p:spTgt spid="139454"/>
                                        </p:tgtEl>
                                        <p:attrNameLst>
                                          <p:attrName>ppt_x</p:attrName>
                                        </p:attrNameLst>
                                      </p:cBhvr>
                                      <p:tavLst>
                                        <p:tav tm="0">
                                          <p:val>
                                            <p:strVal val="1+#ppt_w/2"/>
                                          </p:val>
                                        </p:tav>
                                        <p:tav tm="100000">
                                          <p:val>
                                            <p:strVal val="#ppt_x"/>
                                          </p:val>
                                        </p:tav>
                                      </p:tavLst>
                                    </p:anim>
                                    <p:anim calcmode="lin" valueType="num">
                                      <p:cBhvr additive="base">
                                        <p:cTn id="31" dur="500" fill="hold"/>
                                        <p:tgtEl>
                                          <p:spTgt spid="13945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39456"/>
                                        </p:tgtEl>
                                        <p:attrNameLst>
                                          <p:attrName>style.visibility</p:attrName>
                                        </p:attrNameLst>
                                      </p:cBhvr>
                                      <p:to>
                                        <p:strVal val="visible"/>
                                      </p:to>
                                    </p:set>
                                    <p:anim calcmode="lin" valueType="num">
                                      <p:cBhvr additive="base">
                                        <p:cTn id="36" dur="500" fill="hold"/>
                                        <p:tgtEl>
                                          <p:spTgt spid="139456"/>
                                        </p:tgtEl>
                                        <p:attrNameLst>
                                          <p:attrName>ppt_x</p:attrName>
                                        </p:attrNameLst>
                                      </p:cBhvr>
                                      <p:tavLst>
                                        <p:tav tm="0">
                                          <p:val>
                                            <p:strVal val="1+#ppt_w/2"/>
                                          </p:val>
                                        </p:tav>
                                        <p:tav tm="100000">
                                          <p:val>
                                            <p:strVal val="#ppt_x"/>
                                          </p:val>
                                        </p:tav>
                                      </p:tavLst>
                                    </p:anim>
                                    <p:anim calcmode="lin" valueType="num">
                                      <p:cBhvr additive="base">
                                        <p:cTn id="37" dur="500" fill="hold"/>
                                        <p:tgtEl>
                                          <p:spTgt spid="139456"/>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39455"/>
                                        </p:tgtEl>
                                        <p:attrNameLst>
                                          <p:attrName>style.visibility</p:attrName>
                                        </p:attrNameLst>
                                      </p:cBhvr>
                                      <p:to>
                                        <p:strVal val="visible"/>
                                      </p:to>
                                    </p:set>
                                    <p:anim calcmode="lin" valueType="num">
                                      <p:cBhvr additive="base">
                                        <p:cTn id="42" dur="500" fill="hold"/>
                                        <p:tgtEl>
                                          <p:spTgt spid="139455"/>
                                        </p:tgtEl>
                                        <p:attrNameLst>
                                          <p:attrName>ppt_x</p:attrName>
                                        </p:attrNameLst>
                                      </p:cBhvr>
                                      <p:tavLst>
                                        <p:tav tm="0">
                                          <p:val>
                                            <p:strVal val="1+#ppt_w/2"/>
                                          </p:val>
                                        </p:tav>
                                        <p:tav tm="100000">
                                          <p:val>
                                            <p:strVal val="#ppt_x"/>
                                          </p:val>
                                        </p:tav>
                                      </p:tavLst>
                                    </p:anim>
                                    <p:anim calcmode="lin" valueType="num">
                                      <p:cBhvr additive="base">
                                        <p:cTn id="43" dur="500" fill="hold"/>
                                        <p:tgtEl>
                                          <p:spTgt spid="13945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139457"/>
                                        </p:tgtEl>
                                        <p:attrNameLst>
                                          <p:attrName>style.visibility</p:attrName>
                                        </p:attrNameLst>
                                      </p:cBhvr>
                                      <p:to>
                                        <p:strVal val="visible"/>
                                      </p:to>
                                    </p:set>
                                    <p:animEffect transition="in" filter="checkerboard(across)">
                                      <p:cBhvr>
                                        <p:cTn id="48" dur="500"/>
                                        <p:tgtEl>
                                          <p:spTgt spid="139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autoUpdateAnimBg="0"/>
      <p:bldP spid="139454" grpId="0" autoUpdateAnimBg="0"/>
      <p:bldP spid="139455" grpId="0" autoUpdateAnimBg="0"/>
      <p:bldP spid="139456" grpId="0" autoUpdateAnimBg="0"/>
      <p:bldP spid="13946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ChangeArrowheads="1"/>
          </p:cNvSpPr>
          <p:nvPr/>
        </p:nvSpPr>
        <p:spPr bwMode="auto">
          <a:xfrm>
            <a:off x="0" y="549275"/>
            <a:ext cx="296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sz="2000">
                <a:solidFill>
                  <a:schemeClr val="hlink"/>
                </a:solidFill>
                <a:latin typeface="宋体" panose="02010600030101010101" pitchFamily="2" charset="-122"/>
                <a:ea typeface="黑体" panose="02010609060101010101" pitchFamily="2" charset="-122"/>
              </a:rPr>
              <a:t>1 </a:t>
            </a:r>
            <a:r>
              <a:rPr lang="zh-CN" altLang="en-US" sz="2000">
                <a:solidFill>
                  <a:schemeClr val="hlink"/>
                </a:solidFill>
                <a:latin typeface="Times New Roman" panose="02020603050405020304" pitchFamily="18" charset="0"/>
                <a:ea typeface="黑体" panose="02010609060101010101" pitchFamily="2" charset="-122"/>
              </a:rPr>
              <a:t>输入阻抗、输出阻抗</a:t>
            </a:r>
            <a:r>
              <a:rPr lang="zh-CN" altLang="en-US" sz="2000">
                <a:latin typeface="宋体" panose="02010600030101010101" pitchFamily="2" charset="-122"/>
              </a:rPr>
              <a:t> </a:t>
            </a:r>
          </a:p>
        </p:txBody>
      </p:sp>
      <p:sp>
        <p:nvSpPr>
          <p:cNvPr id="140293" name="Rectangle 5"/>
          <p:cNvSpPr>
            <a:spLocks noChangeArrowheads="1"/>
          </p:cNvSpPr>
          <p:nvPr/>
        </p:nvSpPr>
        <p:spPr bwMode="auto">
          <a:xfrm>
            <a:off x="228600" y="1447800"/>
            <a:ext cx="8153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solidFill>
                  <a:schemeClr val="hlink"/>
                </a:solidFill>
                <a:latin typeface="Times New Roman" panose="02020603050405020304" pitchFamily="18" charset="0"/>
                <a:ea typeface="黑体" panose="02010609060101010101" pitchFamily="2" charset="-122"/>
              </a:rPr>
              <a:t>输入阻抗：</a:t>
            </a:r>
            <a:r>
              <a:rPr lang="zh-CN" altLang="en-US" sz="2000">
                <a:latin typeface="宋体" panose="02010600030101010101" pitchFamily="2" charset="-122"/>
              </a:rPr>
              <a:t>从输入端口向二端口视入，是一个线性无独立源一端口网络   可用一个阻抗来等效代替，称为</a:t>
            </a:r>
            <a:r>
              <a:rPr lang="zh-CN" altLang="en-US" sz="2000">
                <a:latin typeface="Times New Roman" panose="02020603050405020304" pitchFamily="18" charset="0"/>
              </a:rPr>
              <a:t>输入阻抗</a:t>
            </a:r>
            <a:r>
              <a:rPr lang="zh-CN" altLang="en-US" sz="2000">
                <a:latin typeface="宋体" panose="02010600030101010101" pitchFamily="2" charset="-122"/>
              </a:rPr>
              <a:t>。</a:t>
            </a:r>
          </a:p>
        </p:txBody>
      </p:sp>
      <p:graphicFrame>
        <p:nvGraphicFramePr>
          <p:cNvPr id="140312" name="Object 24"/>
          <p:cNvGraphicFramePr>
            <a:graphicFrameLocks noChangeAspect="1"/>
          </p:cNvGraphicFramePr>
          <p:nvPr/>
        </p:nvGraphicFramePr>
        <p:xfrm>
          <a:off x="804863" y="3940175"/>
          <a:ext cx="7272337" cy="949325"/>
        </p:xfrm>
        <a:graphic>
          <a:graphicData uri="http://schemas.openxmlformats.org/presentationml/2006/ole">
            <mc:AlternateContent xmlns:mc="http://schemas.openxmlformats.org/markup-compatibility/2006">
              <mc:Choice xmlns:v="urn:schemas-microsoft-com:vml" Requires="v">
                <p:oleObj spid="_x0000_s25824" name="Equation" r:id="rId3" imgW="87172800" imgH="10972800" progId="Equation.DSMT4">
                  <p:embed/>
                </p:oleObj>
              </mc:Choice>
              <mc:Fallback>
                <p:oleObj name="Equation" r:id="rId3" imgW="87172800" imgH="10972800" progId="Equation.DSMT4">
                  <p:embed/>
                  <p:pic>
                    <p:nvPicPr>
                      <p:cNvPr id="0" name="图片 25819"/>
                      <p:cNvPicPr>
                        <a:picLocks noChangeAspect="1" noChangeArrowheads="1"/>
                      </p:cNvPicPr>
                      <p:nvPr/>
                    </p:nvPicPr>
                    <p:blipFill>
                      <a:blip r:embed="rId4"/>
                      <a:srcRect/>
                      <a:stretch>
                        <a:fillRect/>
                      </a:stretch>
                    </p:blipFill>
                    <p:spPr bwMode="auto">
                      <a:xfrm>
                        <a:off x="804863" y="3940175"/>
                        <a:ext cx="7272337"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0322" name="Object 34"/>
          <p:cNvGraphicFramePr>
            <a:graphicFrameLocks noChangeAspect="1"/>
          </p:cNvGraphicFramePr>
          <p:nvPr/>
        </p:nvGraphicFramePr>
        <p:xfrm>
          <a:off x="1476375" y="2492375"/>
          <a:ext cx="4953000" cy="1465263"/>
        </p:xfrm>
        <a:graphic>
          <a:graphicData uri="http://schemas.openxmlformats.org/presentationml/2006/ole">
            <mc:AlternateContent xmlns:mc="http://schemas.openxmlformats.org/markup-compatibility/2006">
              <mc:Choice xmlns:v="urn:schemas-microsoft-com:vml" Requires="v">
                <p:oleObj spid="_x0000_s25825" name="Visio" r:id="rId5" imgW="4546600" imgH="1371600" progId="Visio.Drawing.11">
                  <p:embed/>
                </p:oleObj>
              </mc:Choice>
              <mc:Fallback>
                <p:oleObj name="Visio" r:id="rId5" imgW="4546600" imgH="1371600" progId="Visio.Drawing.11">
                  <p:embed/>
                  <p:pic>
                    <p:nvPicPr>
                      <p:cNvPr id="0" name="图片 25820"/>
                      <p:cNvPicPr>
                        <a:picLocks noChangeAspect="1" noChangeArrowheads="1"/>
                      </p:cNvPicPr>
                      <p:nvPr/>
                    </p:nvPicPr>
                    <p:blipFill>
                      <a:blip r:embed="rId6"/>
                      <a:srcRect/>
                      <a:stretch>
                        <a:fillRect/>
                      </a:stretch>
                    </p:blipFill>
                    <p:spPr bwMode="auto">
                      <a:xfrm>
                        <a:off x="1476375" y="2492375"/>
                        <a:ext cx="49530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0324" name="Rectangle 36"/>
          <p:cNvSpPr>
            <a:spLocks noChangeArrowheads="1"/>
          </p:cNvSpPr>
          <p:nvPr/>
        </p:nvSpPr>
        <p:spPr bwMode="auto">
          <a:xfrm>
            <a:off x="457200" y="5562600"/>
            <a:ext cx="838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000">
                <a:solidFill>
                  <a:schemeClr val="hlink"/>
                </a:solidFill>
                <a:latin typeface="Times New Roman" panose="02020603050405020304" pitchFamily="18" charset="0"/>
                <a:ea typeface="黑体" panose="02010609060101010101" pitchFamily="2" charset="-122"/>
              </a:rPr>
              <a:t>输出阻抗：</a:t>
            </a:r>
            <a:r>
              <a:rPr lang="zh-CN" altLang="en-US" sz="2000">
                <a:latin typeface="宋体" panose="02010600030101010101" pitchFamily="2" charset="-122"/>
              </a:rPr>
              <a:t>从输出端口向二端口视入，是线性含独立源一端口网络，可用戴维南电路等效代替。从输出端口视入的等效阻抗，称为</a:t>
            </a:r>
            <a:r>
              <a:rPr lang="zh-CN" altLang="en-US" sz="2000">
                <a:latin typeface="Times New Roman" panose="02020603050405020304" pitchFamily="18" charset="0"/>
              </a:rPr>
              <a:t>输出阻抗</a:t>
            </a:r>
            <a:r>
              <a:rPr lang="zh-CN" altLang="en-US" sz="20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 calcmode="lin" valueType="num">
                                      <p:cBhvr additive="base">
                                        <p:cTn id="7" dur="500" fill="hold"/>
                                        <p:tgtEl>
                                          <p:spTgt spid="140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293"/>
                                        </p:tgtEl>
                                        <p:attrNameLst>
                                          <p:attrName>style.visibility</p:attrName>
                                        </p:attrNameLst>
                                      </p:cBhvr>
                                      <p:to>
                                        <p:strVal val="visible"/>
                                      </p:to>
                                    </p:set>
                                    <p:anim calcmode="lin" valueType="num">
                                      <p:cBhvr additive="base">
                                        <p:cTn id="13" dur="500" fill="hold"/>
                                        <p:tgtEl>
                                          <p:spTgt spid="140293"/>
                                        </p:tgtEl>
                                        <p:attrNameLst>
                                          <p:attrName>ppt_x</p:attrName>
                                        </p:attrNameLst>
                                      </p:cBhvr>
                                      <p:tavLst>
                                        <p:tav tm="0">
                                          <p:val>
                                            <p:strVal val="0-#ppt_w/2"/>
                                          </p:val>
                                        </p:tav>
                                        <p:tav tm="100000">
                                          <p:val>
                                            <p:strVal val="#ppt_x"/>
                                          </p:val>
                                        </p:tav>
                                      </p:tavLst>
                                    </p:anim>
                                    <p:anim calcmode="lin" valueType="num">
                                      <p:cBhvr additive="base">
                                        <p:cTn id="14" dur="500" fill="hold"/>
                                        <p:tgtEl>
                                          <p:spTgt spid="1402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40322"/>
                                        </p:tgtEl>
                                        <p:attrNameLst>
                                          <p:attrName>style.visibility</p:attrName>
                                        </p:attrNameLst>
                                      </p:cBhvr>
                                      <p:to>
                                        <p:strVal val="visible"/>
                                      </p:to>
                                    </p:set>
                                    <p:animEffect transition="in" filter="box(in)">
                                      <p:cBhvr>
                                        <p:cTn id="19" dur="500"/>
                                        <p:tgtEl>
                                          <p:spTgt spid="14032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40312"/>
                                        </p:tgtEl>
                                        <p:attrNameLst>
                                          <p:attrName>style.visibility</p:attrName>
                                        </p:attrNameLst>
                                      </p:cBhvr>
                                      <p:to>
                                        <p:strVal val="visible"/>
                                      </p:to>
                                    </p:set>
                                    <p:anim calcmode="lin" valueType="num">
                                      <p:cBhvr additive="base">
                                        <p:cTn id="24" dur="500" fill="hold"/>
                                        <p:tgtEl>
                                          <p:spTgt spid="140312"/>
                                        </p:tgtEl>
                                        <p:attrNameLst>
                                          <p:attrName>ppt_x</p:attrName>
                                        </p:attrNameLst>
                                      </p:cBhvr>
                                      <p:tavLst>
                                        <p:tav tm="0">
                                          <p:val>
                                            <p:strVal val="0-#ppt_w/2"/>
                                          </p:val>
                                        </p:tav>
                                        <p:tav tm="100000">
                                          <p:val>
                                            <p:strVal val="#ppt_x"/>
                                          </p:val>
                                        </p:tav>
                                      </p:tavLst>
                                    </p:anim>
                                    <p:anim calcmode="lin" valueType="num">
                                      <p:cBhvr additive="base">
                                        <p:cTn id="25" dur="500" fill="hold"/>
                                        <p:tgtEl>
                                          <p:spTgt spid="14031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40324"/>
                                        </p:tgtEl>
                                        <p:attrNameLst>
                                          <p:attrName>style.visibility</p:attrName>
                                        </p:attrNameLst>
                                      </p:cBhvr>
                                      <p:to>
                                        <p:strVal val="visible"/>
                                      </p:to>
                                    </p:set>
                                    <p:anim calcmode="lin" valueType="num">
                                      <p:cBhvr additive="base">
                                        <p:cTn id="30" dur="500" fill="hold"/>
                                        <p:tgtEl>
                                          <p:spTgt spid="140324"/>
                                        </p:tgtEl>
                                        <p:attrNameLst>
                                          <p:attrName>ppt_x</p:attrName>
                                        </p:attrNameLst>
                                      </p:cBhvr>
                                      <p:tavLst>
                                        <p:tav tm="0">
                                          <p:val>
                                            <p:strVal val="0-#ppt_w/2"/>
                                          </p:val>
                                        </p:tav>
                                        <p:tav tm="100000">
                                          <p:val>
                                            <p:strVal val="#ppt_x"/>
                                          </p:val>
                                        </p:tav>
                                      </p:tavLst>
                                    </p:anim>
                                    <p:anim calcmode="lin" valueType="num">
                                      <p:cBhvr additive="base">
                                        <p:cTn id="31" dur="500" fill="hold"/>
                                        <p:tgtEl>
                                          <p:spTgt spid="1403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autoUpdateAnimBg="0"/>
      <p:bldP spid="14032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55" name="Group 43"/>
          <p:cNvGrpSpPr/>
          <p:nvPr/>
        </p:nvGrpSpPr>
        <p:grpSpPr bwMode="auto">
          <a:xfrm>
            <a:off x="1258888" y="1196975"/>
            <a:ext cx="5867400" cy="2041525"/>
            <a:chOff x="960" y="624"/>
            <a:chExt cx="3696" cy="1286"/>
          </a:xfrm>
        </p:grpSpPr>
        <p:graphicFrame>
          <p:nvGraphicFramePr>
            <p:cNvPr id="27671" name="Object 24"/>
            <p:cNvGraphicFramePr>
              <a:graphicFrameLocks noChangeAspect="1"/>
            </p:cNvGraphicFramePr>
            <p:nvPr/>
          </p:nvGraphicFramePr>
          <p:xfrm>
            <a:off x="960" y="624"/>
            <a:ext cx="3696" cy="986"/>
          </p:xfrm>
          <a:graphic>
            <a:graphicData uri="http://schemas.openxmlformats.org/presentationml/2006/ole">
              <mc:AlternateContent xmlns:mc="http://schemas.openxmlformats.org/markup-compatibility/2006">
                <mc:Choice xmlns:v="urn:schemas-microsoft-com:vml" Requires="v">
                  <p:oleObj spid="_x0000_s27508" name="Visio" r:id="rId3" imgW="4965700" imgH="1333500" progId="Visio.Drawing.11">
                    <p:embed/>
                  </p:oleObj>
                </mc:Choice>
                <mc:Fallback>
                  <p:oleObj name="Visio" r:id="rId3" imgW="4965700" imgH="1333500" progId="Visio.Drawing.11">
                    <p:embed/>
                    <p:pic>
                      <p:nvPicPr>
                        <p:cNvPr id="0" name="图片 27497"/>
                        <p:cNvPicPr>
                          <a:picLocks noChangeAspect="1" noChangeArrowheads="1"/>
                        </p:cNvPicPr>
                        <p:nvPr/>
                      </p:nvPicPr>
                      <p:blipFill>
                        <a:blip r:embed="rId4"/>
                        <a:srcRect/>
                        <a:stretch>
                          <a:fillRect/>
                        </a:stretch>
                      </p:blipFill>
                      <p:spPr bwMode="auto">
                        <a:xfrm>
                          <a:off x="960" y="624"/>
                          <a:ext cx="3696"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72" name="Rectangle 26"/>
            <p:cNvSpPr>
              <a:spLocks noChangeArrowheads="1"/>
            </p:cNvSpPr>
            <p:nvPr/>
          </p:nvSpPr>
          <p:spPr bwMode="auto">
            <a:xfrm>
              <a:off x="1632" y="1660"/>
              <a:ext cx="25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endParaRPr lang="zh-CN" altLang="zh-CN" sz="2000">
                <a:latin typeface="Times New Roman" panose="02020603050405020304" pitchFamily="18" charset="0"/>
              </a:endParaRPr>
            </a:p>
          </p:txBody>
        </p:sp>
      </p:grpSp>
      <p:graphicFrame>
        <p:nvGraphicFramePr>
          <p:cNvPr id="141341" name="Object 29"/>
          <p:cNvGraphicFramePr>
            <a:graphicFrameLocks noChangeAspect="1"/>
          </p:cNvGraphicFramePr>
          <p:nvPr/>
        </p:nvGraphicFramePr>
        <p:xfrm>
          <a:off x="4275138" y="3248025"/>
          <a:ext cx="4767262" cy="403225"/>
        </p:xfrm>
        <a:graphic>
          <a:graphicData uri="http://schemas.openxmlformats.org/presentationml/2006/ole">
            <mc:AlternateContent xmlns:mc="http://schemas.openxmlformats.org/markup-compatibility/2006">
              <mc:Choice xmlns:v="urn:schemas-microsoft-com:vml" Requires="v">
                <p:oleObj spid="_x0000_s27509" name="Equation" r:id="rId5" imgW="74066400" imgH="5791200" progId="Equation.DSMT4">
                  <p:embed/>
                </p:oleObj>
              </mc:Choice>
              <mc:Fallback>
                <p:oleObj name="Equation" r:id="rId5" imgW="74066400" imgH="5791200" progId="Equation.DSMT4">
                  <p:embed/>
                  <p:pic>
                    <p:nvPicPr>
                      <p:cNvPr id="0" name="图片 27498"/>
                      <p:cNvPicPr>
                        <a:picLocks noChangeAspect="1" noChangeArrowheads="1"/>
                      </p:cNvPicPr>
                      <p:nvPr/>
                    </p:nvPicPr>
                    <p:blipFill>
                      <a:blip r:embed="rId6"/>
                      <a:srcRect/>
                      <a:stretch>
                        <a:fillRect/>
                      </a:stretch>
                    </p:blipFill>
                    <p:spPr bwMode="auto">
                      <a:xfrm>
                        <a:off x="4275138" y="3248025"/>
                        <a:ext cx="476726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1357" name="Group 45"/>
          <p:cNvGrpSpPr/>
          <p:nvPr/>
        </p:nvGrpSpPr>
        <p:grpSpPr bwMode="auto">
          <a:xfrm>
            <a:off x="179388" y="4613276"/>
            <a:ext cx="8196262" cy="1641476"/>
            <a:chOff x="144" y="3057"/>
            <a:chExt cx="5163" cy="1034"/>
          </a:xfrm>
        </p:grpSpPr>
        <p:sp>
          <p:nvSpPr>
            <p:cNvPr id="27666" name="Rectangle 4"/>
            <p:cNvSpPr>
              <a:spLocks noChangeArrowheads="1"/>
            </p:cNvSpPr>
            <p:nvPr/>
          </p:nvSpPr>
          <p:spPr bwMode="auto">
            <a:xfrm>
              <a:off x="4560" y="3259"/>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sp>
          <p:nvSpPr>
            <p:cNvPr id="27667" name="Rectangle 5"/>
            <p:cNvSpPr>
              <a:spLocks noChangeArrowheads="1"/>
            </p:cNvSpPr>
            <p:nvPr/>
          </p:nvSpPr>
          <p:spPr bwMode="auto">
            <a:xfrm>
              <a:off x="144" y="3072"/>
              <a:ext cx="184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开路电压与</a:t>
              </a:r>
            </a:p>
            <a:p>
              <a:pPr eaLnBrk="0" hangingPunct="0"/>
              <a:r>
                <a:rPr lang="zh-CN" altLang="en-US" sz="2000">
                  <a:latin typeface="宋体" panose="02010600030101010101" pitchFamily="2" charset="-122"/>
                </a:rPr>
                <a:t>等效输出阻抗</a:t>
              </a:r>
            </a:p>
          </p:txBody>
        </p:sp>
        <p:graphicFrame>
          <p:nvGraphicFramePr>
            <p:cNvPr id="27668" name="Object 33"/>
            <p:cNvGraphicFramePr>
              <a:graphicFrameLocks noChangeAspect="1"/>
            </p:cNvGraphicFramePr>
            <p:nvPr/>
          </p:nvGraphicFramePr>
          <p:xfrm>
            <a:off x="2169" y="3585"/>
            <a:ext cx="1518" cy="506"/>
          </p:xfrm>
          <a:graphic>
            <a:graphicData uri="http://schemas.openxmlformats.org/presentationml/2006/ole">
              <mc:AlternateContent xmlns:mc="http://schemas.openxmlformats.org/markup-compatibility/2006">
                <mc:Choice xmlns:v="urn:schemas-microsoft-com:vml" Requires="v">
                  <p:oleObj spid="_x0000_s27510" name="Equation" r:id="rId7" imgW="33832800" imgH="10972800" progId="Equation.DSMT4">
                    <p:embed/>
                  </p:oleObj>
                </mc:Choice>
                <mc:Fallback>
                  <p:oleObj name="Equation" r:id="rId7" imgW="33832800" imgH="10972800" progId="Equation.DSMT4">
                    <p:embed/>
                    <p:pic>
                      <p:nvPicPr>
                        <p:cNvPr id="0" name="图片 27499"/>
                        <p:cNvPicPr>
                          <a:picLocks noChangeAspect="1" noChangeArrowheads="1"/>
                        </p:cNvPicPr>
                        <p:nvPr/>
                      </p:nvPicPr>
                      <p:blipFill>
                        <a:blip r:embed="rId8"/>
                        <a:srcRect/>
                        <a:stretch>
                          <a:fillRect/>
                        </a:stretch>
                      </p:blipFill>
                      <p:spPr bwMode="auto">
                        <a:xfrm>
                          <a:off x="2169" y="3585"/>
                          <a:ext cx="1518"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69" name="Object 35"/>
            <p:cNvGraphicFramePr>
              <a:graphicFrameLocks noChangeAspect="1"/>
            </p:cNvGraphicFramePr>
            <p:nvPr/>
          </p:nvGraphicFramePr>
          <p:xfrm>
            <a:off x="2331" y="3057"/>
            <a:ext cx="1193" cy="490"/>
          </p:xfrm>
          <a:graphic>
            <a:graphicData uri="http://schemas.openxmlformats.org/presentationml/2006/ole">
              <mc:AlternateContent xmlns:mc="http://schemas.openxmlformats.org/markup-compatibility/2006">
                <mc:Choice xmlns:v="urn:schemas-microsoft-com:vml" Requires="v">
                  <p:oleObj spid="_x0000_s27511" name="Equation" r:id="rId9" imgW="27432000" imgH="10972800" progId="Equation.DSMT4">
                    <p:embed/>
                  </p:oleObj>
                </mc:Choice>
                <mc:Fallback>
                  <p:oleObj name="Equation" r:id="rId9" imgW="27432000" imgH="10972800" progId="Equation.DSMT4">
                    <p:embed/>
                    <p:pic>
                      <p:nvPicPr>
                        <p:cNvPr id="0" name="图片 27500"/>
                        <p:cNvPicPr>
                          <a:picLocks noChangeAspect="1" noChangeArrowheads="1"/>
                        </p:cNvPicPr>
                        <p:nvPr/>
                      </p:nvPicPr>
                      <p:blipFill>
                        <a:blip r:embed="rId10"/>
                        <a:srcRect/>
                        <a:stretch>
                          <a:fillRect/>
                        </a:stretch>
                      </p:blipFill>
                      <p:spPr bwMode="auto">
                        <a:xfrm>
                          <a:off x="2331" y="3057"/>
                          <a:ext cx="1193" cy="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70" name="Rectangle 37"/>
            <p:cNvSpPr>
              <a:spLocks noChangeArrowheads="1"/>
            </p:cNvSpPr>
            <p:nvPr/>
          </p:nvSpPr>
          <p:spPr bwMode="auto">
            <a:xfrm>
              <a:off x="4587" y="3757"/>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grpSp>
      <p:sp>
        <p:nvSpPr>
          <p:cNvPr id="141358" name="Rectangle 46"/>
          <p:cNvSpPr>
            <a:spLocks noChangeArrowheads="1"/>
          </p:cNvSpPr>
          <p:nvPr/>
        </p:nvSpPr>
        <p:spPr bwMode="auto">
          <a:xfrm>
            <a:off x="11113" y="476250"/>
            <a:ext cx="405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a:solidFill>
                  <a:schemeClr val="hlink"/>
                </a:solidFill>
                <a:latin typeface="宋体" panose="02010600030101010101" pitchFamily="2" charset="-122"/>
              </a:rPr>
              <a:t>计算输出端口的戴维南等效电路：</a:t>
            </a:r>
            <a:r>
              <a:rPr lang="zh-CN" altLang="en-US" sz="2000">
                <a:latin typeface="Times New Roman" panose="02020603050405020304" pitchFamily="18" charset="0"/>
              </a:rPr>
              <a:t> </a:t>
            </a:r>
          </a:p>
        </p:txBody>
      </p:sp>
      <p:grpSp>
        <p:nvGrpSpPr>
          <p:cNvPr id="141362" name="Group 50"/>
          <p:cNvGrpSpPr/>
          <p:nvPr/>
        </p:nvGrpSpPr>
        <p:grpSpPr bwMode="auto">
          <a:xfrm>
            <a:off x="387351" y="2628898"/>
            <a:ext cx="2176463" cy="1427161"/>
            <a:chOff x="371" y="2047"/>
            <a:chExt cx="1371" cy="899"/>
          </a:xfrm>
        </p:grpSpPr>
        <p:graphicFrame>
          <p:nvGraphicFramePr>
            <p:cNvPr id="27663" name="Object 47"/>
            <p:cNvGraphicFramePr>
              <a:graphicFrameLocks noChangeAspect="1"/>
            </p:cNvGraphicFramePr>
            <p:nvPr/>
          </p:nvGraphicFramePr>
          <p:xfrm>
            <a:off x="417" y="2047"/>
            <a:ext cx="1325" cy="260"/>
          </p:xfrm>
          <a:graphic>
            <a:graphicData uri="http://schemas.openxmlformats.org/presentationml/2006/ole">
              <mc:AlternateContent xmlns:mc="http://schemas.openxmlformats.org/markup-compatibility/2006">
                <mc:Choice xmlns:v="urn:schemas-microsoft-com:vml" Requires="v">
                  <p:oleObj spid="_x0000_s27512" name="Equation" r:id="rId11" imgW="32004000" imgH="5791200" progId="Equation.DSMT4">
                    <p:embed/>
                  </p:oleObj>
                </mc:Choice>
                <mc:Fallback>
                  <p:oleObj name="Equation" r:id="rId11" imgW="32004000" imgH="5791200" progId="Equation.DSMT4">
                    <p:embed/>
                    <p:pic>
                      <p:nvPicPr>
                        <p:cNvPr id="0" name="图片 27501"/>
                        <p:cNvPicPr>
                          <a:picLocks noChangeAspect="1" noChangeArrowheads="1"/>
                        </p:cNvPicPr>
                        <p:nvPr/>
                      </p:nvPicPr>
                      <p:blipFill>
                        <a:blip r:embed="rId12"/>
                        <a:srcRect/>
                        <a:stretch>
                          <a:fillRect/>
                        </a:stretch>
                      </p:blipFill>
                      <p:spPr bwMode="auto">
                        <a:xfrm>
                          <a:off x="417" y="2047"/>
                          <a:ext cx="132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64" name="Object 48"/>
            <p:cNvGraphicFramePr>
              <a:graphicFrameLocks noChangeAspect="1"/>
            </p:cNvGraphicFramePr>
            <p:nvPr/>
          </p:nvGraphicFramePr>
          <p:xfrm>
            <a:off x="371" y="2383"/>
            <a:ext cx="1273" cy="253"/>
          </p:xfrm>
          <a:graphic>
            <a:graphicData uri="http://schemas.openxmlformats.org/presentationml/2006/ole">
              <mc:AlternateContent xmlns:mc="http://schemas.openxmlformats.org/markup-compatibility/2006">
                <mc:Choice xmlns:v="urn:schemas-microsoft-com:vml" Requires="v">
                  <p:oleObj spid="_x0000_s27513" name="Equation" r:id="rId13" imgW="31394400" imgH="5791200" progId="Equation.DSMT4">
                    <p:embed/>
                  </p:oleObj>
                </mc:Choice>
                <mc:Fallback>
                  <p:oleObj name="Equation" r:id="rId13" imgW="31394400" imgH="5791200" progId="Equation.DSMT4">
                    <p:embed/>
                    <p:pic>
                      <p:nvPicPr>
                        <p:cNvPr id="0" name="图片 27502"/>
                        <p:cNvPicPr>
                          <a:picLocks noChangeAspect="1" noChangeArrowheads="1"/>
                        </p:cNvPicPr>
                        <p:nvPr/>
                      </p:nvPicPr>
                      <p:blipFill>
                        <a:blip r:embed="rId14"/>
                        <a:srcRect/>
                        <a:stretch>
                          <a:fillRect/>
                        </a:stretch>
                      </p:blipFill>
                      <p:spPr bwMode="auto">
                        <a:xfrm>
                          <a:off x="371" y="2383"/>
                          <a:ext cx="1273"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65" name="Object 49"/>
            <p:cNvGraphicFramePr>
              <a:graphicFrameLocks noChangeAspect="1"/>
            </p:cNvGraphicFramePr>
            <p:nvPr/>
          </p:nvGraphicFramePr>
          <p:xfrm>
            <a:off x="409" y="2676"/>
            <a:ext cx="958" cy="270"/>
          </p:xfrm>
          <a:graphic>
            <a:graphicData uri="http://schemas.openxmlformats.org/presentationml/2006/ole">
              <mc:AlternateContent xmlns:mc="http://schemas.openxmlformats.org/markup-compatibility/2006">
                <mc:Choice xmlns:v="urn:schemas-microsoft-com:vml" Requires="v">
                  <p:oleObj spid="_x0000_s27514" name="Equation" r:id="rId15" imgW="21945600" imgH="5791200" progId="Equation.DSMT4">
                    <p:embed/>
                  </p:oleObj>
                </mc:Choice>
                <mc:Fallback>
                  <p:oleObj name="Equation" r:id="rId15" imgW="21945600" imgH="5791200" progId="Equation.DSMT4">
                    <p:embed/>
                    <p:pic>
                      <p:nvPicPr>
                        <p:cNvPr id="0" name="图片 27503"/>
                        <p:cNvPicPr>
                          <a:picLocks noChangeAspect="1" noChangeArrowheads="1"/>
                        </p:cNvPicPr>
                        <p:nvPr/>
                      </p:nvPicPr>
                      <p:blipFill>
                        <a:blip r:embed="rId16"/>
                        <a:srcRect/>
                        <a:stretch>
                          <a:fillRect/>
                        </a:stretch>
                      </p:blipFill>
                      <p:spPr bwMode="auto">
                        <a:xfrm>
                          <a:off x="409" y="2676"/>
                          <a:ext cx="95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1369" name="Group 57"/>
          <p:cNvGrpSpPr/>
          <p:nvPr/>
        </p:nvGrpSpPr>
        <p:grpSpPr bwMode="auto">
          <a:xfrm>
            <a:off x="2693988" y="2808288"/>
            <a:ext cx="1295400" cy="1219200"/>
            <a:chOff x="1728" y="2160"/>
            <a:chExt cx="816" cy="768"/>
          </a:xfrm>
        </p:grpSpPr>
        <p:sp>
          <p:nvSpPr>
            <p:cNvPr id="27661" name="AutoShape 51"/>
            <p:cNvSpPr/>
            <p:nvPr/>
          </p:nvSpPr>
          <p:spPr bwMode="auto">
            <a:xfrm>
              <a:off x="1728" y="2160"/>
              <a:ext cx="240" cy="768"/>
            </a:xfrm>
            <a:prstGeom prst="rightBrace">
              <a:avLst>
                <a:gd name="adj1" fmla="val 26667"/>
                <a:gd name="adj2" fmla="val 50000"/>
              </a:avLst>
            </a:prstGeom>
            <a:noFill/>
            <a:ln w="254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2" name="AutoShape 52"/>
            <p:cNvSpPr>
              <a:spLocks noChangeArrowheads="1"/>
            </p:cNvSpPr>
            <p:nvPr/>
          </p:nvSpPr>
          <p:spPr bwMode="auto">
            <a:xfrm>
              <a:off x="2064" y="2496"/>
              <a:ext cx="480" cy="144"/>
            </a:xfrm>
            <a:prstGeom prst="rightArrow">
              <a:avLst>
                <a:gd name="adj1" fmla="val 50000"/>
                <a:gd name="adj2" fmla="val 8333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1370" name="Group 58"/>
          <p:cNvGrpSpPr/>
          <p:nvPr/>
        </p:nvGrpSpPr>
        <p:grpSpPr bwMode="auto">
          <a:xfrm>
            <a:off x="3532188" y="3784601"/>
            <a:ext cx="5067300" cy="687387"/>
            <a:chOff x="2256" y="2775"/>
            <a:chExt cx="3192" cy="433"/>
          </a:xfrm>
        </p:grpSpPr>
        <p:graphicFrame>
          <p:nvGraphicFramePr>
            <p:cNvPr id="27659" name="Object 31"/>
            <p:cNvGraphicFramePr>
              <a:graphicFrameLocks noChangeAspect="1"/>
            </p:cNvGraphicFramePr>
            <p:nvPr/>
          </p:nvGraphicFramePr>
          <p:xfrm>
            <a:off x="2857" y="2775"/>
            <a:ext cx="2591" cy="433"/>
          </p:xfrm>
          <a:graphic>
            <a:graphicData uri="http://schemas.openxmlformats.org/presentationml/2006/ole">
              <mc:AlternateContent xmlns:mc="http://schemas.openxmlformats.org/markup-compatibility/2006">
                <mc:Choice xmlns:v="urn:schemas-microsoft-com:vml" Requires="v">
                  <p:oleObj spid="_x0000_s27515" name="Equation" r:id="rId17" imgW="67970400" imgH="10972800" progId="Equation.DSMT4">
                    <p:embed/>
                  </p:oleObj>
                </mc:Choice>
                <mc:Fallback>
                  <p:oleObj name="Equation" r:id="rId17" imgW="67970400" imgH="10972800" progId="Equation.DSMT4">
                    <p:embed/>
                    <p:pic>
                      <p:nvPicPr>
                        <p:cNvPr id="0" name="图片 27504"/>
                        <p:cNvPicPr>
                          <a:picLocks noChangeAspect="1" noChangeArrowheads="1"/>
                        </p:cNvPicPr>
                        <p:nvPr/>
                      </p:nvPicPr>
                      <p:blipFill>
                        <a:blip r:embed="rId18"/>
                        <a:srcRect/>
                        <a:stretch>
                          <a:fillRect/>
                        </a:stretch>
                      </p:blipFill>
                      <p:spPr bwMode="auto">
                        <a:xfrm>
                          <a:off x="2857" y="2775"/>
                          <a:ext cx="2591"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60" name="AutoShape 56"/>
            <p:cNvSpPr>
              <a:spLocks noChangeArrowheads="1"/>
            </p:cNvSpPr>
            <p:nvPr/>
          </p:nvSpPr>
          <p:spPr bwMode="auto">
            <a:xfrm>
              <a:off x="2256" y="2928"/>
              <a:ext cx="480" cy="144"/>
            </a:xfrm>
            <a:prstGeom prst="rightArrow">
              <a:avLst>
                <a:gd name="adj1" fmla="val 50000"/>
                <a:gd name="adj2" fmla="val 8333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1358">
                                            <p:txEl>
                                              <p:pRg st="0" end="0"/>
                                            </p:txEl>
                                          </p:spTgt>
                                        </p:tgtEl>
                                        <p:attrNameLst>
                                          <p:attrName>style.visibility</p:attrName>
                                        </p:attrNameLst>
                                      </p:cBhvr>
                                      <p:to>
                                        <p:strVal val="visible"/>
                                      </p:to>
                                    </p:set>
                                    <p:anim calcmode="lin" valueType="num">
                                      <p:cBhvr additive="base">
                                        <p:cTn id="7" dur="500" fill="hold"/>
                                        <p:tgtEl>
                                          <p:spTgt spid="1413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13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41355"/>
                                        </p:tgtEl>
                                        <p:attrNameLst>
                                          <p:attrName>style.visibility</p:attrName>
                                        </p:attrNameLst>
                                      </p:cBhvr>
                                      <p:to>
                                        <p:strVal val="visible"/>
                                      </p:to>
                                    </p:set>
                                    <p:animEffect transition="in" filter="checkerboard(across)">
                                      <p:cBhvr>
                                        <p:cTn id="13" dur="500"/>
                                        <p:tgtEl>
                                          <p:spTgt spid="14135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1362"/>
                                        </p:tgtEl>
                                        <p:attrNameLst>
                                          <p:attrName>style.visibility</p:attrName>
                                        </p:attrNameLst>
                                      </p:cBhvr>
                                      <p:to>
                                        <p:strVal val="visible"/>
                                      </p:to>
                                    </p:set>
                                    <p:anim calcmode="lin" valueType="num">
                                      <p:cBhvr additive="base">
                                        <p:cTn id="18" dur="500" fill="hold"/>
                                        <p:tgtEl>
                                          <p:spTgt spid="141362"/>
                                        </p:tgtEl>
                                        <p:attrNameLst>
                                          <p:attrName>ppt_x</p:attrName>
                                        </p:attrNameLst>
                                      </p:cBhvr>
                                      <p:tavLst>
                                        <p:tav tm="0">
                                          <p:val>
                                            <p:strVal val="0-#ppt_w/2"/>
                                          </p:val>
                                        </p:tav>
                                        <p:tav tm="100000">
                                          <p:val>
                                            <p:strVal val="#ppt_x"/>
                                          </p:val>
                                        </p:tav>
                                      </p:tavLst>
                                    </p:anim>
                                    <p:anim calcmode="lin" valueType="num">
                                      <p:cBhvr additive="base">
                                        <p:cTn id="19" dur="500" fill="hold"/>
                                        <p:tgtEl>
                                          <p:spTgt spid="14136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141369"/>
                                        </p:tgtEl>
                                        <p:attrNameLst>
                                          <p:attrName>style.visibility</p:attrName>
                                        </p:attrNameLst>
                                      </p:cBhvr>
                                      <p:to>
                                        <p:strVal val="visible"/>
                                      </p:to>
                                    </p:set>
                                    <p:anim calcmode="lin" valueType="num">
                                      <p:cBhvr additive="base">
                                        <p:cTn id="24" dur="500" fill="hold"/>
                                        <p:tgtEl>
                                          <p:spTgt spid="141369"/>
                                        </p:tgtEl>
                                        <p:attrNameLst>
                                          <p:attrName>ppt_x</p:attrName>
                                        </p:attrNameLst>
                                      </p:cBhvr>
                                      <p:tavLst>
                                        <p:tav tm="0">
                                          <p:val>
                                            <p:strVal val="1+#ppt_w/2"/>
                                          </p:val>
                                        </p:tav>
                                        <p:tav tm="100000">
                                          <p:val>
                                            <p:strVal val="#ppt_x"/>
                                          </p:val>
                                        </p:tav>
                                      </p:tavLst>
                                    </p:anim>
                                    <p:anim calcmode="lin" valueType="num">
                                      <p:cBhvr additive="base">
                                        <p:cTn id="25" dur="500" fill="hold"/>
                                        <p:tgtEl>
                                          <p:spTgt spid="14136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141341"/>
                                        </p:tgtEl>
                                        <p:attrNameLst>
                                          <p:attrName>style.visibility</p:attrName>
                                        </p:attrNameLst>
                                      </p:cBhvr>
                                      <p:to>
                                        <p:strVal val="visible"/>
                                      </p:to>
                                    </p:set>
                                    <p:anim calcmode="lin" valueType="num">
                                      <p:cBhvr additive="base">
                                        <p:cTn id="30" dur="500" fill="hold"/>
                                        <p:tgtEl>
                                          <p:spTgt spid="141341"/>
                                        </p:tgtEl>
                                        <p:attrNameLst>
                                          <p:attrName>ppt_x</p:attrName>
                                        </p:attrNameLst>
                                      </p:cBhvr>
                                      <p:tavLst>
                                        <p:tav tm="0">
                                          <p:val>
                                            <p:strVal val="1+#ppt_w/2"/>
                                          </p:val>
                                        </p:tav>
                                        <p:tav tm="100000">
                                          <p:val>
                                            <p:strVal val="#ppt_x"/>
                                          </p:val>
                                        </p:tav>
                                      </p:tavLst>
                                    </p:anim>
                                    <p:anim calcmode="lin" valueType="num">
                                      <p:cBhvr additive="base">
                                        <p:cTn id="31" dur="500" fill="hold"/>
                                        <p:tgtEl>
                                          <p:spTgt spid="14134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41370"/>
                                        </p:tgtEl>
                                        <p:attrNameLst>
                                          <p:attrName>style.visibility</p:attrName>
                                        </p:attrNameLst>
                                      </p:cBhvr>
                                      <p:to>
                                        <p:strVal val="visible"/>
                                      </p:to>
                                    </p:set>
                                    <p:anim calcmode="lin" valueType="num">
                                      <p:cBhvr additive="base">
                                        <p:cTn id="36" dur="500" fill="hold"/>
                                        <p:tgtEl>
                                          <p:spTgt spid="141370"/>
                                        </p:tgtEl>
                                        <p:attrNameLst>
                                          <p:attrName>ppt_x</p:attrName>
                                        </p:attrNameLst>
                                      </p:cBhvr>
                                      <p:tavLst>
                                        <p:tav tm="0">
                                          <p:val>
                                            <p:strVal val="#ppt_x"/>
                                          </p:val>
                                        </p:tav>
                                        <p:tav tm="100000">
                                          <p:val>
                                            <p:strVal val="#ppt_x"/>
                                          </p:val>
                                        </p:tav>
                                      </p:tavLst>
                                    </p:anim>
                                    <p:anim calcmode="lin" valueType="num">
                                      <p:cBhvr additive="base">
                                        <p:cTn id="37" dur="500" fill="hold"/>
                                        <p:tgtEl>
                                          <p:spTgt spid="14137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41357"/>
                                        </p:tgtEl>
                                        <p:attrNameLst>
                                          <p:attrName>style.visibility</p:attrName>
                                        </p:attrNameLst>
                                      </p:cBhvr>
                                      <p:to>
                                        <p:strVal val="visible"/>
                                      </p:to>
                                    </p:set>
                                    <p:anim calcmode="lin" valueType="num">
                                      <p:cBhvr additive="base">
                                        <p:cTn id="42" dur="500" fill="hold"/>
                                        <p:tgtEl>
                                          <p:spTgt spid="141357"/>
                                        </p:tgtEl>
                                        <p:attrNameLst>
                                          <p:attrName>ppt_x</p:attrName>
                                        </p:attrNameLst>
                                      </p:cBhvr>
                                      <p:tavLst>
                                        <p:tav tm="0">
                                          <p:val>
                                            <p:strVal val="#ppt_x"/>
                                          </p:val>
                                        </p:tav>
                                        <p:tav tm="100000">
                                          <p:val>
                                            <p:strVal val="#ppt_x"/>
                                          </p:val>
                                        </p:tav>
                                      </p:tavLst>
                                    </p:anim>
                                    <p:anim calcmode="lin" valueType="num">
                                      <p:cBhvr additive="base">
                                        <p:cTn id="43" dur="500" fill="hold"/>
                                        <p:tgtEl>
                                          <p:spTgt spid="1413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1" name="Rectangle 3"/>
          <p:cNvSpPr>
            <a:spLocks noGrp="1" noChangeArrowheads="1"/>
          </p:cNvSpPr>
          <p:nvPr>
            <p:ph type="subTitle" idx="1"/>
          </p:nvPr>
        </p:nvSpPr>
        <p:spPr>
          <a:xfrm>
            <a:off x="815975" y="1138238"/>
            <a:ext cx="8077200" cy="1066800"/>
          </a:xfrm>
        </p:spPr>
        <p:txBody>
          <a:bodyPr/>
          <a:lstStyle/>
          <a:p>
            <a:pPr algn="just" eaLnBrk="1" hangingPunct="1"/>
            <a:r>
              <a:rPr lang="zh-CN" altLang="en-US" sz="2000" dirty="0">
                <a:solidFill>
                  <a:schemeClr val="tx2"/>
                </a:solidFill>
                <a:latin typeface="宋体" panose="02010600030101010101" pitchFamily="2" charset="-122"/>
              </a:rPr>
              <a:t>下图所示电路的传输参数矩阵为</a:t>
            </a:r>
          </a:p>
          <a:p>
            <a:pPr algn="just" eaLnBrk="1" hangingPunct="1"/>
            <a:r>
              <a:rPr lang="zh-CN" altLang="en-US" sz="2000" dirty="0">
                <a:solidFill>
                  <a:schemeClr val="tx2"/>
                </a:solidFill>
                <a:latin typeface="宋体" panose="02010600030101010101" pitchFamily="2" charset="-122"/>
              </a:rPr>
              <a:t>求负载电阻   消耗的最大功率以及此时输入端口的电压    和电流    。</a:t>
            </a:r>
          </a:p>
        </p:txBody>
      </p:sp>
      <p:graphicFrame>
        <p:nvGraphicFramePr>
          <p:cNvPr id="145451" name="Object 43"/>
          <p:cNvGraphicFramePr>
            <a:graphicFrameLocks noChangeAspect="1"/>
          </p:cNvGraphicFramePr>
          <p:nvPr/>
        </p:nvGraphicFramePr>
        <p:xfrm>
          <a:off x="0" y="304800"/>
          <a:ext cx="8686800" cy="550863"/>
        </p:xfrm>
        <a:graphic>
          <a:graphicData uri="http://schemas.openxmlformats.org/presentationml/2006/ole">
            <mc:AlternateContent xmlns:mc="http://schemas.openxmlformats.org/markup-compatibility/2006">
              <mc:Choice xmlns:v="urn:schemas-microsoft-com:vml" Requires="v">
                <p:oleObj spid="_x0000_s40566" name="Visio" r:id="rId3" imgW="6832600" imgH="444500" progId="Visio.Drawing.11">
                  <p:embed/>
                </p:oleObj>
              </mc:Choice>
              <mc:Fallback>
                <p:oleObj name="Visio" r:id="rId3" imgW="6832600" imgH="444500" progId="Visio.Drawing.11">
                  <p:embed/>
                  <p:pic>
                    <p:nvPicPr>
                      <p:cNvPr id="0" name="图片 40548"/>
                      <p:cNvPicPr>
                        <a:picLocks noChangeAspect="1" noChangeArrowheads="1"/>
                      </p:cNvPicPr>
                      <p:nvPr/>
                    </p:nvPicPr>
                    <p:blipFill>
                      <a:blip r:embed="rId4"/>
                      <a:srcRect/>
                      <a:stretch>
                        <a:fillRect/>
                      </a:stretch>
                    </p:blipFill>
                    <p:spPr bwMode="auto">
                      <a:xfrm>
                        <a:off x="0" y="304800"/>
                        <a:ext cx="8686800" cy="550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5488" name="Group 80"/>
          <p:cNvGrpSpPr/>
          <p:nvPr/>
        </p:nvGrpSpPr>
        <p:grpSpPr bwMode="auto">
          <a:xfrm>
            <a:off x="1203325" y="922338"/>
            <a:ext cx="6921501" cy="1360489"/>
            <a:chOff x="758" y="581"/>
            <a:chExt cx="4360" cy="857"/>
          </a:xfrm>
        </p:grpSpPr>
        <p:graphicFrame>
          <p:nvGraphicFramePr>
            <p:cNvPr id="28696" name="Object 45"/>
            <p:cNvGraphicFramePr>
              <a:graphicFrameLocks noChangeAspect="1"/>
            </p:cNvGraphicFramePr>
            <p:nvPr/>
          </p:nvGraphicFramePr>
          <p:xfrm>
            <a:off x="2929" y="581"/>
            <a:ext cx="1103" cy="457"/>
          </p:xfrm>
          <a:graphic>
            <a:graphicData uri="http://schemas.openxmlformats.org/presentationml/2006/ole">
              <mc:AlternateContent xmlns:mc="http://schemas.openxmlformats.org/markup-compatibility/2006">
                <mc:Choice xmlns:v="urn:schemas-microsoft-com:vml" Requires="v">
                  <p:oleObj spid="_x0000_s40567" name="Equation" r:id="rId5" imgW="26822400" imgH="10972800" progId="Equation.DSMT4">
                    <p:embed/>
                  </p:oleObj>
                </mc:Choice>
                <mc:Fallback>
                  <p:oleObj name="Equation" r:id="rId5" imgW="26822400" imgH="10972800" progId="Equation.DSMT4">
                    <p:embed/>
                    <p:pic>
                      <p:nvPicPr>
                        <p:cNvPr id="0" name="图片 40549"/>
                        <p:cNvPicPr>
                          <a:picLocks noChangeAspect="1" noChangeArrowheads="1"/>
                        </p:cNvPicPr>
                        <p:nvPr/>
                      </p:nvPicPr>
                      <p:blipFill>
                        <a:blip r:embed="rId6"/>
                        <a:srcRect/>
                        <a:stretch>
                          <a:fillRect/>
                        </a:stretch>
                      </p:blipFill>
                      <p:spPr bwMode="auto">
                        <a:xfrm>
                          <a:off x="2929" y="581"/>
                          <a:ext cx="1103"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97" name="Object 47"/>
            <p:cNvGraphicFramePr>
              <a:graphicFrameLocks noChangeAspect="1"/>
            </p:cNvGraphicFramePr>
            <p:nvPr/>
          </p:nvGraphicFramePr>
          <p:xfrm>
            <a:off x="4085" y="689"/>
            <a:ext cx="583" cy="251"/>
          </p:xfrm>
          <a:graphic>
            <a:graphicData uri="http://schemas.openxmlformats.org/presentationml/2006/ole">
              <mc:AlternateContent xmlns:mc="http://schemas.openxmlformats.org/markup-compatibility/2006">
                <mc:Choice xmlns:v="urn:schemas-microsoft-com:vml" Requires="v">
                  <p:oleObj spid="_x0000_s40568" name="Equation" r:id="rId7" imgW="13411200" imgH="5486400" progId="Equation.DSMT4">
                    <p:embed/>
                  </p:oleObj>
                </mc:Choice>
                <mc:Fallback>
                  <p:oleObj name="Equation" r:id="rId7" imgW="13411200" imgH="5486400" progId="Equation.DSMT4">
                    <p:embed/>
                    <p:pic>
                      <p:nvPicPr>
                        <p:cNvPr id="0" name="图片 40550"/>
                        <p:cNvPicPr>
                          <a:picLocks noChangeAspect="1" noChangeArrowheads="1"/>
                        </p:cNvPicPr>
                        <p:nvPr/>
                      </p:nvPicPr>
                      <p:blipFill>
                        <a:blip r:embed="rId8"/>
                        <a:srcRect/>
                        <a:stretch>
                          <a:fillRect/>
                        </a:stretch>
                      </p:blipFill>
                      <p:spPr bwMode="auto">
                        <a:xfrm>
                          <a:off x="4085" y="689"/>
                          <a:ext cx="58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98" name="Object 49"/>
            <p:cNvGraphicFramePr>
              <a:graphicFrameLocks noChangeAspect="1"/>
            </p:cNvGraphicFramePr>
            <p:nvPr/>
          </p:nvGraphicFramePr>
          <p:xfrm>
            <a:off x="1498" y="961"/>
            <a:ext cx="246" cy="249"/>
          </p:xfrm>
          <a:graphic>
            <a:graphicData uri="http://schemas.openxmlformats.org/presentationml/2006/ole">
              <mc:AlternateContent xmlns:mc="http://schemas.openxmlformats.org/markup-compatibility/2006">
                <mc:Choice xmlns:v="urn:schemas-microsoft-com:vml" Requires="v">
                  <p:oleObj spid="_x0000_s40569" name="Equation" r:id="rId9" imgW="4572000" imgH="5486400" progId="Equation.DSMT4">
                    <p:embed/>
                  </p:oleObj>
                </mc:Choice>
                <mc:Fallback>
                  <p:oleObj name="Equation" r:id="rId9" imgW="4572000" imgH="5486400" progId="Equation.DSMT4">
                    <p:embed/>
                    <p:pic>
                      <p:nvPicPr>
                        <p:cNvPr id="0" name="图片 40551"/>
                        <p:cNvPicPr>
                          <a:picLocks noChangeAspect="1" noChangeArrowheads="1"/>
                        </p:cNvPicPr>
                        <p:nvPr/>
                      </p:nvPicPr>
                      <p:blipFill>
                        <a:blip r:embed="rId10"/>
                        <a:srcRect/>
                        <a:stretch>
                          <a:fillRect/>
                        </a:stretch>
                      </p:blipFill>
                      <p:spPr bwMode="auto">
                        <a:xfrm>
                          <a:off x="1498" y="961"/>
                          <a:ext cx="24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99" name="Object 51"/>
            <p:cNvGraphicFramePr>
              <a:graphicFrameLocks noChangeAspect="1"/>
            </p:cNvGraphicFramePr>
            <p:nvPr/>
          </p:nvGraphicFramePr>
          <p:xfrm>
            <a:off x="4874" y="957"/>
            <a:ext cx="244" cy="281"/>
          </p:xfrm>
          <a:graphic>
            <a:graphicData uri="http://schemas.openxmlformats.org/presentationml/2006/ole">
              <mc:AlternateContent xmlns:mc="http://schemas.openxmlformats.org/markup-compatibility/2006">
                <mc:Choice xmlns:v="urn:schemas-microsoft-com:vml" Requires="v">
                  <p:oleObj spid="_x0000_s40570" name="Equation" r:id="rId11" imgW="4572000" imgH="5486400" progId="Equation.DSMT4">
                    <p:embed/>
                  </p:oleObj>
                </mc:Choice>
                <mc:Fallback>
                  <p:oleObj name="Equation" r:id="rId11" imgW="4572000" imgH="5486400" progId="Equation.DSMT4">
                    <p:embed/>
                    <p:pic>
                      <p:nvPicPr>
                        <p:cNvPr id="0" name="图片 40552"/>
                        <p:cNvPicPr>
                          <a:picLocks noChangeAspect="1" noChangeArrowheads="1"/>
                        </p:cNvPicPr>
                        <p:nvPr/>
                      </p:nvPicPr>
                      <p:blipFill>
                        <a:blip r:embed="rId12"/>
                        <a:srcRect/>
                        <a:stretch>
                          <a:fillRect/>
                        </a:stretch>
                      </p:blipFill>
                      <p:spPr bwMode="auto">
                        <a:xfrm>
                          <a:off x="4874" y="957"/>
                          <a:ext cx="24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00" name="Object 53"/>
            <p:cNvGraphicFramePr>
              <a:graphicFrameLocks noChangeAspect="1"/>
            </p:cNvGraphicFramePr>
            <p:nvPr/>
          </p:nvGraphicFramePr>
          <p:xfrm>
            <a:off x="758" y="1157"/>
            <a:ext cx="182" cy="281"/>
          </p:xfrm>
          <a:graphic>
            <a:graphicData uri="http://schemas.openxmlformats.org/presentationml/2006/ole">
              <mc:AlternateContent xmlns:mc="http://schemas.openxmlformats.org/markup-compatibility/2006">
                <mc:Choice xmlns:v="urn:schemas-microsoft-com:vml" Requires="v">
                  <p:oleObj spid="_x0000_s40571" name="Equation" r:id="rId13" imgW="3352800" imgH="5486400" progId="Equation.DSMT4">
                    <p:embed/>
                  </p:oleObj>
                </mc:Choice>
                <mc:Fallback>
                  <p:oleObj name="Equation" r:id="rId13" imgW="3352800" imgH="5486400" progId="Equation.DSMT4">
                    <p:embed/>
                    <p:pic>
                      <p:nvPicPr>
                        <p:cNvPr id="0" name="图片 40553"/>
                        <p:cNvPicPr>
                          <a:picLocks noChangeAspect="1" noChangeArrowheads="1"/>
                        </p:cNvPicPr>
                        <p:nvPr/>
                      </p:nvPicPr>
                      <p:blipFill>
                        <a:blip r:embed="rId14"/>
                        <a:srcRect/>
                        <a:stretch>
                          <a:fillRect/>
                        </a:stretch>
                      </p:blipFill>
                      <p:spPr bwMode="auto">
                        <a:xfrm>
                          <a:off x="758" y="1157"/>
                          <a:ext cx="18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5463" name="Object 55"/>
          <p:cNvGraphicFramePr>
            <a:graphicFrameLocks noChangeAspect="1"/>
          </p:cNvGraphicFramePr>
          <p:nvPr/>
        </p:nvGraphicFramePr>
        <p:xfrm>
          <a:off x="3923928" y="2514600"/>
          <a:ext cx="5105400" cy="1141413"/>
        </p:xfrm>
        <a:graphic>
          <a:graphicData uri="http://schemas.openxmlformats.org/presentationml/2006/ole">
            <mc:AlternateContent xmlns:mc="http://schemas.openxmlformats.org/markup-compatibility/2006">
              <mc:Choice xmlns:v="urn:schemas-microsoft-com:vml" Requires="v">
                <p:oleObj spid="_x0000_s40572" name="Visio" r:id="rId15" imgW="5410200" imgH="1219200" progId="Visio.Drawing.11">
                  <p:embed/>
                </p:oleObj>
              </mc:Choice>
              <mc:Fallback>
                <p:oleObj name="Visio" r:id="rId15" imgW="5410200" imgH="1219200" progId="Visio.Drawing.11">
                  <p:embed/>
                  <p:pic>
                    <p:nvPicPr>
                      <p:cNvPr id="0" name="图片 40554"/>
                      <p:cNvPicPr>
                        <a:picLocks noChangeAspect="1" noChangeArrowheads="1"/>
                      </p:cNvPicPr>
                      <p:nvPr/>
                    </p:nvPicPr>
                    <p:blipFill>
                      <a:blip r:embed="rId16"/>
                      <a:srcRect/>
                      <a:stretch>
                        <a:fillRect/>
                      </a:stretch>
                    </p:blipFill>
                    <p:spPr bwMode="auto">
                      <a:xfrm>
                        <a:off x="3923928" y="2514600"/>
                        <a:ext cx="5105400"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5491" name="Group 83"/>
          <p:cNvGrpSpPr/>
          <p:nvPr/>
        </p:nvGrpSpPr>
        <p:grpSpPr bwMode="auto">
          <a:xfrm>
            <a:off x="228600" y="2362202"/>
            <a:ext cx="3733800" cy="1211264"/>
            <a:chOff x="144" y="1488"/>
            <a:chExt cx="2352" cy="763"/>
          </a:xfrm>
        </p:grpSpPr>
        <p:graphicFrame>
          <p:nvGraphicFramePr>
            <p:cNvPr id="28694" name="Object 4"/>
            <p:cNvGraphicFramePr>
              <a:graphicFrameLocks noChangeAspect="1"/>
            </p:cNvGraphicFramePr>
            <p:nvPr/>
          </p:nvGraphicFramePr>
          <p:xfrm>
            <a:off x="144" y="1488"/>
            <a:ext cx="404" cy="264"/>
          </p:xfrm>
          <a:graphic>
            <a:graphicData uri="http://schemas.openxmlformats.org/presentationml/2006/ole">
              <mc:AlternateContent xmlns:mc="http://schemas.openxmlformats.org/markup-compatibility/2006">
                <mc:Choice xmlns:v="urn:schemas-microsoft-com:vml" Requires="v">
                  <p:oleObj spid="_x0000_s40573" name="Visio" r:id="rId17" imgW="635000" imgH="431800" progId="Visio.Drawing.11">
                    <p:embed/>
                  </p:oleObj>
                </mc:Choice>
                <mc:Fallback>
                  <p:oleObj name="Visio" r:id="rId17" imgW="635000" imgH="431800" progId="Visio.Drawing.11">
                    <p:embed/>
                    <p:pic>
                      <p:nvPicPr>
                        <p:cNvPr id="0" name="图片 40555"/>
                        <p:cNvPicPr>
                          <a:picLocks noChangeAspect="1" noChangeArrowheads="1"/>
                        </p:cNvPicPr>
                        <p:nvPr/>
                      </p:nvPicPr>
                      <p:blipFill>
                        <a:blip r:embed="rId18"/>
                        <a:srcRect/>
                        <a:stretch>
                          <a:fillRect/>
                        </a:stretch>
                      </p:blipFill>
                      <p:spPr bwMode="auto">
                        <a:xfrm>
                          <a:off x="144" y="1488"/>
                          <a:ext cx="404" cy="264"/>
                        </a:xfrm>
                        <a:prstGeom prst="rect">
                          <a:avLst/>
                        </a:prstGeom>
                        <a:noFill/>
                        <a:ln>
                          <a:noFill/>
                        </a:ln>
                      </p:spPr>
                    </p:pic>
                  </p:oleObj>
                </mc:Fallback>
              </mc:AlternateContent>
            </a:graphicData>
          </a:graphic>
        </p:graphicFrame>
        <p:sp>
          <p:nvSpPr>
            <p:cNvPr id="28695" name="Rectangle 5"/>
            <p:cNvSpPr>
              <a:spLocks noChangeArrowheads="1"/>
            </p:cNvSpPr>
            <p:nvPr/>
          </p:nvSpPr>
          <p:spPr bwMode="auto">
            <a:xfrm>
              <a:off x="336" y="1809"/>
              <a:ext cx="21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dirty="0">
                  <a:latin typeface="宋体" panose="02010600030101010101" pitchFamily="2" charset="-122"/>
                </a:rPr>
                <a:t>1.</a:t>
              </a:r>
              <a:r>
                <a:rPr lang="zh-CN" altLang="en-US" sz="2000" dirty="0">
                  <a:latin typeface="宋体" panose="02010600030101010101" pitchFamily="2" charset="-122"/>
                </a:rPr>
                <a:t>求输出端口的戴维南等效电路</a:t>
              </a:r>
            </a:p>
          </p:txBody>
        </p:sp>
      </p:grpSp>
      <p:grpSp>
        <p:nvGrpSpPr>
          <p:cNvPr id="145492" name="Group 84"/>
          <p:cNvGrpSpPr/>
          <p:nvPr/>
        </p:nvGrpSpPr>
        <p:grpSpPr bwMode="auto">
          <a:xfrm>
            <a:off x="684212" y="3757611"/>
            <a:ext cx="7848618" cy="679450"/>
            <a:chOff x="431" y="2367"/>
            <a:chExt cx="4944" cy="428"/>
          </a:xfrm>
        </p:grpSpPr>
        <p:graphicFrame>
          <p:nvGraphicFramePr>
            <p:cNvPr id="28692" name="Object 57"/>
            <p:cNvGraphicFramePr>
              <a:graphicFrameLocks noChangeAspect="1"/>
            </p:cNvGraphicFramePr>
            <p:nvPr/>
          </p:nvGraphicFramePr>
          <p:xfrm>
            <a:off x="431" y="2381"/>
            <a:ext cx="2235" cy="414"/>
          </p:xfrm>
          <a:graphic>
            <a:graphicData uri="http://schemas.openxmlformats.org/presentationml/2006/ole">
              <mc:AlternateContent xmlns:mc="http://schemas.openxmlformats.org/markup-compatibility/2006">
                <mc:Choice xmlns:v="urn:schemas-microsoft-com:vml" Requires="v">
                  <p:oleObj spid="_x0000_s40574" name="Equation" r:id="rId19" imgW="59436000" imgH="10363200" progId="Equation.DSMT4">
                    <p:embed/>
                  </p:oleObj>
                </mc:Choice>
                <mc:Fallback>
                  <p:oleObj name="Equation" r:id="rId19" imgW="59436000" imgH="10363200" progId="Equation.DSMT4">
                    <p:embed/>
                    <p:pic>
                      <p:nvPicPr>
                        <p:cNvPr id="0" name="图片 40556"/>
                        <p:cNvPicPr>
                          <a:picLocks noChangeAspect="1" noChangeArrowheads="1"/>
                        </p:cNvPicPr>
                        <p:nvPr/>
                      </p:nvPicPr>
                      <p:blipFill>
                        <a:blip r:embed="rId20"/>
                        <a:srcRect/>
                        <a:stretch>
                          <a:fillRect/>
                        </a:stretch>
                      </p:blipFill>
                      <p:spPr bwMode="auto">
                        <a:xfrm>
                          <a:off x="431" y="2381"/>
                          <a:ext cx="2235" cy="414"/>
                        </a:xfrm>
                        <a:prstGeom prst="rect">
                          <a:avLst/>
                        </a:prstGeom>
                        <a:noFill/>
                        <a:ln>
                          <a:noFill/>
                        </a:ln>
                      </p:spPr>
                    </p:pic>
                  </p:oleObj>
                </mc:Fallback>
              </mc:AlternateContent>
            </a:graphicData>
          </a:graphic>
        </p:graphicFrame>
        <p:graphicFrame>
          <p:nvGraphicFramePr>
            <p:cNvPr id="28693" name="Object 59"/>
            <p:cNvGraphicFramePr>
              <a:graphicFrameLocks noChangeAspect="1"/>
            </p:cNvGraphicFramePr>
            <p:nvPr/>
          </p:nvGraphicFramePr>
          <p:xfrm>
            <a:off x="2881" y="2367"/>
            <a:ext cx="2494" cy="414"/>
          </p:xfrm>
          <a:graphic>
            <a:graphicData uri="http://schemas.openxmlformats.org/presentationml/2006/ole">
              <mc:AlternateContent xmlns:mc="http://schemas.openxmlformats.org/markup-compatibility/2006">
                <mc:Choice xmlns:v="urn:schemas-microsoft-com:vml" Requires="v">
                  <p:oleObj spid="_x0000_s40575" name="Equation" r:id="rId21" imgW="65227200" imgH="10363200" progId="Equation.DSMT4">
                    <p:embed/>
                  </p:oleObj>
                </mc:Choice>
                <mc:Fallback>
                  <p:oleObj name="Equation" r:id="rId21" imgW="65227200" imgH="10363200" progId="Equation.DSMT4">
                    <p:embed/>
                    <p:pic>
                      <p:nvPicPr>
                        <p:cNvPr id="0" name="图片 40557"/>
                        <p:cNvPicPr>
                          <a:picLocks noChangeAspect="1" noChangeArrowheads="1"/>
                        </p:cNvPicPr>
                        <p:nvPr/>
                      </p:nvPicPr>
                      <p:blipFill>
                        <a:blip r:embed="rId22"/>
                        <a:srcRect/>
                        <a:stretch>
                          <a:fillRect/>
                        </a:stretch>
                      </p:blipFill>
                      <p:spPr bwMode="auto">
                        <a:xfrm>
                          <a:off x="2881" y="2367"/>
                          <a:ext cx="2494"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5490" name="Group 82"/>
          <p:cNvGrpSpPr/>
          <p:nvPr/>
        </p:nvGrpSpPr>
        <p:grpSpPr bwMode="auto">
          <a:xfrm>
            <a:off x="98423" y="5327652"/>
            <a:ext cx="8937632" cy="1382713"/>
            <a:chOff x="62" y="3356"/>
            <a:chExt cx="5630" cy="871"/>
          </a:xfrm>
        </p:grpSpPr>
        <p:sp>
          <p:nvSpPr>
            <p:cNvPr id="28688" name="Rectangle 65"/>
            <p:cNvSpPr>
              <a:spLocks noChangeArrowheads="1"/>
            </p:cNvSpPr>
            <p:nvPr/>
          </p:nvSpPr>
          <p:spPr bwMode="auto">
            <a:xfrm>
              <a:off x="384" y="3360"/>
              <a:ext cx="4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endParaRPr lang="zh-CN" altLang="zh-CN" sz="2000">
                <a:latin typeface="宋体" panose="02010600030101010101" pitchFamily="2" charset="-122"/>
              </a:endParaRPr>
            </a:p>
          </p:txBody>
        </p:sp>
        <p:graphicFrame>
          <p:nvGraphicFramePr>
            <p:cNvPr id="28689" name="Object 66"/>
            <p:cNvGraphicFramePr>
              <a:graphicFrameLocks noChangeAspect="1"/>
            </p:cNvGraphicFramePr>
            <p:nvPr/>
          </p:nvGraphicFramePr>
          <p:xfrm>
            <a:off x="1404" y="3498"/>
            <a:ext cx="4288" cy="522"/>
          </p:xfrm>
          <a:graphic>
            <a:graphicData uri="http://schemas.openxmlformats.org/presentationml/2006/ole">
              <mc:AlternateContent xmlns:mc="http://schemas.openxmlformats.org/markup-compatibility/2006">
                <mc:Choice xmlns:v="urn:schemas-microsoft-com:vml" Requires="v">
                  <p:oleObj spid="_x0000_s40576" name="Equation" r:id="rId23" imgW="86258400" imgH="11582400" progId="Equation.DSMT4">
                    <p:embed/>
                  </p:oleObj>
                </mc:Choice>
                <mc:Fallback>
                  <p:oleObj name="Equation" r:id="rId23" imgW="86258400" imgH="11582400" progId="Equation.DSMT4">
                    <p:embed/>
                    <p:pic>
                      <p:nvPicPr>
                        <p:cNvPr id="0" name="图片 40558"/>
                        <p:cNvPicPr>
                          <a:picLocks noChangeAspect="1" noChangeArrowheads="1"/>
                        </p:cNvPicPr>
                        <p:nvPr/>
                      </p:nvPicPr>
                      <p:blipFill>
                        <a:blip r:embed="rId24"/>
                        <a:srcRect/>
                        <a:stretch>
                          <a:fillRect/>
                        </a:stretch>
                      </p:blipFill>
                      <p:spPr bwMode="auto">
                        <a:xfrm>
                          <a:off x="1404" y="3498"/>
                          <a:ext cx="4288"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90" name="Object 68"/>
            <p:cNvGraphicFramePr>
              <a:graphicFrameLocks noChangeAspect="1"/>
            </p:cNvGraphicFramePr>
            <p:nvPr/>
          </p:nvGraphicFramePr>
          <p:xfrm>
            <a:off x="113" y="3356"/>
            <a:ext cx="1154" cy="437"/>
          </p:xfrm>
          <a:graphic>
            <a:graphicData uri="http://schemas.openxmlformats.org/presentationml/2006/ole">
              <mc:AlternateContent xmlns:mc="http://schemas.openxmlformats.org/markup-compatibility/2006">
                <mc:Choice xmlns:v="urn:schemas-microsoft-com:vml" Requires="v">
                  <p:oleObj spid="_x0000_s40577" name="Equation" r:id="rId25" imgW="25908000" imgH="9448800" progId="Equation.DSMT4">
                    <p:embed/>
                  </p:oleObj>
                </mc:Choice>
                <mc:Fallback>
                  <p:oleObj name="Equation" r:id="rId25" imgW="25908000" imgH="9448800" progId="Equation.DSMT4">
                    <p:embed/>
                    <p:pic>
                      <p:nvPicPr>
                        <p:cNvPr id="0" name="图片 40559"/>
                        <p:cNvPicPr>
                          <a:picLocks noChangeAspect="1" noChangeArrowheads="1"/>
                        </p:cNvPicPr>
                        <p:nvPr/>
                      </p:nvPicPr>
                      <p:blipFill>
                        <a:blip r:embed="rId26"/>
                        <a:srcRect/>
                        <a:stretch>
                          <a:fillRect/>
                        </a:stretch>
                      </p:blipFill>
                      <p:spPr bwMode="auto">
                        <a:xfrm>
                          <a:off x="113" y="3356"/>
                          <a:ext cx="1154"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91" name="Object 70"/>
            <p:cNvGraphicFramePr>
              <a:graphicFrameLocks noChangeAspect="1"/>
            </p:cNvGraphicFramePr>
            <p:nvPr/>
          </p:nvGraphicFramePr>
          <p:xfrm>
            <a:off x="62" y="3754"/>
            <a:ext cx="1321" cy="473"/>
          </p:xfrm>
          <a:graphic>
            <a:graphicData uri="http://schemas.openxmlformats.org/presentationml/2006/ole">
              <mc:AlternateContent xmlns:mc="http://schemas.openxmlformats.org/markup-compatibility/2006">
                <mc:Choice xmlns:v="urn:schemas-microsoft-com:vml" Requires="v">
                  <p:oleObj spid="_x0000_s40578" name="Equation" r:id="rId27" imgW="29870400" imgH="10363200" progId="Equation.DSMT4">
                    <p:embed/>
                  </p:oleObj>
                </mc:Choice>
                <mc:Fallback>
                  <p:oleObj name="Equation" r:id="rId27" imgW="29870400" imgH="10363200" progId="Equation.DSMT4">
                    <p:embed/>
                    <p:pic>
                      <p:nvPicPr>
                        <p:cNvPr id="0" name="图片 40560"/>
                        <p:cNvPicPr>
                          <a:picLocks noChangeAspect="1" noChangeArrowheads="1"/>
                        </p:cNvPicPr>
                        <p:nvPr/>
                      </p:nvPicPr>
                      <p:blipFill>
                        <a:blip r:embed="rId28"/>
                        <a:srcRect/>
                        <a:stretch>
                          <a:fillRect/>
                        </a:stretch>
                      </p:blipFill>
                      <p:spPr bwMode="auto">
                        <a:xfrm>
                          <a:off x="62" y="3754"/>
                          <a:ext cx="1321"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5494" name="Group 86"/>
          <p:cNvGrpSpPr/>
          <p:nvPr/>
        </p:nvGrpSpPr>
        <p:grpSpPr bwMode="auto">
          <a:xfrm>
            <a:off x="393700" y="4462463"/>
            <a:ext cx="7075488" cy="838200"/>
            <a:chOff x="248" y="2811"/>
            <a:chExt cx="4457" cy="528"/>
          </a:xfrm>
        </p:grpSpPr>
        <p:grpSp>
          <p:nvGrpSpPr>
            <p:cNvPr id="28684" name="Group 81"/>
            <p:cNvGrpSpPr/>
            <p:nvPr/>
          </p:nvGrpSpPr>
          <p:grpSpPr bwMode="auto">
            <a:xfrm>
              <a:off x="288" y="2811"/>
              <a:ext cx="4417" cy="528"/>
              <a:chOff x="288" y="2811"/>
              <a:chExt cx="4417" cy="528"/>
            </a:xfrm>
          </p:grpSpPr>
          <p:sp>
            <p:nvSpPr>
              <p:cNvPr id="28686" name="Rectangle 18"/>
              <p:cNvSpPr>
                <a:spLocks noChangeArrowheads="1"/>
              </p:cNvSpPr>
              <p:nvPr/>
            </p:nvSpPr>
            <p:spPr bwMode="auto">
              <a:xfrm>
                <a:off x="288" y="2811"/>
                <a:ext cx="247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dirty="0">
                    <a:latin typeface="宋体" panose="02010600030101010101" pitchFamily="2" charset="-122"/>
                  </a:rPr>
                  <a:t>2. </a:t>
                </a:r>
                <a:r>
                  <a:rPr lang="zh-CN" altLang="en-US" sz="2000" dirty="0">
                    <a:latin typeface="宋体" panose="02010600030101010101" pitchFamily="2" charset="-122"/>
                  </a:rPr>
                  <a:t>根据最大功率传输定理：</a:t>
                </a:r>
              </a:p>
              <a:p>
                <a:pPr algn="just" eaLnBrk="0" hangingPunct="0"/>
                <a:r>
                  <a:rPr lang="zh-CN" altLang="en-US" sz="2000" dirty="0">
                    <a:latin typeface="宋体" panose="02010600030101010101" pitchFamily="2" charset="-122"/>
                  </a:rPr>
                  <a:t>            时，吸收功率最大 </a:t>
                </a:r>
              </a:p>
            </p:txBody>
          </p:sp>
          <p:graphicFrame>
            <p:nvGraphicFramePr>
              <p:cNvPr id="28687" name="Object 63"/>
              <p:cNvGraphicFramePr>
                <a:graphicFrameLocks noChangeAspect="1"/>
              </p:cNvGraphicFramePr>
              <p:nvPr/>
            </p:nvGraphicFramePr>
            <p:xfrm>
              <a:off x="2971" y="2853"/>
              <a:ext cx="1734" cy="486"/>
            </p:xfrm>
            <a:graphic>
              <a:graphicData uri="http://schemas.openxmlformats.org/presentationml/2006/ole">
                <mc:AlternateContent xmlns:mc="http://schemas.openxmlformats.org/markup-compatibility/2006">
                  <mc:Choice xmlns:v="urn:schemas-microsoft-com:vml" Requires="v">
                    <p:oleObj spid="_x0000_s40579" name="Equation" r:id="rId29" imgW="40538400" imgH="10972800" progId="Equation.DSMT4">
                      <p:embed/>
                    </p:oleObj>
                  </mc:Choice>
                  <mc:Fallback>
                    <p:oleObj name="Equation" r:id="rId29" imgW="40538400" imgH="10972800" progId="Equation.DSMT4">
                      <p:embed/>
                      <p:pic>
                        <p:nvPicPr>
                          <p:cNvPr id="0" name="图片 40561"/>
                          <p:cNvPicPr>
                            <a:picLocks noChangeAspect="1" noChangeArrowheads="1"/>
                          </p:cNvPicPr>
                          <p:nvPr/>
                        </p:nvPicPr>
                        <p:blipFill>
                          <a:blip r:embed="rId30"/>
                          <a:srcRect/>
                          <a:stretch>
                            <a:fillRect/>
                          </a:stretch>
                        </p:blipFill>
                        <p:spPr bwMode="auto">
                          <a:xfrm>
                            <a:off x="2971" y="2853"/>
                            <a:ext cx="1734"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8685" name="Object 72"/>
            <p:cNvGraphicFramePr>
              <a:graphicFrameLocks noChangeAspect="1"/>
            </p:cNvGraphicFramePr>
            <p:nvPr/>
          </p:nvGraphicFramePr>
          <p:xfrm>
            <a:off x="248" y="2968"/>
            <a:ext cx="992" cy="284"/>
          </p:xfrm>
          <a:graphic>
            <a:graphicData uri="http://schemas.openxmlformats.org/presentationml/2006/ole">
              <mc:AlternateContent xmlns:mc="http://schemas.openxmlformats.org/markup-compatibility/2006">
                <mc:Choice xmlns:v="urn:schemas-microsoft-com:vml" Requires="v">
                  <p:oleObj spid="_x0000_s40580" name="Equation" r:id="rId31" imgW="20726400" imgH="5486400" progId="Equation.DSMT4">
                    <p:embed/>
                  </p:oleObj>
                </mc:Choice>
                <mc:Fallback>
                  <p:oleObj name="Equation" r:id="rId31" imgW="20726400" imgH="5486400" progId="Equation.DSMT4">
                    <p:embed/>
                    <p:pic>
                      <p:nvPicPr>
                        <p:cNvPr id="0" name="图片 40562"/>
                        <p:cNvPicPr>
                          <a:picLocks noChangeAspect="1" noChangeArrowheads="1"/>
                        </p:cNvPicPr>
                        <p:nvPr/>
                      </p:nvPicPr>
                      <p:blipFill>
                        <a:blip r:embed="rId32"/>
                        <a:srcRect/>
                        <a:stretch>
                          <a:fillRect/>
                        </a:stretch>
                      </p:blipFill>
                      <p:spPr bwMode="auto">
                        <a:xfrm>
                          <a:off x="248" y="2968"/>
                          <a:ext cx="992"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45451"/>
                                        </p:tgtEl>
                                        <p:attrNameLst>
                                          <p:attrName>style.visibility</p:attrName>
                                        </p:attrNameLst>
                                      </p:cBhvr>
                                      <p:to>
                                        <p:strVal val="visible"/>
                                      </p:to>
                                    </p:set>
                                    <p:animEffect transition="in" filter="dissolve">
                                      <p:cBhvr>
                                        <p:cTn id="7" dur="500"/>
                                        <p:tgtEl>
                                          <p:spTgt spid="14545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5411"/>
                                        </p:tgtEl>
                                        <p:attrNameLst>
                                          <p:attrName>style.visibility</p:attrName>
                                        </p:attrNameLst>
                                      </p:cBhvr>
                                      <p:to>
                                        <p:strVal val="visible"/>
                                      </p:to>
                                    </p:set>
                                    <p:anim calcmode="lin" valueType="num">
                                      <p:cBhvr additive="base">
                                        <p:cTn id="12" dur="500" fill="hold"/>
                                        <p:tgtEl>
                                          <p:spTgt spid="145411"/>
                                        </p:tgtEl>
                                        <p:attrNameLst>
                                          <p:attrName>ppt_x</p:attrName>
                                        </p:attrNameLst>
                                      </p:cBhvr>
                                      <p:tavLst>
                                        <p:tav tm="0">
                                          <p:val>
                                            <p:strVal val="0-#ppt_w/2"/>
                                          </p:val>
                                        </p:tav>
                                        <p:tav tm="100000">
                                          <p:val>
                                            <p:strVal val="#ppt_x"/>
                                          </p:val>
                                        </p:tav>
                                      </p:tavLst>
                                    </p:anim>
                                    <p:anim calcmode="lin" valueType="num">
                                      <p:cBhvr additive="base">
                                        <p:cTn id="13" dur="500" fill="hold"/>
                                        <p:tgtEl>
                                          <p:spTgt spid="14541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1454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45463"/>
                                        </p:tgtEl>
                                        <p:attrNameLst>
                                          <p:attrName>style.visibility</p:attrName>
                                        </p:attrNameLst>
                                      </p:cBhvr>
                                      <p:to>
                                        <p:strVal val="visible"/>
                                      </p:to>
                                    </p:set>
                                    <p:animEffect transition="in" filter="checkerboard(across)">
                                      <p:cBhvr>
                                        <p:cTn id="21" dur="500"/>
                                        <p:tgtEl>
                                          <p:spTgt spid="14546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45491"/>
                                        </p:tgtEl>
                                        <p:attrNameLst>
                                          <p:attrName>style.visibility</p:attrName>
                                        </p:attrNameLst>
                                      </p:cBhvr>
                                      <p:to>
                                        <p:strVal val="visible"/>
                                      </p:to>
                                    </p:set>
                                    <p:anim calcmode="lin" valueType="num">
                                      <p:cBhvr additive="base">
                                        <p:cTn id="26" dur="500" fill="hold"/>
                                        <p:tgtEl>
                                          <p:spTgt spid="145491"/>
                                        </p:tgtEl>
                                        <p:attrNameLst>
                                          <p:attrName>ppt_x</p:attrName>
                                        </p:attrNameLst>
                                      </p:cBhvr>
                                      <p:tavLst>
                                        <p:tav tm="0">
                                          <p:val>
                                            <p:strVal val="0-#ppt_w/2"/>
                                          </p:val>
                                        </p:tav>
                                        <p:tav tm="100000">
                                          <p:val>
                                            <p:strVal val="#ppt_x"/>
                                          </p:val>
                                        </p:tav>
                                      </p:tavLst>
                                    </p:anim>
                                    <p:anim calcmode="lin" valueType="num">
                                      <p:cBhvr additive="base">
                                        <p:cTn id="27" dur="500" fill="hold"/>
                                        <p:tgtEl>
                                          <p:spTgt spid="145491"/>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45492"/>
                                        </p:tgtEl>
                                        <p:attrNameLst>
                                          <p:attrName>style.visibility</p:attrName>
                                        </p:attrNameLst>
                                      </p:cBhvr>
                                      <p:to>
                                        <p:strVal val="visible"/>
                                      </p:to>
                                    </p:set>
                                    <p:anim calcmode="lin" valueType="num">
                                      <p:cBhvr additive="base">
                                        <p:cTn id="32" dur="500" fill="hold"/>
                                        <p:tgtEl>
                                          <p:spTgt spid="145492"/>
                                        </p:tgtEl>
                                        <p:attrNameLst>
                                          <p:attrName>ppt_x</p:attrName>
                                        </p:attrNameLst>
                                      </p:cBhvr>
                                      <p:tavLst>
                                        <p:tav tm="0">
                                          <p:val>
                                            <p:strVal val="0-#ppt_w/2"/>
                                          </p:val>
                                        </p:tav>
                                        <p:tav tm="100000">
                                          <p:val>
                                            <p:strVal val="#ppt_x"/>
                                          </p:val>
                                        </p:tav>
                                      </p:tavLst>
                                    </p:anim>
                                    <p:anim calcmode="lin" valueType="num">
                                      <p:cBhvr additive="base">
                                        <p:cTn id="33" dur="500" fill="hold"/>
                                        <p:tgtEl>
                                          <p:spTgt spid="14549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145494"/>
                                        </p:tgtEl>
                                        <p:attrNameLst>
                                          <p:attrName>style.visibility</p:attrName>
                                        </p:attrNameLst>
                                      </p:cBhvr>
                                      <p:to>
                                        <p:strVal val="visible"/>
                                      </p:to>
                                    </p:set>
                                    <p:anim calcmode="lin" valueType="num">
                                      <p:cBhvr additive="base">
                                        <p:cTn id="38" dur="500" fill="hold"/>
                                        <p:tgtEl>
                                          <p:spTgt spid="145494"/>
                                        </p:tgtEl>
                                        <p:attrNameLst>
                                          <p:attrName>ppt_x</p:attrName>
                                        </p:attrNameLst>
                                      </p:cBhvr>
                                      <p:tavLst>
                                        <p:tav tm="0">
                                          <p:val>
                                            <p:strVal val="0-#ppt_w/2"/>
                                          </p:val>
                                        </p:tav>
                                        <p:tav tm="100000">
                                          <p:val>
                                            <p:strVal val="#ppt_x"/>
                                          </p:val>
                                        </p:tav>
                                      </p:tavLst>
                                    </p:anim>
                                    <p:anim calcmode="lin" valueType="num">
                                      <p:cBhvr additive="base">
                                        <p:cTn id="39" dur="500" fill="hold"/>
                                        <p:tgtEl>
                                          <p:spTgt spid="145494"/>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145490"/>
                                        </p:tgtEl>
                                        <p:attrNameLst>
                                          <p:attrName>style.visibility</p:attrName>
                                        </p:attrNameLst>
                                      </p:cBhvr>
                                      <p:to>
                                        <p:strVal val="visible"/>
                                      </p:to>
                                    </p:set>
                                    <p:anim calcmode="lin" valueType="num">
                                      <p:cBhvr additive="base">
                                        <p:cTn id="44" dur="500" fill="hold"/>
                                        <p:tgtEl>
                                          <p:spTgt spid="145490"/>
                                        </p:tgtEl>
                                        <p:attrNameLst>
                                          <p:attrName>ppt_x</p:attrName>
                                        </p:attrNameLst>
                                      </p:cBhvr>
                                      <p:tavLst>
                                        <p:tav tm="0">
                                          <p:val>
                                            <p:strVal val="0-#ppt_w/2"/>
                                          </p:val>
                                        </p:tav>
                                        <p:tav tm="100000">
                                          <p:val>
                                            <p:strVal val="#ppt_x"/>
                                          </p:val>
                                        </p:tav>
                                      </p:tavLst>
                                    </p:anim>
                                    <p:anim calcmode="lin" valueType="num">
                                      <p:cBhvr additive="base">
                                        <p:cTn id="45" dur="500" fill="hold"/>
                                        <p:tgtEl>
                                          <p:spTgt spid="1454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ChangeArrowheads="1"/>
          </p:cNvSpPr>
          <p:nvPr/>
        </p:nvSpPr>
        <p:spPr bwMode="auto">
          <a:xfrm>
            <a:off x="0" y="115888"/>
            <a:ext cx="350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sz="2000">
                <a:solidFill>
                  <a:schemeClr val="hlink"/>
                </a:solidFill>
                <a:latin typeface="宋体" panose="02010600030101010101" pitchFamily="2" charset="-122"/>
              </a:rPr>
              <a:t>2 </a:t>
            </a:r>
            <a:r>
              <a:rPr lang="zh-CN" altLang="en-US" sz="2000">
                <a:solidFill>
                  <a:schemeClr val="hlink"/>
                </a:solidFill>
                <a:latin typeface="Times New Roman" panose="02020603050405020304" pitchFamily="18" charset="0"/>
                <a:ea typeface="黑体" panose="02010609060101010101" pitchFamily="2" charset="-122"/>
              </a:rPr>
              <a:t>特性阻抗</a:t>
            </a:r>
            <a:r>
              <a:rPr lang="zh-CN" altLang="en-US" sz="2000">
                <a:solidFill>
                  <a:srgbClr val="FF3300"/>
                </a:solidFill>
                <a:latin typeface="宋体" panose="02010600030101010101" pitchFamily="2" charset="-122"/>
              </a:rPr>
              <a:t> </a:t>
            </a:r>
          </a:p>
        </p:txBody>
      </p:sp>
      <p:grpSp>
        <p:nvGrpSpPr>
          <p:cNvPr id="142406" name="Group 70"/>
          <p:cNvGrpSpPr/>
          <p:nvPr/>
        </p:nvGrpSpPr>
        <p:grpSpPr bwMode="auto">
          <a:xfrm>
            <a:off x="762000" y="3295649"/>
            <a:ext cx="7772400" cy="1336674"/>
            <a:chOff x="480" y="2303"/>
            <a:chExt cx="4896" cy="842"/>
          </a:xfrm>
        </p:grpSpPr>
        <p:sp>
          <p:nvSpPr>
            <p:cNvPr id="29728" name="Rectangle 4"/>
            <p:cNvSpPr>
              <a:spLocks noChangeArrowheads="1"/>
            </p:cNvSpPr>
            <p:nvPr/>
          </p:nvSpPr>
          <p:spPr bwMode="auto">
            <a:xfrm>
              <a:off x="4656" y="2448"/>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sp>
          <p:nvSpPr>
            <p:cNvPr id="29729" name="Rectangle 7"/>
            <p:cNvSpPr>
              <a:spLocks noChangeArrowheads="1"/>
            </p:cNvSpPr>
            <p:nvPr/>
          </p:nvSpPr>
          <p:spPr bwMode="auto">
            <a:xfrm>
              <a:off x="4656" y="2880"/>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Times New Roman" panose="02020603050405020304" pitchFamily="18" charset="0"/>
              </a:endParaRPr>
            </a:p>
          </p:txBody>
        </p:sp>
        <p:sp>
          <p:nvSpPr>
            <p:cNvPr id="29730" name="Rectangle 47"/>
            <p:cNvSpPr>
              <a:spLocks noChangeArrowheads="1"/>
            </p:cNvSpPr>
            <p:nvPr/>
          </p:nvSpPr>
          <p:spPr bwMode="auto">
            <a:xfrm>
              <a:off x="480" y="2304"/>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此时</a:t>
              </a:r>
              <a:r>
                <a:rPr lang="en-US" altLang="zh-CN" sz="2000">
                  <a:latin typeface="宋体" panose="02010600030101010101" pitchFamily="2" charset="-122"/>
                </a:rPr>
                <a:t>:</a:t>
              </a:r>
            </a:p>
          </p:txBody>
        </p:sp>
        <p:graphicFrame>
          <p:nvGraphicFramePr>
            <p:cNvPr id="29731" name="Object 49"/>
            <p:cNvGraphicFramePr>
              <a:graphicFrameLocks noChangeAspect="1"/>
            </p:cNvGraphicFramePr>
            <p:nvPr/>
          </p:nvGraphicFramePr>
          <p:xfrm>
            <a:off x="2106" y="2303"/>
            <a:ext cx="1259" cy="398"/>
          </p:xfrm>
          <a:graphic>
            <a:graphicData uri="http://schemas.openxmlformats.org/presentationml/2006/ole">
              <mc:AlternateContent xmlns:mc="http://schemas.openxmlformats.org/markup-compatibility/2006">
                <mc:Choice xmlns:v="urn:schemas-microsoft-com:vml" Requires="v">
                  <p:oleObj spid="_x0000_s43418" name="Equation" r:id="rId3" imgW="33832800" imgH="10363200" progId="Equation.DSMT4">
                    <p:embed/>
                  </p:oleObj>
                </mc:Choice>
                <mc:Fallback>
                  <p:oleObj name="Equation" r:id="rId3" imgW="33832800" imgH="10363200" progId="Equation.DSMT4">
                    <p:embed/>
                    <p:pic>
                      <p:nvPicPr>
                        <p:cNvPr id="0" name="图片 43402"/>
                        <p:cNvPicPr>
                          <a:picLocks noChangeAspect="1" noChangeArrowheads="1"/>
                        </p:cNvPicPr>
                        <p:nvPr/>
                      </p:nvPicPr>
                      <p:blipFill>
                        <a:blip r:embed="rId4"/>
                        <a:srcRect/>
                        <a:stretch>
                          <a:fillRect/>
                        </a:stretch>
                      </p:blipFill>
                      <p:spPr bwMode="auto">
                        <a:xfrm>
                          <a:off x="2106" y="2303"/>
                          <a:ext cx="1259"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32" name="Object 53"/>
            <p:cNvGraphicFramePr>
              <a:graphicFrameLocks noChangeAspect="1"/>
            </p:cNvGraphicFramePr>
            <p:nvPr/>
          </p:nvGraphicFramePr>
          <p:xfrm>
            <a:off x="2100" y="2735"/>
            <a:ext cx="1319" cy="410"/>
          </p:xfrm>
          <a:graphic>
            <a:graphicData uri="http://schemas.openxmlformats.org/presentationml/2006/ole">
              <mc:AlternateContent xmlns:mc="http://schemas.openxmlformats.org/markup-compatibility/2006">
                <mc:Choice xmlns:v="urn:schemas-microsoft-com:vml" Requires="v">
                  <p:oleObj spid="_x0000_s43419" name="Equation" r:id="rId5" imgW="34442400" imgH="10363200" progId="Equation.DSMT4">
                    <p:embed/>
                  </p:oleObj>
                </mc:Choice>
                <mc:Fallback>
                  <p:oleObj name="Equation" r:id="rId5" imgW="34442400" imgH="10363200" progId="Equation.DSMT4">
                    <p:embed/>
                    <p:pic>
                      <p:nvPicPr>
                        <p:cNvPr id="0" name="图片 43403"/>
                        <p:cNvPicPr>
                          <a:picLocks noChangeAspect="1" noChangeArrowheads="1"/>
                        </p:cNvPicPr>
                        <p:nvPr/>
                      </p:nvPicPr>
                      <p:blipFill>
                        <a:blip r:embed="rId6"/>
                        <a:srcRect/>
                        <a:stretch>
                          <a:fillRect/>
                        </a:stretch>
                      </p:blipFill>
                      <p:spPr bwMode="auto">
                        <a:xfrm>
                          <a:off x="2100" y="2735"/>
                          <a:ext cx="1319"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9725" name="Rectangle 5"/>
          <p:cNvSpPr>
            <a:spLocks noChangeArrowheads="1"/>
          </p:cNvSpPr>
          <p:nvPr/>
        </p:nvSpPr>
        <p:spPr bwMode="auto">
          <a:xfrm>
            <a:off x="-16313" y="692149"/>
            <a:ext cx="815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000">
                <a:latin typeface="宋体" panose="02010600030101010101" pitchFamily="2" charset="-122"/>
              </a:rPr>
              <a:t> </a:t>
            </a:r>
            <a:r>
              <a:rPr lang="zh-CN" altLang="en-US" sz="2000">
                <a:latin typeface="宋体" panose="02010600030101010101" pitchFamily="2" charset="-122"/>
              </a:rPr>
              <a:t>接电源和负载的二端口网络要求        ，</a:t>
            </a:r>
          </a:p>
        </p:txBody>
      </p:sp>
      <p:graphicFrame>
        <p:nvGraphicFramePr>
          <p:cNvPr id="29726" name="Object 32"/>
          <p:cNvGraphicFramePr>
            <a:graphicFrameLocks noChangeAspect="1"/>
          </p:cNvGraphicFramePr>
          <p:nvPr/>
        </p:nvGraphicFramePr>
        <p:xfrm>
          <a:off x="4023875" y="701674"/>
          <a:ext cx="781050" cy="387350"/>
        </p:xfrm>
        <a:graphic>
          <a:graphicData uri="http://schemas.openxmlformats.org/presentationml/2006/ole">
            <mc:AlternateContent xmlns:mc="http://schemas.openxmlformats.org/markup-compatibility/2006">
              <mc:Choice xmlns:v="urn:schemas-microsoft-com:vml" Requires="v">
                <p:oleObj spid="_x0000_s43420" name="Equation" r:id="rId7" imgW="11582400" imgH="5486400" progId="Equation.DSMT4">
                  <p:embed/>
                </p:oleObj>
              </mc:Choice>
              <mc:Fallback>
                <p:oleObj name="Equation" r:id="rId7" imgW="11582400" imgH="5486400" progId="Equation.DSMT4">
                  <p:embed/>
                  <p:pic>
                    <p:nvPicPr>
                      <p:cNvPr id="0" name="图片 43404"/>
                      <p:cNvPicPr>
                        <a:picLocks noChangeAspect="1" noChangeArrowheads="1"/>
                      </p:cNvPicPr>
                      <p:nvPr/>
                    </p:nvPicPr>
                    <p:blipFill>
                      <a:blip r:embed="rId8"/>
                      <a:srcRect/>
                      <a:stretch>
                        <a:fillRect/>
                      </a:stretch>
                    </p:blipFill>
                    <p:spPr bwMode="auto">
                      <a:xfrm>
                        <a:off x="4023875" y="701674"/>
                        <a:ext cx="7810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27" name="Object 34"/>
          <p:cNvGraphicFramePr>
            <a:graphicFrameLocks noChangeAspect="1"/>
          </p:cNvGraphicFramePr>
          <p:nvPr/>
        </p:nvGraphicFramePr>
        <p:xfrm>
          <a:off x="5024000" y="712787"/>
          <a:ext cx="798513" cy="376238"/>
        </p:xfrm>
        <a:graphic>
          <a:graphicData uri="http://schemas.openxmlformats.org/presentationml/2006/ole">
            <mc:AlternateContent xmlns:mc="http://schemas.openxmlformats.org/markup-compatibility/2006">
              <mc:Choice xmlns:v="urn:schemas-microsoft-com:vml" Requires="v">
                <p:oleObj spid="_x0000_s43421" name="Equation" r:id="rId9" imgW="12192000" imgH="5486400" progId="Equation.DSMT4">
                  <p:embed/>
                </p:oleObj>
              </mc:Choice>
              <mc:Fallback>
                <p:oleObj name="Equation" r:id="rId9" imgW="12192000" imgH="5486400" progId="Equation.DSMT4">
                  <p:embed/>
                  <p:pic>
                    <p:nvPicPr>
                      <p:cNvPr id="0" name="图片 43405"/>
                      <p:cNvPicPr>
                        <a:picLocks noChangeAspect="1" noChangeArrowheads="1"/>
                      </p:cNvPicPr>
                      <p:nvPr/>
                    </p:nvPicPr>
                    <p:blipFill>
                      <a:blip r:embed="rId10"/>
                      <a:srcRect/>
                      <a:stretch>
                        <a:fillRect/>
                      </a:stretch>
                    </p:blipFill>
                    <p:spPr bwMode="auto">
                      <a:xfrm>
                        <a:off x="5024000" y="712787"/>
                        <a:ext cx="79851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2411" name="Group 75"/>
          <p:cNvGrpSpPr/>
          <p:nvPr/>
        </p:nvGrpSpPr>
        <p:grpSpPr bwMode="auto">
          <a:xfrm>
            <a:off x="571500" y="1268413"/>
            <a:ext cx="7181850" cy="1671638"/>
            <a:chOff x="480" y="1251"/>
            <a:chExt cx="4524" cy="1053"/>
          </a:xfrm>
        </p:grpSpPr>
        <p:grpSp>
          <p:nvGrpSpPr>
            <p:cNvPr id="29718" name="Group 72"/>
            <p:cNvGrpSpPr/>
            <p:nvPr/>
          </p:nvGrpSpPr>
          <p:grpSpPr bwMode="auto">
            <a:xfrm>
              <a:off x="480" y="1296"/>
              <a:ext cx="3147" cy="1008"/>
              <a:chOff x="2400" y="1248"/>
              <a:chExt cx="3147" cy="1008"/>
            </a:xfrm>
          </p:grpSpPr>
          <p:sp>
            <p:nvSpPr>
              <p:cNvPr id="29723" name="Rectangle 23"/>
              <p:cNvSpPr>
                <a:spLocks noChangeArrowheads="1"/>
              </p:cNvSpPr>
              <p:nvPr/>
            </p:nvSpPr>
            <p:spPr bwMode="auto">
              <a:xfrm>
                <a:off x="3072" y="2006"/>
                <a:ext cx="19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宋体" panose="02010600030101010101" pitchFamily="2" charset="-122"/>
                  </a:rPr>
                  <a:t>特性阻抗的含义</a:t>
                </a:r>
                <a:r>
                  <a:rPr lang="zh-CN" altLang="en-US" sz="2000">
                    <a:latin typeface="Times New Roman" panose="02020603050405020304" pitchFamily="18" charset="0"/>
                  </a:rPr>
                  <a:t> </a:t>
                </a:r>
              </a:p>
            </p:txBody>
          </p:sp>
          <p:graphicFrame>
            <p:nvGraphicFramePr>
              <p:cNvPr id="29724" name="Object 45"/>
              <p:cNvGraphicFramePr>
                <a:graphicFrameLocks noChangeAspect="1"/>
              </p:cNvGraphicFramePr>
              <p:nvPr/>
            </p:nvGraphicFramePr>
            <p:xfrm>
              <a:off x="2400" y="1248"/>
              <a:ext cx="3147" cy="701"/>
            </p:xfrm>
            <a:graphic>
              <a:graphicData uri="http://schemas.openxmlformats.org/presentationml/2006/ole">
                <mc:AlternateContent xmlns:mc="http://schemas.openxmlformats.org/markup-compatibility/2006">
                  <mc:Choice xmlns:v="urn:schemas-microsoft-com:vml" Requires="v">
                    <p:oleObj spid="_x0000_s43422" name="Visio" r:id="rId11" imgW="4800600" imgH="1079500" progId="Visio.Drawing.11">
                      <p:embed/>
                    </p:oleObj>
                  </mc:Choice>
                  <mc:Fallback>
                    <p:oleObj name="Visio" r:id="rId11" imgW="4800600" imgH="1079500" progId="Visio.Drawing.11">
                      <p:embed/>
                      <p:pic>
                        <p:nvPicPr>
                          <p:cNvPr id="0" name="图片 43406"/>
                          <p:cNvPicPr>
                            <a:picLocks noChangeAspect="1" noChangeArrowheads="1"/>
                          </p:cNvPicPr>
                          <p:nvPr/>
                        </p:nvPicPr>
                        <p:blipFill>
                          <a:blip r:embed="rId12"/>
                          <a:srcRect/>
                          <a:stretch>
                            <a:fillRect/>
                          </a:stretch>
                        </p:blipFill>
                        <p:spPr bwMode="auto">
                          <a:xfrm>
                            <a:off x="2400" y="1248"/>
                            <a:ext cx="3147" cy="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9719" name="Group 74"/>
            <p:cNvGrpSpPr/>
            <p:nvPr/>
          </p:nvGrpSpPr>
          <p:grpSpPr bwMode="auto">
            <a:xfrm>
              <a:off x="4032" y="1251"/>
              <a:ext cx="972" cy="568"/>
              <a:chOff x="528" y="1160"/>
              <a:chExt cx="880" cy="504"/>
            </a:xfrm>
          </p:grpSpPr>
          <p:graphicFrame>
            <p:nvGraphicFramePr>
              <p:cNvPr id="29720" name="Object 39"/>
              <p:cNvGraphicFramePr>
                <a:graphicFrameLocks noChangeAspect="1"/>
              </p:cNvGraphicFramePr>
              <p:nvPr/>
            </p:nvGraphicFramePr>
            <p:xfrm>
              <a:off x="767" y="1160"/>
              <a:ext cx="641" cy="279"/>
            </p:xfrm>
            <a:graphic>
              <a:graphicData uri="http://schemas.openxmlformats.org/presentationml/2006/ole">
                <mc:AlternateContent xmlns:mc="http://schemas.openxmlformats.org/markup-compatibility/2006">
                  <mc:Choice xmlns:v="urn:schemas-microsoft-com:vml" Requires="v">
                    <p:oleObj spid="_x0000_s43423" name="Equation" r:id="rId13" imgW="12801600" imgH="5486400" progId="Equation.DSMT4">
                      <p:embed/>
                    </p:oleObj>
                  </mc:Choice>
                  <mc:Fallback>
                    <p:oleObj name="Equation" r:id="rId13" imgW="12801600" imgH="5486400" progId="Equation.DSMT4">
                      <p:embed/>
                      <p:pic>
                        <p:nvPicPr>
                          <p:cNvPr id="0" name="图片 43407"/>
                          <p:cNvPicPr>
                            <a:picLocks noChangeAspect="1" noChangeArrowheads="1"/>
                          </p:cNvPicPr>
                          <p:nvPr/>
                        </p:nvPicPr>
                        <p:blipFill>
                          <a:blip r:embed="rId14"/>
                          <a:srcRect/>
                          <a:stretch>
                            <a:fillRect/>
                          </a:stretch>
                        </p:blipFill>
                        <p:spPr bwMode="auto">
                          <a:xfrm>
                            <a:off x="767" y="1160"/>
                            <a:ext cx="64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21" name="Object 43"/>
              <p:cNvGraphicFramePr>
                <a:graphicFrameLocks noChangeAspect="1"/>
              </p:cNvGraphicFramePr>
              <p:nvPr/>
            </p:nvGraphicFramePr>
            <p:xfrm>
              <a:off x="780" y="1401"/>
              <a:ext cx="595" cy="263"/>
            </p:xfrm>
            <a:graphic>
              <a:graphicData uri="http://schemas.openxmlformats.org/presentationml/2006/ole">
                <mc:AlternateContent xmlns:mc="http://schemas.openxmlformats.org/markup-compatibility/2006">
                  <mc:Choice xmlns:v="urn:schemas-microsoft-com:vml" Requires="v">
                    <p:oleObj spid="_x0000_s43424" name="Equation" r:id="rId15" imgW="13106400" imgH="5486400" progId="Equation.DSMT4">
                      <p:embed/>
                    </p:oleObj>
                  </mc:Choice>
                  <mc:Fallback>
                    <p:oleObj name="Equation" r:id="rId15" imgW="13106400" imgH="5486400" progId="Equation.DSMT4">
                      <p:embed/>
                      <p:pic>
                        <p:nvPicPr>
                          <p:cNvPr id="0" name="图片 43408"/>
                          <p:cNvPicPr>
                            <a:picLocks noChangeAspect="1" noChangeArrowheads="1"/>
                          </p:cNvPicPr>
                          <p:nvPr/>
                        </p:nvPicPr>
                        <p:blipFill>
                          <a:blip r:embed="rId16"/>
                          <a:srcRect/>
                          <a:stretch>
                            <a:fillRect/>
                          </a:stretch>
                        </p:blipFill>
                        <p:spPr bwMode="auto">
                          <a:xfrm>
                            <a:off x="780" y="1401"/>
                            <a:ext cx="59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22" name="Text Box 55"/>
              <p:cNvSpPr txBox="1">
                <a:spLocks noChangeArrowheads="1"/>
              </p:cNvSpPr>
              <p:nvPr/>
            </p:nvSpPr>
            <p:spPr bwMode="auto">
              <a:xfrm>
                <a:off x="528" y="1297"/>
                <a:ext cx="336"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rPr>
                  <a:t>设</a:t>
                </a:r>
              </a:p>
            </p:txBody>
          </p:sp>
        </p:grpSp>
      </p:grpSp>
      <p:grpSp>
        <p:nvGrpSpPr>
          <p:cNvPr id="142415" name="Group 79"/>
          <p:cNvGrpSpPr/>
          <p:nvPr/>
        </p:nvGrpSpPr>
        <p:grpSpPr bwMode="auto">
          <a:xfrm>
            <a:off x="755650" y="5516563"/>
            <a:ext cx="5219700" cy="549275"/>
            <a:chOff x="456" y="3618"/>
            <a:chExt cx="3288" cy="346"/>
          </a:xfrm>
        </p:grpSpPr>
        <p:sp>
          <p:nvSpPr>
            <p:cNvPr id="29715" name="Rectangle 61"/>
            <p:cNvSpPr>
              <a:spLocks noChangeArrowheads="1"/>
            </p:cNvSpPr>
            <p:nvPr/>
          </p:nvSpPr>
          <p:spPr bwMode="auto">
            <a:xfrm>
              <a:off x="456" y="3618"/>
              <a:ext cx="328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50000"/>
                </a:lnSpc>
              </a:pPr>
              <a:r>
                <a:rPr lang="en-US" altLang="zh-CN" sz="2000">
                  <a:latin typeface="宋体" panose="02010600030101010101" pitchFamily="2" charset="-122"/>
                </a:rPr>
                <a:t>   </a:t>
              </a:r>
              <a:r>
                <a:rPr lang="zh-CN" altLang="en-US" sz="2000">
                  <a:latin typeface="宋体" panose="02010600030101010101" pitchFamily="2" charset="-122"/>
                </a:rPr>
                <a:t>、 分别为输入端口和输出端口</a:t>
              </a:r>
              <a:r>
                <a:rPr lang="zh-CN" altLang="en-US" sz="2000">
                  <a:solidFill>
                    <a:schemeClr val="hlink"/>
                  </a:solidFill>
                  <a:latin typeface="Times New Roman" panose="02020603050405020304" pitchFamily="18" charset="0"/>
                  <a:ea typeface="黑体" panose="02010609060101010101" pitchFamily="2" charset="-122"/>
                </a:rPr>
                <a:t>特性阻抗</a:t>
              </a:r>
              <a:endParaRPr lang="zh-CN" altLang="en-US" sz="2000">
                <a:solidFill>
                  <a:schemeClr val="hlink"/>
                </a:solidFill>
                <a:latin typeface="宋体" panose="02010600030101010101" pitchFamily="2" charset="-122"/>
              </a:endParaRPr>
            </a:p>
          </p:txBody>
        </p:sp>
        <p:graphicFrame>
          <p:nvGraphicFramePr>
            <p:cNvPr id="29716" name="Object 62"/>
            <p:cNvGraphicFramePr>
              <a:graphicFrameLocks noChangeAspect="1"/>
            </p:cNvGraphicFramePr>
            <p:nvPr/>
          </p:nvGraphicFramePr>
          <p:xfrm>
            <a:off x="526" y="3707"/>
            <a:ext cx="197" cy="209"/>
          </p:xfrm>
          <a:graphic>
            <a:graphicData uri="http://schemas.openxmlformats.org/presentationml/2006/ole">
              <mc:AlternateContent xmlns:mc="http://schemas.openxmlformats.org/markup-compatibility/2006">
                <mc:Choice xmlns:v="urn:schemas-microsoft-com:vml" Requires="v">
                  <p:oleObj spid="_x0000_s43425" name="Equation" r:id="rId17" imgW="5181600" imgH="5486400" progId="Equation.DSMT4">
                    <p:embed/>
                  </p:oleObj>
                </mc:Choice>
                <mc:Fallback>
                  <p:oleObj name="Equation" r:id="rId17" imgW="5181600" imgH="5486400" progId="Equation.DSMT4">
                    <p:embed/>
                    <p:pic>
                      <p:nvPicPr>
                        <p:cNvPr id="0" name="图片 43409"/>
                        <p:cNvPicPr>
                          <a:picLocks noChangeAspect="1" noChangeArrowheads="1"/>
                        </p:cNvPicPr>
                        <p:nvPr/>
                      </p:nvPicPr>
                      <p:blipFill>
                        <a:blip r:embed="rId18"/>
                        <a:srcRect/>
                        <a:stretch>
                          <a:fillRect/>
                        </a:stretch>
                      </p:blipFill>
                      <p:spPr bwMode="auto">
                        <a:xfrm>
                          <a:off x="526" y="3707"/>
                          <a:ext cx="19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17" name="Object 63"/>
            <p:cNvGraphicFramePr>
              <a:graphicFrameLocks noChangeAspect="1"/>
            </p:cNvGraphicFramePr>
            <p:nvPr/>
          </p:nvGraphicFramePr>
          <p:xfrm>
            <a:off x="804" y="3723"/>
            <a:ext cx="201" cy="200"/>
          </p:xfrm>
          <a:graphic>
            <a:graphicData uri="http://schemas.openxmlformats.org/presentationml/2006/ole">
              <mc:AlternateContent xmlns:mc="http://schemas.openxmlformats.org/markup-compatibility/2006">
                <mc:Choice xmlns:v="urn:schemas-microsoft-com:vml" Requires="v">
                  <p:oleObj spid="_x0000_s43426" name="Equation" r:id="rId19" imgW="5486400" imgH="5486400" progId="Equation.DSMT4">
                    <p:embed/>
                  </p:oleObj>
                </mc:Choice>
                <mc:Fallback>
                  <p:oleObj name="Equation" r:id="rId19" imgW="5486400" imgH="5486400" progId="Equation.DSMT4">
                    <p:embed/>
                    <p:pic>
                      <p:nvPicPr>
                        <p:cNvPr id="0" name="图片 43410"/>
                        <p:cNvPicPr>
                          <a:picLocks noChangeAspect="1" noChangeArrowheads="1"/>
                        </p:cNvPicPr>
                        <p:nvPr/>
                      </p:nvPicPr>
                      <p:blipFill>
                        <a:blip r:embed="rId20"/>
                        <a:srcRect/>
                        <a:stretch>
                          <a:fillRect/>
                        </a:stretch>
                      </p:blipFill>
                      <p:spPr bwMode="auto">
                        <a:xfrm>
                          <a:off x="804" y="3723"/>
                          <a:ext cx="201"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2416" name="Group 80"/>
          <p:cNvGrpSpPr/>
          <p:nvPr/>
        </p:nvGrpSpPr>
        <p:grpSpPr bwMode="auto">
          <a:xfrm>
            <a:off x="755650" y="5948363"/>
            <a:ext cx="7391400" cy="549275"/>
            <a:chOff x="480" y="3936"/>
            <a:chExt cx="4656" cy="346"/>
          </a:xfrm>
        </p:grpSpPr>
        <p:graphicFrame>
          <p:nvGraphicFramePr>
            <p:cNvPr id="29710" name="Object 64"/>
            <p:cNvGraphicFramePr>
              <a:graphicFrameLocks noChangeAspect="1"/>
            </p:cNvGraphicFramePr>
            <p:nvPr/>
          </p:nvGraphicFramePr>
          <p:xfrm>
            <a:off x="715" y="3983"/>
            <a:ext cx="538" cy="242"/>
          </p:xfrm>
          <a:graphic>
            <a:graphicData uri="http://schemas.openxmlformats.org/presentationml/2006/ole">
              <mc:AlternateContent xmlns:mc="http://schemas.openxmlformats.org/markup-compatibility/2006">
                <mc:Choice xmlns:v="urn:schemas-microsoft-com:vml" Requires="v">
                  <p:oleObj spid="_x0000_s43427" name="Equation" r:id="rId21" imgW="12801600" imgH="5486400" progId="Equation.DSMT4">
                    <p:embed/>
                  </p:oleObj>
                </mc:Choice>
                <mc:Fallback>
                  <p:oleObj name="Equation" r:id="rId21" imgW="12801600" imgH="5486400" progId="Equation.DSMT4">
                    <p:embed/>
                    <p:pic>
                      <p:nvPicPr>
                        <p:cNvPr id="0" name="图片 43411"/>
                        <p:cNvPicPr>
                          <a:picLocks noChangeAspect="1" noChangeArrowheads="1"/>
                        </p:cNvPicPr>
                        <p:nvPr/>
                      </p:nvPicPr>
                      <p:blipFill>
                        <a:blip r:embed="rId22"/>
                        <a:srcRect/>
                        <a:stretch>
                          <a:fillRect/>
                        </a:stretch>
                      </p:blipFill>
                      <p:spPr bwMode="auto">
                        <a:xfrm>
                          <a:off x="715" y="3983"/>
                          <a:ext cx="53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11" name="Object 65"/>
            <p:cNvGraphicFramePr>
              <a:graphicFrameLocks noChangeAspect="1"/>
            </p:cNvGraphicFramePr>
            <p:nvPr/>
          </p:nvGraphicFramePr>
          <p:xfrm>
            <a:off x="1344" y="3992"/>
            <a:ext cx="538" cy="242"/>
          </p:xfrm>
          <a:graphic>
            <a:graphicData uri="http://schemas.openxmlformats.org/presentationml/2006/ole">
              <mc:AlternateContent xmlns:mc="http://schemas.openxmlformats.org/markup-compatibility/2006">
                <mc:Choice xmlns:v="urn:schemas-microsoft-com:vml" Requires="v">
                  <p:oleObj spid="_x0000_s43428" name="Equation" r:id="rId23" imgW="12801600" imgH="5486400" progId="Equation.DSMT4">
                    <p:embed/>
                  </p:oleObj>
                </mc:Choice>
                <mc:Fallback>
                  <p:oleObj name="Equation" r:id="rId23" imgW="12801600" imgH="5486400" progId="Equation.DSMT4">
                    <p:embed/>
                    <p:pic>
                      <p:nvPicPr>
                        <p:cNvPr id="0" name="图片 43412"/>
                        <p:cNvPicPr>
                          <a:picLocks noChangeAspect="1" noChangeArrowheads="1"/>
                        </p:cNvPicPr>
                        <p:nvPr/>
                      </p:nvPicPr>
                      <p:blipFill>
                        <a:blip r:embed="rId24"/>
                        <a:srcRect/>
                        <a:stretch>
                          <a:fillRect/>
                        </a:stretch>
                      </p:blipFill>
                      <p:spPr bwMode="auto">
                        <a:xfrm>
                          <a:off x="1344" y="3992"/>
                          <a:ext cx="53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2" name="Text Box 66"/>
            <p:cNvSpPr txBox="1">
              <a:spLocks noChangeArrowheads="1"/>
            </p:cNvSpPr>
            <p:nvPr/>
          </p:nvSpPr>
          <p:spPr bwMode="auto">
            <a:xfrm>
              <a:off x="2064" y="3936"/>
              <a:ext cx="307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a:latin typeface="宋体" panose="02010600030101010101" pitchFamily="2" charset="-122"/>
                  <a:cs typeface="Times New Roman" panose="02020603050405020304" pitchFamily="18" charset="0"/>
                </a:rPr>
                <a:t>,</a:t>
              </a:r>
              <a:r>
                <a:rPr lang="zh-CN" altLang="en-US" sz="2000">
                  <a:latin typeface="宋体" panose="02010600030101010101" pitchFamily="2" charset="-122"/>
                  <a:cs typeface="Times New Roman" panose="02020603050405020304" pitchFamily="18" charset="0"/>
                </a:rPr>
                <a:t>称二端口网络与电源和负载匹配连接</a:t>
              </a:r>
              <a:r>
                <a:rPr lang="zh-CN" altLang="en-US" sz="2000">
                  <a:latin typeface="宋体" panose="02010600030101010101" pitchFamily="2" charset="-122"/>
                </a:rPr>
                <a:t>。</a:t>
              </a:r>
            </a:p>
          </p:txBody>
        </p:sp>
        <p:sp>
          <p:nvSpPr>
            <p:cNvPr id="29713" name="Text Box 67"/>
            <p:cNvSpPr txBox="1">
              <a:spLocks noChangeArrowheads="1"/>
            </p:cNvSpPr>
            <p:nvPr/>
          </p:nvSpPr>
          <p:spPr bwMode="auto">
            <a:xfrm>
              <a:off x="480" y="400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cs typeface="Times New Roman" panose="02020603050405020304" pitchFamily="18" charset="0"/>
                </a:rPr>
                <a:t>当</a:t>
              </a:r>
            </a:p>
          </p:txBody>
        </p:sp>
        <p:sp>
          <p:nvSpPr>
            <p:cNvPr id="29714" name="Text Box 68"/>
            <p:cNvSpPr txBox="1">
              <a:spLocks noChangeArrowheads="1"/>
            </p:cNvSpPr>
            <p:nvPr/>
          </p:nvSpPr>
          <p:spPr bwMode="auto">
            <a:xfrm>
              <a:off x="1872" y="401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cs typeface="Times New Roman" panose="02020603050405020304" pitchFamily="18" charset="0"/>
                </a:rPr>
                <a:t>时</a:t>
              </a:r>
            </a:p>
          </p:txBody>
        </p:sp>
      </p:grpSp>
      <p:grpSp>
        <p:nvGrpSpPr>
          <p:cNvPr id="142414" name="Group 78"/>
          <p:cNvGrpSpPr/>
          <p:nvPr/>
        </p:nvGrpSpPr>
        <p:grpSpPr bwMode="auto">
          <a:xfrm>
            <a:off x="990600" y="4733926"/>
            <a:ext cx="4856163" cy="682625"/>
            <a:chOff x="624" y="3209"/>
            <a:chExt cx="3059" cy="430"/>
          </a:xfrm>
        </p:grpSpPr>
        <p:graphicFrame>
          <p:nvGraphicFramePr>
            <p:cNvPr id="29707" name="Object 59"/>
            <p:cNvGraphicFramePr>
              <a:graphicFrameLocks noChangeAspect="1"/>
            </p:cNvGraphicFramePr>
            <p:nvPr/>
          </p:nvGraphicFramePr>
          <p:xfrm>
            <a:off x="1885" y="3209"/>
            <a:ext cx="789" cy="430"/>
          </p:xfrm>
          <a:graphic>
            <a:graphicData uri="http://schemas.openxmlformats.org/presentationml/2006/ole">
              <mc:AlternateContent xmlns:mc="http://schemas.openxmlformats.org/markup-compatibility/2006">
                <mc:Choice xmlns:v="urn:schemas-microsoft-com:vml" Requires="v">
                  <p:oleObj spid="_x0000_s43429" name="Equation" r:id="rId25" imgW="21640800" imgH="11582400" progId="Equation.DSMT4">
                    <p:embed/>
                  </p:oleObj>
                </mc:Choice>
                <mc:Fallback>
                  <p:oleObj name="Equation" r:id="rId25" imgW="21640800" imgH="11582400" progId="Equation.DSMT4">
                    <p:embed/>
                    <p:pic>
                      <p:nvPicPr>
                        <p:cNvPr id="0" name="图片 43413"/>
                        <p:cNvPicPr>
                          <a:picLocks noChangeAspect="1" noChangeArrowheads="1"/>
                        </p:cNvPicPr>
                        <p:nvPr/>
                      </p:nvPicPr>
                      <p:blipFill>
                        <a:blip r:embed="rId26"/>
                        <a:srcRect/>
                        <a:stretch>
                          <a:fillRect/>
                        </a:stretch>
                      </p:blipFill>
                      <p:spPr bwMode="auto">
                        <a:xfrm>
                          <a:off x="1885" y="3209"/>
                          <a:ext cx="789"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08" name="Object 60"/>
            <p:cNvGraphicFramePr>
              <a:graphicFrameLocks noChangeAspect="1"/>
            </p:cNvGraphicFramePr>
            <p:nvPr/>
          </p:nvGraphicFramePr>
          <p:xfrm>
            <a:off x="2892" y="3209"/>
            <a:ext cx="791" cy="427"/>
          </p:xfrm>
          <a:graphic>
            <a:graphicData uri="http://schemas.openxmlformats.org/presentationml/2006/ole">
              <mc:AlternateContent xmlns:mc="http://schemas.openxmlformats.org/markup-compatibility/2006">
                <mc:Choice xmlns:v="urn:schemas-microsoft-com:vml" Requires="v">
                  <p:oleObj spid="_x0000_s43430" name="Equation" r:id="rId27" imgW="21945600" imgH="11582400" progId="Equation.DSMT4">
                    <p:embed/>
                  </p:oleObj>
                </mc:Choice>
                <mc:Fallback>
                  <p:oleObj name="Equation" r:id="rId27" imgW="21945600" imgH="11582400" progId="Equation.DSMT4">
                    <p:embed/>
                    <p:pic>
                      <p:nvPicPr>
                        <p:cNvPr id="0" name="图片 43414"/>
                        <p:cNvPicPr>
                          <a:picLocks noChangeAspect="1" noChangeArrowheads="1"/>
                        </p:cNvPicPr>
                        <p:nvPr/>
                      </p:nvPicPr>
                      <p:blipFill>
                        <a:blip r:embed="rId28"/>
                        <a:srcRect/>
                        <a:stretch>
                          <a:fillRect/>
                        </a:stretch>
                      </p:blipFill>
                      <p:spPr bwMode="auto">
                        <a:xfrm>
                          <a:off x="2892" y="3209"/>
                          <a:ext cx="791"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9" name="AutoShape 77"/>
            <p:cNvSpPr>
              <a:spLocks noChangeArrowheads="1"/>
            </p:cNvSpPr>
            <p:nvPr/>
          </p:nvSpPr>
          <p:spPr bwMode="auto">
            <a:xfrm>
              <a:off x="624" y="3360"/>
              <a:ext cx="576" cy="144"/>
            </a:xfrm>
            <a:prstGeom prst="rightArrow">
              <a:avLst>
                <a:gd name="adj1" fmla="val 50000"/>
                <a:gd name="adj2" fmla="val 1000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 calcmode="lin" valueType="num">
                                      <p:cBhvr additive="base">
                                        <p:cTn id="7" dur="500" fill="hold"/>
                                        <p:tgtEl>
                                          <p:spTgt spid="142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42411"/>
                                        </p:tgtEl>
                                        <p:attrNameLst>
                                          <p:attrName>style.visibility</p:attrName>
                                        </p:attrNameLst>
                                      </p:cBhvr>
                                      <p:to>
                                        <p:strVal val="visible"/>
                                      </p:to>
                                    </p:set>
                                    <p:animEffect transition="in" filter="blinds(vertical)">
                                      <p:cBhvr>
                                        <p:cTn id="13" dur="500"/>
                                        <p:tgtEl>
                                          <p:spTgt spid="1424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2406"/>
                                        </p:tgtEl>
                                        <p:attrNameLst>
                                          <p:attrName>style.visibility</p:attrName>
                                        </p:attrNameLst>
                                      </p:cBhvr>
                                      <p:to>
                                        <p:strVal val="visible"/>
                                      </p:to>
                                    </p:set>
                                    <p:anim calcmode="lin" valueType="num">
                                      <p:cBhvr additive="base">
                                        <p:cTn id="18" dur="500" fill="hold"/>
                                        <p:tgtEl>
                                          <p:spTgt spid="142406"/>
                                        </p:tgtEl>
                                        <p:attrNameLst>
                                          <p:attrName>ppt_x</p:attrName>
                                        </p:attrNameLst>
                                      </p:cBhvr>
                                      <p:tavLst>
                                        <p:tav tm="0">
                                          <p:val>
                                            <p:strVal val="0-#ppt_w/2"/>
                                          </p:val>
                                        </p:tav>
                                        <p:tav tm="100000">
                                          <p:val>
                                            <p:strVal val="#ppt_x"/>
                                          </p:val>
                                        </p:tav>
                                      </p:tavLst>
                                    </p:anim>
                                    <p:anim calcmode="lin" valueType="num">
                                      <p:cBhvr additive="base">
                                        <p:cTn id="19" dur="500" fill="hold"/>
                                        <p:tgtEl>
                                          <p:spTgt spid="14240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42414"/>
                                        </p:tgtEl>
                                        <p:attrNameLst>
                                          <p:attrName>style.visibility</p:attrName>
                                        </p:attrNameLst>
                                      </p:cBhvr>
                                      <p:to>
                                        <p:strVal val="visible"/>
                                      </p:to>
                                    </p:set>
                                    <p:anim calcmode="lin" valueType="num">
                                      <p:cBhvr additive="base">
                                        <p:cTn id="24" dur="500" fill="hold"/>
                                        <p:tgtEl>
                                          <p:spTgt spid="142414"/>
                                        </p:tgtEl>
                                        <p:attrNameLst>
                                          <p:attrName>ppt_x</p:attrName>
                                        </p:attrNameLst>
                                      </p:cBhvr>
                                      <p:tavLst>
                                        <p:tav tm="0">
                                          <p:val>
                                            <p:strVal val="0-#ppt_w/2"/>
                                          </p:val>
                                        </p:tav>
                                        <p:tav tm="100000">
                                          <p:val>
                                            <p:strVal val="#ppt_x"/>
                                          </p:val>
                                        </p:tav>
                                      </p:tavLst>
                                    </p:anim>
                                    <p:anim calcmode="lin" valueType="num">
                                      <p:cBhvr additive="base">
                                        <p:cTn id="25" dur="500" fill="hold"/>
                                        <p:tgtEl>
                                          <p:spTgt spid="14241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42415"/>
                                        </p:tgtEl>
                                        <p:attrNameLst>
                                          <p:attrName>style.visibility</p:attrName>
                                        </p:attrNameLst>
                                      </p:cBhvr>
                                      <p:to>
                                        <p:strVal val="visible"/>
                                      </p:to>
                                    </p:set>
                                    <p:anim calcmode="lin" valueType="num">
                                      <p:cBhvr additive="base">
                                        <p:cTn id="30" dur="500" fill="hold"/>
                                        <p:tgtEl>
                                          <p:spTgt spid="142415"/>
                                        </p:tgtEl>
                                        <p:attrNameLst>
                                          <p:attrName>ppt_x</p:attrName>
                                        </p:attrNameLst>
                                      </p:cBhvr>
                                      <p:tavLst>
                                        <p:tav tm="0">
                                          <p:val>
                                            <p:strVal val="0-#ppt_w/2"/>
                                          </p:val>
                                        </p:tav>
                                        <p:tav tm="100000">
                                          <p:val>
                                            <p:strVal val="#ppt_x"/>
                                          </p:val>
                                        </p:tav>
                                      </p:tavLst>
                                    </p:anim>
                                    <p:anim calcmode="lin" valueType="num">
                                      <p:cBhvr additive="base">
                                        <p:cTn id="31" dur="500" fill="hold"/>
                                        <p:tgtEl>
                                          <p:spTgt spid="142415"/>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42416"/>
                                        </p:tgtEl>
                                        <p:attrNameLst>
                                          <p:attrName>style.visibility</p:attrName>
                                        </p:attrNameLst>
                                      </p:cBhvr>
                                      <p:to>
                                        <p:strVal val="visible"/>
                                      </p:to>
                                    </p:set>
                                    <p:anim calcmode="lin" valueType="num">
                                      <p:cBhvr additive="base">
                                        <p:cTn id="36" dur="500" fill="hold"/>
                                        <p:tgtEl>
                                          <p:spTgt spid="142416"/>
                                        </p:tgtEl>
                                        <p:attrNameLst>
                                          <p:attrName>ppt_x</p:attrName>
                                        </p:attrNameLst>
                                      </p:cBhvr>
                                      <p:tavLst>
                                        <p:tav tm="0">
                                          <p:val>
                                            <p:strVal val="0-#ppt_w/2"/>
                                          </p:val>
                                        </p:tav>
                                        <p:tav tm="100000">
                                          <p:val>
                                            <p:strVal val="#ppt_x"/>
                                          </p:val>
                                        </p:tav>
                                      </p:tavLst>
                                    </p:anim>
                                    <p:anim calcmode="lin" valueType="num">
                                      <p:cBhvr additive="base">
                                        <p:cTn id="37" dur="500" fill="hold"/>
                                        <p:tgtEl>
                                          <p:spTgt spid="1424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ChangeArrowheads="1"/>
          </p:cNvSpPr>
          <p:nvPr/>
        </p:nvSpPr>
        <p:spPr bwMode="auto">
          <a:xfrm>
            <a:off x="0" y="549275"/>
            <a:ext cx="7769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en-US" altLang="zh-CN" sz="2000">
                <a:solidFill>
                  <a:schemeClr val="hlink"/>
                </a:solidFill>
                <a:latin typeface="宋体" panose="02010600030101010101" pitchFamily="2" charset="-122"/>
                <a:ea typeface="黑体" panose="02010609060101010101" pitchFamily="2" charset="-122"/>
              </a:rPr>
              <a:t>3 </a:t>
            </a:r>
            <a:r>
              <a:rPr lang="zh-CN" altLang="en-US" sz="2000">
                <a:solidFill>
                  <a:schemeClr val="hlink"/>
                </a:solidFill>
                <a:latin typeface="Times New Roman" panose="02020603050405020304" pitchFamily="18" charset="0"/>
                <a:ea typeface="黑体" panose="02010609060101010101" pitchFamily="2" charset="-122"/>
              </a:rPr>
              <a:t>对称二端口网络的传输系数和特性阻抗</a:t>
            </a:r>
            <a:r>
              <a:rPr lang="zh-CN" altLang="en-US" sz="2000">
                <a:solidFill>
                  <a:srgbClr val="FF3300"/>
                </a:solidFill>
                <a:latin typeface="宋体" panose="02010600030101010101" pitchFamily="2" charset="-122"/>
              </a:rPr>
              <a:t> </a:t>
            </a:r>
          </a:p>
        </p:txBody>
      </p:sp>
      <p:grpSp>
        <p:nvGrpSpPr>
          <p:cNvPr id="147528" name="Group 72"/>
          <p:cNvGrpSpPr/>
          <p:nvPr/>
        </p:nvGrpSpPr>
        <p:grpSpPr bwMode="auto">
          <a:xfrm>
            <a:off x="1447800" y="3805242"/>
            <a:ext cx="5080000" cy="430213"/>
            <a:chOff x="912" y="2397"/>
            <a:chExt cx="3200" cy="271"/>
          </a:xfrm>
        </p:grpSpPr>
        <p:sp>
          <p:nvSpPr>
            <p:cNvPr id="30747" name="Rectangle 31"/>
            <p:cNvSpPr>
              <a:spLocks noChangeArrowheads="1"/>
            </p:cNvSpPr>
            <p:nvPr/>
          </p:nvSpPr>
          <p:spPr bwMode="auto">
            <a:xfrm>
              <a:off x="912" y="240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令 </a:t>
              </a:r>
            </a:p>
          </p:txBody>
        </p:sp>
        <p:graphicFrame>
          <p:nvGraphicFramePr>
            <p:cNvPr id="30748" name="Object 44"/>
            <p:cNvGraphicFramePr>
              <a:graphicFrameLocks noChangeAspect="1"/>
            </p:cNvGraphicFramePr>
            <p:nvPr/>
          </p:nvGraphicFramePr>
          <p:xfrm>
            <a:off x="1419" y="2406"/>
            <a:ext cx="1050" cy="231"/>
          </p:xfrm>
          <a:graphic>
            <a:graphicData uri="http://schemas.openxmlformats.org/presentationml/2006/ole">
              <mc:AlternateContent xmlns:mc="http://schemas.openxmlformats.org/markup-compatibility/2006">
                <mc:Choice xmlns:v="urn:schemas-microsoft-com:vml" Requires="v">
                  <p:oleObj spid="_x0000_s45356" name="Equation" r:id="rId3" imgW="31089600" imgH="6400800" progId="Equation.DSMT4">
                    <p:embed/>
                  </p:oleObj>
                </mc:Choice>
                <mc:Fallback>
                  <p:oleObj name="Equation" r:id="rId3" imgW="31089600" imgH="6400800" progId="Equation.DSMT4">
                    <p:embed/>
                    <p:pic>
                      <p:nvPicPr>
                        <p:cNvPr id="0" name="图片 45341"/>
                        <p:cNvPicPr>
                          <a:picLocks noChangeAspect="1" noChangeArrowheads="1"/>
                        </p:cNvPicPr>
                        <p:nvPr/>
                      </p:nvPicPr>
                      <p:blipFill>
                        <a:blip r:embed="rId4"/>
                        <a:srcRect/>
                        <a:stretch>
                          <a:fillRect/>
                        </a:stretch>
                      </p:blipFill>
                      <p:spPr bwMode="auto">
                        <a:xfrm>
                          <a:off x="1419" y="2406"/>
                          <a:ext cx="10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9" name="Rectangle 46"/>
            <p:cNvSpPr>
              <a:spLocks noChangeArrowheads="1"/>
            </p:cNvSpPr>
            <p:nvPr/>
          </p:nvSpPr>
          <p:spPr bwMode="auto">
            <a:xfrm>
              <a:off x="2694" y="241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即 </a:t>
              </a:r>
            </a:p>
          </p:txBody>
        </p:sp>
        <p:graphicFrame>
          <p:nvGraphicFramePr>
            <p:cNvPr id="30750" name="Object 47"/>
            <p:cNvGraphicFramePr>
              <a:graphicFrameLocks noChangeAspect="1"/>
            </p:cNvGraphicFramePr>
            <p:nvPr/>
          </p:nvGraphicFramePr>
          <p:xfrm>
            <a:off x="3135" y="2397"/>
            <a:ext cx="977" cy="257"/>
          </p:xfrm>
          <a:graphic>
            <a:graphicData uri="http://schemas.openxmlformats.org/presentationml/2006/ole">
              <mc:AlternateContent xmlns:mc="http://schemas.openxmlformats.org/markup-compatibility/2006">
                <mc:Choice xmlns:v="urn:schemas-microsoft-com:vml" Requires="v">
                  <p:oleObj spid="_x0000_s45357" name="Equation" r:id="rId5" imgW="25908000" imgH="6400800" progId="Equation.DSMT4">
                    <p:embed/>
                  </p:oleObj>
                </mc:Choice>
                <mc:Fallback>
                  <p:oleObj name="Equation" r:id="rId5" imgW="25908000" imgH="6400800" progId="Equation.DSMT4">
                    <p:embed/>
                    <p:pic>
                      <p:nvPicPr>
                        <p:cNvPr id="0" name="图片 45342"/>
                        <p:cNvPicPr>
                          <a:picLocks noChangeAspect="1" noChangeArrowheads="1"/>
                        </p:cNvPicPr>
                        <p:nvPr/>
                      </p:nvPicPr>
                      <p:blipFill>
                        <a:blip r:embed="rId6"/>
                        <a:srcRect/>
                        <a:stretch>
                          <a:fillRect/>
                        </a:stretch>
                      </p:blipFill>
                      <p:spPr bwMode="auto">
                        <a:xfrm>
                          <a:off x="3135" y="2397"/>
                          <a:ext cx="977"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7537" name="Group 81"/>
          <p:cNvGrpSpPr/>
          <p:nvPr/>
        </p:nvGrpSpPr>
        <p:grpSpPr bwMode="auto">
          <a:xfrm>
            <a:off x="539750" y="1254127"/>
            <a:ext cx="6853238" cy="458788"/>
            <a:chOff x="340" y="790"/>
            <a:chExt cx="4317" cy="289"/>
          </a:xfrm>
        </p:grpSpPr>
        <p:sp>
          <p:nvSpPr>
            <p:cNvPr id="30744" name="Rectangle 5"/>
            <p:cNvSpPr>
              <a:spLocks noChangeArrowheads="1"/>
            </p:cNvSpPr>
            <p:nvPr/>
          </p:nvSpPr>
          <p:spPr bwMode="auto">
            <a:xfrm>
              <a:off x="340" y="799"/>
              <a:ext cx="28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对称二端口网络        特性阻抗为</a:t>
              </a:r>
              <a:r>
                <a:rPr lang="en-US" altLang="zh-CN" sz="2000">
                  <a:latin typeface="宋体" panose="02010600030101010101" pitchFamily="2" charset="-122"/>
                </a:rPr>
                <a:t>:</a:t>
              </a:r>
            </a:p>
          </p:txBody>
        </p:sp>
        <p:graphicFrame>
          <p:nvGraphicFramePr>
            <p:cNvPr id="30745" name="Object 34"/>
            <p:cNvGraphicFramePr>
              <a:graphicFrameLocks noChangeAspect="1"/>
            </p:cNvGraphicFramePr>
            <p:nvPr/>
          </p:nvGraphicFramePr>
          <p:xfrm>
            <a:off x="3032" y="790"/>
            <a:ext cx="1625" cy="289"/>
          </p:xfrm>
          <a:graphic>
            <a:graphicData uri="http://schemas.openxmlformats.org/presentationml/2006/ole">
              <mc:AlternateContent xmlns:mc="http://schemas.openxmlformats.org/markup-compatibility/2006">
                <mc:Choice xmlns:v="urn:schemas-microsoft-com:vml" Requires="v">
                  <p:oleObj spid="_x0000_s45358" name="Equation" r:id="rId7" imgW="39014400" imgH="6400800" progId="Equation.DSMT4">
                    <p:embed/>
                  </p:oleObj>
                </mc:Choice>
                <mc:Fallback>
                  <p:oleObj name="Equation" r:id="rId7" imgW="39014400" imgH="6400800" progId="Equation.DSMT4">
                    <p:embed/>
                    <p:pic>
                      <p:nvPicPr>
                        <p:cNvPr id="0" name="图片 45343"/>
                        <p:cNvPicPr>
                          <a:picLocks noChangeAspect="1" noChangeArrowheads="1"/>
                        </p:cNvPicPr>
                        <p:nvPr/>
                      </p:nvPicPr>
                      <p:blipFill>
                        <a:blip r:embed="rId8"/>
                        <a:srcRect/>
                        <a:stretch>
                          <a:fillRect/>
                        </a:stretch>
                      </p:blipFill>
                      <p:spPr bwMode="auto">
                        <a:xfrm>
                          <a:off x="3032" y="790"/>
                          <a:ext cx="162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46" name="Object 36"/>
            <p:cNvGraphicFramePr>
              <a:graphicFrameLocks noChangeAspect="1"/>
            </p:cNvGraphicFramePr>
            <p:nvPr/>
          </p:nvGraphicFramePr>
          <p:xfrm>
            <a:off x="1569" y="819"/>
            <a:ext cx="520" cy="223"/>
          </p:xfrm>
          <a:graphic>
            <a:graphicData uri="http://schemas.openxmlformats.org/presentationml/2006/ole">
              <mc:AlternateContent xmlns:mc="http://schemas.openxmlformats.org/markup-compatibility/2006">
                <mc:Choice xmlns:v="urn:schemas-microsoft-com:vml" Requires="v">
                  <p:oleObj spid="_x0000_s45359" name="Equation" r:id="rId9" imgW="13716000" imgH="5486400" progId="Equation.DSMT4">
                    <p:embed/>
                  </p:oleObj>
                </mc:Choice>
                <mc:Fallback>
                  <p:oleObj name="Equation" r:id="rId9" imgW="13716000" imgH="5486400" progId="Equation.DSMT4">
                    <p:embed/>
                    <p:pic>
                      <p:nvPicPr>
                        <p:cNvPr id="0" name="图片 45344"/>
                        <p:cNvPicPr>
                          <a:picLocks noChangeAspect="1" noChangeArrowheads="1"/>
                        </p:cNvPicPr>
                        <p:nvPr/>
                      </p:nvPicPr>
                      <p:blipFill>
                        <a:blip r:embed="rId10"/>
                        <a:srcRect/>
                        <a:stretch>
                          <a:fillRect/>
                        </a:stretch>
                      </p:blipFill>
                      <p:spPr bwMode="auto">
                        <a:xfrm>
                          <a:off x="1569" y="819"/>
                          <a:ext cx="52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7525" name="Group 69"/>
          <p:cNvGrpSpPr/>
          <p:nvPr/>
        </p:nvGrpSpPr>
        <p:grpSpPr bwMode="auto">
          <a:xfrm>
            <a:off x="495300" y="1787525"/>
            <a:ext cx="8039100" cy="828675"/>
            <a:chOff x="312" y="1126"/>
            <a:chExt cx="5064" cy="522"/>
          </a:xfrm>
        </p:grpSpPr>
        <p:sp>
          <p:nvSpPr>
            <p:cNvPr id="30739" name="Rectangle 17"/>
            <p:cNvSpPr>
              <a:spLocks noChangeArrowheads="1"/>
            </p:cNvSpPr>
            <p:nvPr/>
          </p:nvSpPr>
          <p:spPr bwMode="auto">
            <a:xfrm>
              <a:off x="312" y="1248"/>
              <a:ext cx="50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当处于匹配联接时，      其传输参数方程                  简化</a:t>
              </a:r>
              <a:r>
                <a:rPr lang="en-US" altLang="zh-CN" sz="2000">
                  <a:latin typeface="宋体" panose="02010600030101010101" pitchFamily="2" charset="-122"/>
                </a:rPr>
                <a:t>:   </a:t>
              </a:r>
            </a:p>
          </p:txBody>
        </p:sp>
        <p:graphicFrame>
          <p:nvGraphicFramePr>
            <p:cNvPr id="30740" name="Object 38"/>
            <p:cNvGraphicFramePr>
              <a:graphicFrameLocks noChangeAspect="1"/>
            </p:cNvGraphicFramePr>
            <p:nvPr/>
          </p:nvGraphicFramePr>
          <p:xfrm>
            <a:off x="1757" y="1253"/>
            <a:ext cx="568" cy="269"/>
          </p:xfrm>
          <a:graphic>
            <a:graphicData uri="http://schemas.openxmlformats.org/presentationml/2006/ole">
              <mc:AlternateContent xmlns:mc="http://schemas.openxmlformats.org/markup-compatibility/2006">
                <mc:Choice xmlns:v="urn:schemas-microsoft-com:vml" Requires="v">
                  <p:oleObj spid="_x0000_s45360" name="Equation" r:id="rId11" imgW="12192000" imgH="5486400" progId="Equation.DSMT4">
                    <p:embed/>
                  </p:oleObj>
                </mc:Choice>
                <mc:Fallback>
                  <p:oleObj name="Equation" r:id="rId11" imgW="12192000" imgH="5486400" progId="Equation.DSMT4">
                    <p:embed/>
                    <p:pic>
                      <p:nvPicPr>
                        <p:cNvPr id="0" name="图片 45345"/>
                        <p:cNvPicPr>
                          <a:picLocks noChangeAspect="1" noChangeArrowheads="1"/>
                        </p:cNvPicPr>
                        <p:nvPr/>
                      </p:nvPicPr>
                      <p:blipFill>
                        <a:blip r:embed="rId12"/>
                        <a:srcRect/>
                        <a:stretch>
                          <a:fillRect/>
                        </a:stretch>
                      </p:blipFill>
                      <p:spPr bwMode="auto">
                        <a:xfrm>
                          <a:off x="1757" y="1253"/>
                          <a:ext cx="5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41" name="Object 64"/>
            <p:cNvGraphicFramePr>
              <a:graphicFrameLocks noChangeAspect="1"/>
            </p:cNvGraphicFramePr>
            <p:nvPr/>
          </p:nvGraphicFramePr>
          <p:xfrm>
            <a:off x="3483" y="1126"/>
            <a:ext cx="1235" cy="277"/>
          </p:xfrm>
          <a:graphic>
            <a:graphicData uri="http://schemas.openxmlformats.org/presentationml/2006/ole">
              <mc:AlternateContent xmlns:mc="http://schemas.openxmlformats.org/markup-compatibility/2006">
                <mc:Choice xmlns:v="urn:schemas-microsoft-com:vml" Requires="v">
                  <p:oleObj spid="_x0000_s45361" name="Equation" r:id="rId13" imgW="32004000" imgH="5791200" progId="Equation.DSMT4">
                    <p:embed/>
                  </p:oleObj>
                </mc:Choice>
                <mc:Fallback>
                  <p:oleObj name="Equation" r:id="rId13" imgW="32004000" imgH="5791200" progId="Equation.DSMT4">
                    <p:embed/>
                    <p:pic>
                      <p:nvPicPr>
                        <p:cNvPr id="0" name="图片 45346"/>
                        <p:cNvPicPr>
                          <a:picLocks noChangeAspect="1" noChangeArrowheads="1"/>
                        </p:cNvPicPr>
                        <p:nvPr/>
                      </p:nvPicPr>
                      <p:blipFill>
                        <a:blip r:embed="rId14"/>
                        <a:srcRect/>
                        <a:stretch>
                          <a:fillRect/>
                        </a:stretch>
                      </p:blipFill>
                      <p:spPr bwMode="auto">
                        <a:xfrm>
                          <a:off x="3483" y="1126"/>
                          <a:ext cx="123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42" name="Object 65"/>
            <p:cNvGraphicFramePr>
              <a:graphicFrameLocks noChangeAspect="1"/>
            </p:cNvGraphicFramePr>
            <p:nvPr/>
          </p:nvGraphicFramePr>
          <p:xfrm>
            <a:off x="3494" y="1374"/>
            <a:ext cx="1199" cy="274"/>
          </p:xfrm>
          <a:graphic>
            <a:graphicData uri="http://schemas.openxmlformats.org/presentationml/2006/ole">
              <mc:AlternateContent xmlns:mc="http://schemas.openxmlformats.org/markup-compatibility/2006">
                <mc:Choice xmlns:v="urn:schemas-microsoft-com:vml" Requires="v">
                  <p:oleObj spid="_x0000_s45362" name="Equation" r:id="rId15" imgW="31394400" imgH="5791200" progId="Equation.DSMT4">
                    <p:embed/>
                  </p:oleObj>
                </mc:Choice>
                <mc:Fallback>
                  <p:oleObj name="Equation" r:id="rId15" imgW="31394400" imgH="5791200" progId="Equation.DSMT4">
                    <p:embed/>
                    <p:pic>
                      <p:nvPicPr>
                        <p:cNvPr id="0" name="图片 45347"/>
                        <p:cNvPicPr>
                          <a:picLocks noChangeAspect="1" noChangeArrowheads="1"/>
                        </p:cNvPicPr>
                        <p:nvPr/>
                      </p:nvPicPr>
                      <p:blipFill>
                        <a:blip r:embed="rId16"/>
                        <a:srcRect/>
                        <a:stretch>
                          <a:fillRect/>
                        </a:stretch>
                      </p:blipFill>
                      <p:spPr bwMode="auto">
                        <a:xfrm>
                          <a:off x="3494" y="1374"/>
                          <a:ext cx="119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3" name="AutoShape 68"/>
            <p:cNvSpPr/>
            <p:nvPr/>
          </p:nvSpPr>
          <p:spPr bwMode="auto">
            <a:xfrm>
              <a:off x="3408" y="1200"/>
              <a:ext cx="96" cy="336"/>
            </a:xfrm>
            <a:prstGeom prst="leftBrace">
              <a:avLst>
                <a:gd name="adj1" fmla="val 291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7527" name="Group 71"/>
          <p:cNvGrpSpPr/>
          <p:nvPr/>
        </p:nvGrpSpPr>
        <p:grpSpPr bwMode="auto">
          <a:xfrm>
            <a:off x="1143000" y="2566990"/>
            <a:ext cx="6413500" cy="1057276"/>
            <a:chOff x="720" y="1617"/>
            <a:chExt cx="4040" cy="666"/>
          </a:xfrm>
        </p:grpSpPr>
        <p:graphicFrame>
          <p:nvGraphicFramePr>
            <p:cNvPr id="30736" name="Object 40"/>
            <p:cNvGraphicFramePr>
              <a:graphicFrameLocks noChangeAspect="1"/>
            </p:cNvGraphicFramePr>
            <p:nvPr/>
          </p:nvGraphicFramePr>
          <p:xfrm>
            <a:off x="760" y="1617"/>
            <a:ext cx="4000" cy="289"/>
          </p:xfrm>
          <a:graphic>
            <a:graphicData uri="http://schemas.openxmlformats.org/presentationml/2006/ole">
              <mc:AlternateContent xmlns:mc="http://schemas.openxmlformats.org/markup-compatibility/2006">
                <mc:Choice xmlns:v="urn:schemas-microsoft-com:vml" Requires="v">
                  <p:oleObj spid="_x0000_s45363" name="Equation" r:id="rId17" imgW="95707200" imgH="6400800" progId="Equation.DSMT4">
                    <p:embed/>
                  </p:oleObj>
                </mc:Choice>
                <mc:Fallback>
                  <p:oleObj name="Equation" r:id="rId17" imgW="95707200" imgH="6400800" progId="Equation.DSMT4">
                    <p:embed/>
                    <p:pic>
                      <p:nvPicPr>
                        <p:cNvPr id="0" name="图片 45348"/>
                        <p:cNvPicPr>
                          <a:picLocks noChangeAspect="1" noChangeArrowheads="1"/>
                        </p:cNvPicPr>
                        <p:nvPr/>
                      </p:nvPicPr>
                      <p:blipFill>
                        <a:blip r:embed="rId18"/>
                        <a:srcRect/>
                        <a:stretch>
                          <a:fillRect/>
                        </a:stretch>
                      </p:blipFill>
                      <p:spPr bwMode="auto">
                        <a:xfrm>
                          <a:off x="760" y="1617"/>
                          <a:ext cx="40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7" name="Object 42"/>
            <p:cNvGraphicFramePr>
              <a:graphicFrameLocks noChangeAspect="1"/>
            </p:cNvGraphicFramePr>
            <p:nvPr/>
          </p:nvGraphicFramePr>
          <p:xfrm>
            <a:off x="958" y="2036"/>
            <a:ext cx="3604" cy="247"/>
          </p:xfrm>
          <a:graphic>
            <a:graphicData uri="http://schemas.openxmlformats.org/presentationml/2006/ole">
              <mc:AlternateContent xmlns:mc="http://schemas.openxmlformats.org/markup-compatibility/2006">
                <mc:Choice xmlns:v="urn:schemas-microsoft-com:vml" Requires="v">
                  <p:oleObj spid="_x0000_s45364" name="Equation" r:id="rId19" imgW="100584000" imgH="6400800" progId="Equation.DSMT4">
                    <p:embed/>
                  </p:oleObj>
                </mc:Choice>
                <mc:Fallback>
                  <p:oleObj name="Equation" r:id="rId19" imgW="100584000" imgH="6400800" progId="Equation.DSMT4">
                    <p:embed/>
                    <p:pic>
                      <p:nvPicPr>
                        <p:cNvPr id="0" name="图片 45349"/>
                        <p:cNvPicPr>
                          <a:picLocks noChangeAspect="1" noChangeArrowheads="1"/>
                        </p:cNvPicPr>
                        <p:nvPr/>
                      </p:nvPicPr>
                      <p:blipFill>
                        <a:blip r:embed="rId20"/>
                        <a:srcRect/>
                        <a:stretch>
                          <a:fillRect/>
                        </a:stretch>
                      </p:blipFill>
                      <p:spPr bwMode="auto">
                        <a:xfrm>
                          <a:off x="958" y="2036"/>
                          <a:ext cx="3604"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8" name="AutoShape 70"/>
            <p:cNvSpPr/>
            <p:nvPr/>
          </p:nvSpPr>
          <p:spPr bwMode="auto">
            <a:xfrm>
              <a:off x="720" y="1680"/>
              <a:ext cx="96" cy="576"/>
            </a:xfrm>
            <a:prstGeom prst="leftBrace">
              <a:avLst>
                <a:gd name="adj1" fmla="val 50000"/>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7531" name="Group 75"/>
          <p:cNvGrpSpPr/>
          <p:nvPr/>
        </p:nvGrpSpPr>
        <p:grpSpPr bwMode="auto">
          <a:xfrm>
            <a:off x="1600200" y="4470400"/>
            <a:ext cx="6781800" cy="1016000"/>
            <a:chOff x="1296" y="2816"/>
            <a:chExt cx="4272" cy="640"/>
          </a:xfrm>
        </p:grpSpPr>
        <p:sp>
          <p:nvSpPr>
            <p:cNvPr id="30730" name="Rectangle 28"/>
            <p:cNvSpPr>
              <a:spLocks noChangeArrowheads="1"/>
            </p:cNvSpPr>
            <p:nvPr/>
          </p:nvSpPr>
          <p:spPr bwMode="auto">
            <a:xfrm>
              <a:off x="3120" y="3120"/>
              <a:ext cx="24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000">
                  <a:latin typeface="宋体" panose="02010600030101010101" pitchFamily="2" charset="-122"/>
                </a:rPr>
                <a:t>  </a:t>
              </a:r>
              <a:r>
                <a:rPr lang="zh-CN" altLang="en-US" sz="2000">
                  <a:latin typeface="宋体" panose="02010600030101010101" pitchFamily="2" charset="-122"/>
                </a:rPr>
                <a:t>称对称二端口网络的</a:t>
              </a:r>
              <a:r>
                <a:rPr lang="zh-CN" altLang="en-US" sz="2000">
                  <a:latin typeface="Times New Roman" panose="02020603050405020304" pitchFamily="18" charset="0"/>
                  <a:ea typeface="黑体" panose="02010609060101010101" pitchFamily="2" charset="-122"/>
                </a:rPr>
                <a:t>传输系数</a:t>
              </a:r>
              <a:endParaRPr lang="zh-CN" altLang="en-US" sz="2000">
                <a:latin typeface="宋体" panose="02010600030101010101" pitchFamily="2" charset="-122"/>
              </a:endParaRPr>
            </a:p>
          </p:txBody>
        </p:sp>
        <p:graphicFrame>
          <p:nvGraphicFramePr>
            <p:cNvPr id="30731" name="Object 50"/>
            <p:cNvGraphicFramePr>
              <a:graphicFrameLocks noChangeAspect="1"/>
            </p:cNvGraphicFramePr>
            <p:nvPr/>
          </p:nvGraphicFramePr>
          <p:xfrm>
            <a:off x="3264" y="3168"/>
            <a:ext cx="144" cy="128"/>
          </p:xfrm>
          <a:graphic>
            <a:graphicData uri="http://schemas.openxmlformats.org/presentationml/2006/ole">
              <mc:AlternateContent xmlns:mc="http://schemas.openxmlformats.org/markup-compatibility/2006">
                <mc:Choice xmlns:v="urn:schemas-microsoft-com:vml" Requires="v">
                  <p:oleObj spid="_x0000_s45365" r:id="rId21" imgW="190500" imgH="177800" progId="Equation.3">
                    <p:embed/>
                  </p:oleObj>
                </mc:Choice>
                <mc:Fallback>
                  <p:oleObj r:id="rId21" imgW="190500" imgH="177800" progId="Equation.3">
                    <p:embed/>
                    <p:pic>
                      <p:nvPicPr>
                        <p:cNvPr id="0" name="图片 4535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64" y="3168"/>
                          <a:ext cx="14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2" name="Object 53"/>
            <p:cNvGraphicFramePr>
              <a:graphicFrameLocks noChangeAspect="1"/>
            </p:cNvGraphicFramePr>
            <p:nvPr/>
          </p:nvGraphicFramePr>
          <p:xfrm>
            <a:off x="2297" y="2816"/>
            <a:ext cx="600" cy="242"/>
          </p:xfrm>
          <a:graphic>
            <a:graphicData uri="http://schemas.openxmlformats.org/presentationml/2006/ole">
              <mc:AlternateContent xmlns:mc="http://schemas.openxmlformats.org/markup-compatibility/2006">
                <mc:Choice xmlns:v="urn:schemas-microsoft-com:vml" Requires="v">
                  <p:oleObj spid="_x0000_s45366" name="Equation" r:id="rId23" imgW="15240000" imgH="5791200" progId="Equation.DSMT4">
                    <p:embed/>
                  </p:oleObj>
                </mc:Choice>
                <mc:Fallback>
                  <p:oleObj name="Equation" r:id="rId23" imgW="15240000" imgH="5791200" progId="Equation.DSMT4">
                    <p:embed/>
                    <p:pic>
                      <p:nvPicPr>
                        <p:cNvPr id="0" name="图片 45351"/>
                        <p:cNvPicPr>
                          <a:picLocks noChangeAspect="1" noChangeArrowheads="1"/>
                        </p:cNvPicPr>
                        <p:nvPr/>
                      </p:nvPicPr>
                      <p:blipFill>
                        <a:blip r:embed="rId24"/>
                        <a:srcRect/>
                        <a:stretch>
                          <a:fillRect/>
                        </a:stretch>
                      </p:blipFill>
                      <p:spPr bwMode="auto">
                        <a:xfrm>
                          <a:off x="2297" y="2816"/>
                          <a:ext cx="60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3" name="Object 55"/>
            <p:cNvGraphicFramePr>
              <a:graphicFrameLocks noChangeAspect="1"/>
            </p:cNvGraphicFramePr>
            <p:nvPr/>
          </p:nvGraphicFramePr>
          <p:xfrm>
            <a:off x="2257" y="3199"/>
            <a:ext cx="636" cy="256"/>
          </p:xfrm>
          <a:graphic>
            <a:graphicData uri="http://schemas.openxmlformats.org/presentationml/2006/ole">
              <mc:AlternateContent xmlns:mc="http://schemas.openxmlformats.org/markup-compatibility/2006">
                <mc:Choice xmlns:v="urn:schemas-microsoft-com:vml" Requires="v">
                  <p:oleObj spid="_x0000_s45367" name="Equation" r:id="rId25" imgW="15240000" imgH="5791200" progId="Equation.DSMT4">
                    <p:embed/>
                  </p:oleObj>
                </mc:Choice>
                <mc:Fallback>
                  <p:oleObj name="Equation" r:id="rId25" imgW="15240000" imgH="5791200" progId="Equation.DSMT4">
                    <p:embed/>
                    <p:pic>
                      <p:nvPicPr>
                        <p:cNvPr id="0" name="图片 45352"/>
                        <p:cNvPicPr>
                          <a:picLocks noChangeAspect="1" noChangeArrowheads="1"/>
                        </p:cNvPicPr>
                        <p:nvPr/>
                      </p:nvPicPr>
                      <p:blipFill>
                        <a:blip r:embed="rId26"/>
                        <a:srcRect/>
                        <a:stretch>
                          <a:fillRect/>
                        </a:stretch>
                      </p:blipFill>
                      <p:spPr bwMode="auto">
                        <a:xfrm>
                          <a:off x="2257" y="3199"/>
                          <a:ext cx="63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4" name="AutoShape 73"/>
            <p:cNvSpPr>
              <a:spLocks noChangeArrowheads="1"/>
            </p:cNvSpPr>
            <p:nvPr/>
          </p:nvSpPr>
          <p:spPr bwMode="auto">
            <a:xfrm>
              <a:off x="1296" y="3072"/>
              <a:ext cx="624" cy="144"/>
            </a:xfrm>
            <a:prstGeom prst="rightArrow">
              <a:avLst>
                <a:gd name="adj1" fmla="val 50000"/>
                <a:gd name="adj2" fmla="val 10833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5" name="AutoShape 74"/>
            <p:cNvSpPr/>
            <p:nvPr/>
          </p:nvSpPr>
          <p:spPr bwMode="auto">
            <a:xfrm>
              <a:off x="2016" y="2880"/>
              <a:ext cx="96" cy="576"/>
            </a:xfrm>
            <a:prstGeom prst="leftBrace">
              <a:avLst>
                <a:gd name="adj1" fmla="val 50000"/>
                <a:gd name="adj2" fmla="val 50000"/>
              </a:avLst>
            </a:prstGeom>
            <a:noFill/>
            <a:ln w="25400">
              <a:solidFill>
                <a:srgbClr val="3399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7537"/>
                                        </p:tgtEl>
                                        <p:attrNameLst>
                                          <p:attrName>style.visibility</p:attrName>
                                        </p:attrNameLst>
                                      </p:cBhvr>
                                      <p:to>
                                        <p:strVal val="visible"/>
                                      </p:to>
                                    </p:set>
                                    <p:anim calcmode="lin" valueType="num">
                                      <p:cBhvr additive="base">
                                        <p:cTn id="13" dur="500" fill="hold"/>
                                        <p:tgtEl>
                                          <p:spTgt spid="147537"/>
                                        </p:tgtEl>
                                        <p:attrNameLst>
                                          <p:attrName>ppt_x</p:attrName>
                                        </p:attrNameLst>
                                      </p:cBhvr>
                                      <p:tavLst>
                                        <p:tav tm="0">
                                          <p:val>
                                            <p:strVal val="0-#ppt_w/2"/>
                                          </p:val>
                                        </p:tav>
                                        <p:tav tm="100000">
                                          <p:val>
                                            <p:strVal val="#ppt_x"/>
                                          </p:val>
                                        </p:tav>
                                      </p:tavLst>
                                    </p:anim>
                                    <p:anim calcmode="lin" valueType="num">
                                      <p:cBhvr additive="base">
                                        <p:cTn id="14" dur="500" fill="hold"/>
                                        <p:tgtEl>
                                          <p:spTgt spid="14753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147525"/>
                                        </p:tgtEl>
                                        <p:attrNameLst>
                                          <p:attrName>style.visibility</p:attrName>
                                        </p:attrNameLst>
                                      </p:cBhvr>
                                      <p:to>
                                        <p:strVal val="visible"/>
                                      </p:to>
                                    </p:set>
                                    <p:animEffect transition="in" filter="checkerboard(across)">
                                      <p:cBhvr>
                                        <p:cTn id="19" dur="500"/>
                                        <p:tgtEl>
                                          <p:spTgt spid="147525"/>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47527"/>
                                        </p:tgtEl>
                                        <p:attrNameLst>
                                          <p:attrName>style.visibility</p:attrName>
                                        </p:attrNameLst>
                                      </p:cBhvr>
                                      <p:to>
                                        <p:strVal val="visible"/>
                                      </p:to>
                                    </p:set>
                                    <p:animEffect transition="in" filter="checkerboard(across)">
                                      <p:cBhvr>
                                        <p:cTn id="24" dur="500"/>
                                        <p:tgtEl>
                                          <p:spTgt spid="147527"/>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147528"/>
                                        </p:tgtEl>
                                        <p:attrNameLst>
                                          <p:attrName>style.visibility</p:attrName>
                                        </p:attrNameLst>
                                      </p:cBhvr>
                                      <p:to>
                                        <p:strVal val="visible"/>
                                      </p:to>
                                    </p:set>
                                    <p:animEffect transition="in" filter="checkerboard(across)">
                                      <p:cBhvr>
                                        <p:cTn id="29" dur="500"/>
                                        <p:tgtEl>
                                          <p:spTgt spid="147528"/>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147531"/>
                                        </p:tgtEl>
                                        <p:attrNameLst>
                                          <p:attrName>style.visibility</p:attrName>
                                        </p:attrNameLst>
                                      </p:cBhvr>
                                      <p:to>
                                        <p:strVal val="visible"/>
                                      </p:to>
                                    </p:set>
                                    <p:animEffect transition="in" filter="checkerboard(across)">
                                      <p:cBhvr>
                                        <p:cTn id="34" dur="500"/>
                                        <p:tgtEl>
                                          <p:spTgt spid="147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558" name="Group 78"/>
          <p:cNvGrpSpPr/>
          <p:nvPr/>
        </p:nvGrpSpPr>
        <p:grpSpPr bwMode="auto">
          <a:xfrm>
            <a:off x="468313" y="620713"/>
            <a:ext cx="8153400" cy="701675"/>
            <a:chOff x="295" y="618"/>
            <a:chExt cx="5136" cy="442"/>
          </a:xfrm>
        </p:grpSpPr>
        <p:sp>
          <p:nvSpPr>
            <p:cNvPr id="31775" name="Rectangle 5"/>
            <p:cNvSpPr>
              <a:spLocks noChangeArrowheads="1"/>
            </p:cNvSpPr>
            <p:nvPr/>
          </p:nvSpPr>
          <p:spPr bwMode="auto">
            <a:xfrm>
              <a:off x="295" y="618"/>
              <a:ext cx="51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当输出端口处于匹配联接时，输入端口电压和电流分别是输出端口电压和电流的   倍，如下图所示：</a:t>
              </a:r>
            </a:p>
          </p:txBody>
        </p:sp>
        <p:graphicFrame>
          <p:nvGraphicFramePr>
            <p:cNvPr id="31776" name="Object 27"/>
            <p:cNvGraphicFramePr>
              <a:graphicFrameLocks noChangeAspect="1"/>
            </p:cNvGraphicFramePr>
            <p:nvPr/>
          </p:nvGraphicFramePr>
          <p:xfrm>
            <a:off x="1012" y="834"/>
            <a:ext cx="191" cy="215"/>
          </p:xfrm>
          <a:graphic>
            <a:graphicData uri="http://schemas.openxmlformats.org/presentationml/2006/ole">
              <mc:AlternateContent xmlns:mc="http://schemas.openxmlformats.org/markup-compatibility/2006">
                <mc:Choice xmlns:v="urn:schemas-microsoft-com:vml" Requires="v">
                  <p:oleObj spid="_x0000_s48318" name="Equation" r:id="rId3" imgW="4267200" imgH="4876800" progId="Equation.DSMT4">
                    <p:embed/>
                  </p:oleObj>
                </mc:Choice>
                <mc:Fallback>
                  <p:oleObj name="Equation" r:id="rId3" imgW="4267200" imgH="4876800" progId="Equation.DSMT4">
                    <p:embed/>
                    <p:pic>
                      <p:nvPicPr>
                        <p:cNvPr id="0" name="图片 48304"/>
                        <p:cNvPicPr>
                          <a:picLocks noChangeAspect="1" noChangeArrowheads="1"/>
                        </p:cNvPicPr>
                        <p:nvPr/>
                      </p:nvPicPr>
                      <p:blipFill>
                        <a:blip r:embed="rId4"/>
                        <a:srcRect/>
                        <a:stretch>
                          <a:fillRect/>
                        </a:stretch>
                      </p:blipFill>
                      <p:spPr bwMode="auto">
                        <a:xfrm>
                          <a:off x="1012" y="834"/>
                          <a:ext cx="19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8544" name="Group 64"/>
          <p:cNvGrpSpPr/>
          <p:nvPr/>
        </p:nvGrpSpPr>
        <p:grpSpPr bwMode="auto">
          <a:xfrm>
            <a:off x="5105400" y="1828800"/>
            <a:ext cx="4267200" cy="1844675"/>
            <a:chOff x="2904" y="960"/>
            <a:chExt cx="2688" cy="1162"/>
          </a:xfrm>
        </p:grpSpPr>
        <p:graphicFrame>
          <p:nvGraphicFramePr>
            <p:cNvPr id="31773" name="Object 29"/>
            <p:cNvGraphicFramePr>
              <a:graphicFrameLocks noChangeAspect="1"/>
            </p:cNvGraphicFramePr>
            <p:nvPr/>
          </p:nvGraphicFramePr>
          <p:xfrm>
            <a:off x="3096" y="960"/>
            <a:ext cx="2496" cy="896"/>
          </p:xfrm>
          <a:graphic>
            <a:graphicData uri="http://schemas.openxmlformats.org/presentationml/2006/ole">
              <mc:AlternateContent xmlns:mc="http://schemas.openxmlformats.org/markup-compatibility/2006">
                <mc:Choice xmlns:v="urn:schemas-microsoft-com:vml" Requires="v">
                  <p:oleObj spid="_x0000_s48319" name="Visio" r:id="rId5" imgW="3695700" imgH="1333500" progId="Visio.Drawing.11">
                    <p:embed/>
                  </p:oleObj>
                </mc:Choice>
                <mc:Fallback>
                  <p:oleObj name="Visio" r:id="rId5" imgW="3695700" imgH="1333500" progId="Visio.Drawing.11">
                    <p:embed/>
                    <p:pic>
                      <p:nvPicPr>
                        <p:cNvPr id="0" name="图片 48305"/>
                        <p:cNvPicPr>
                          <a:picLocks noChangeAspect="1" noChangeArrowheads="1"/>
                        </p:cNvPicPr>
                        <p:nvPr/>
                      </p:nvPicPr>
                      <p:blipFill>
                        <a:blip r:embed="rId6"/>
                        <a:srcRect/>
                        <a:stretch>
                          <a:fillRect/>
                        </a:stretch>
                      </p:blipFill>
                      <p:spPr bwMode="auto">
                        <a:xfrm>
                          <a:off x="3096" y="960"/>
                          <a:ext cx="2496" cy="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74" name="Rectangle 31"/>
            <p:cNvSpPr>
              <a:spLocks noChangeArrowheads="1"/>
            </p:cNvSpPr>
            <p:nvPr/>
          </p:nvSpPr>
          <p:spPr bwMode="auto">
            <a:xfrm>
              <a:off x="2904" y="1872"/>
              <a:ext cx="26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000">
                  <a:solidFill>
                    <a:srgbClr val="000000"/>
                  </a:solidFill>
                  <a:latin typeface="宋体" panose="02010600030101010101" pitchFamily="2" charset="-122"/>
                  <a:cs typeface="Times New Roman" panose="02020603050405020304" pitchFamily="18" charset="0"/>
                </a:rPr>
                <a:t> </a:t>
              </a:r>
              <a:endParaRPr lang="en-US" altLang="zh-CN" sz="2000">
                <a:solidFill>
                  <a:srgbClr val="000000"/>
                </a:solidFill>
                <a:latin typeface="宋体" panose="02010600030101010101" pitchFamily="2" charset="-122"/>
              </a:endParaRPr>
            </a:p>
          </p:txBody>
        </p:sp>
      </p:grpSp>
      <p:grpSp>
        <p:nvGrpSpPr>
          <p:cNvPr id="148553" name="Group 73"/>
          <p:cNvGrpSpPr/>
          <p:nvPr/>
        </p:nvGrpSpPr>
        <p:grpSpPr bwMode="auto">
          <a:xfrm>
            <a:off x="838200" y="1733550"/>
            <a:ext cx="1295400" cy="896938"/>
            <a:chOff x="528" y="1092"/>
            <a:chExt cx="816" cy="565"/>
          </a:xfrm>
        </p:grpSpPr>
        <p:graphicFrame>
          <p:nvGraphicFramePr>
            <p:cNvPr id="31770" name="Object 34"/>
            <p:cNvGraphicFramePr>
              <a:graphicFrameLocks noChangeAspect="1"/>
            </p:cNvGraphicFramePr>
            <p:nvPr/>
          </p:nvGraphicFramePr>
          <p:xfrm>
            <a:off x="530" y="1092"/>
            <a:ext cx="764" cy="234"/>
          </p:xfrm>
          <a:graphic>
            <a:graphicData uri="http://schemas.openxmlformats.org/presentationml/2006/ole">
              <mc:AlternateContent xmlns:mc="http://schemas.openxmlformats.org/markup-compatibility/2006">
                <mc:Choice xmlns:v="urn:schemas-microsoft-com:vml" Requires="v">
                  <p:oleObj spid="_x0000_s48320" name="Equation" r:id="rId7" imgW="17068800" imgH="4876800" progId="Equation.DSMT4">
                    <p:embed/>
                  </p:oleObj>
                </mc:Choice>
                <mc:Fallback>
                  <p:oleObj name="Equation" r:id="rId7" imgW="17068800" imgH="4876800" progId="Equation.DSMT4">
                    <p:embed/>
                    <p:pic>
                      <p:nvPicPr>
                        <p:cNvPr id="0" name="图片 48306"/>
                        <p:cNvPicPr>
                          <a:picLocks noChangeAspect="1" noChangeArrowheads="1"/>
                        </p:cNvPicPr>
                        <p:nvPr/>
                      </p:nvPicPr>
                      <p:blipFill>
                        <a:blip r:embed="rId8"/>
                        <a:srcRect/>
                        <a:stretch>
                          <a:fillRect/>
                        </a:stretch>
                      </p:blipFill>
                      <p:spPr bwMode="auto">
                        <a:xfrm>
                          <a:off x="530" y="1092"/>
                          <a:ext cx="76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71" name="AutoShape 68"/>
            <p:cNvSpPr>
              <a:spLocks noChangeArrowheads="1"/>
            </p:cNvSpPr>
            <p:nvPr/>
          </p:nvSpPr>
          <p:spPr bwMode="auto">
            <a:xfrm>
              <a:off x="528" y="1296"/>
              <a:ext cx="816" cy="192"/>
            </a:xfrm>
            <a:prstGeom prst="rightArrow">
              <a:avLst>
                <a:gd name="adj1" fmla="val 50000"/>
                <a:gd name="adj2" fmla="val 10625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2" name="Text Box 69"/>
            <p:cNvSpPr txBox="1">
              <a:spLocks noChangeArrowheads="1"/>
            </p:cNvSpPr>
            <p:nvPr/>
          </p:nvSpPr>
          <p:spPr bwMode="auto">
            <a:xfrm>
              <a:off x="640" y="1407"/>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a:latin typeface="Times New Roman" panose="02020603050405020304" pitchFamily="18" charset="0"/>
                </a:rPr>
                <a:t>代入</a:t>
              </a:r>
            </a:p>
          </p:txBody>
        </p:sp>
      </p:grpSp>
      <p:grpSp>
        <p:nvGrpSpPr>
          <p:cNvPr id="148554" name="Group 74"/>
          <p:cNvGrpSpPr/>
          <p:nvPr/>
        </p:nvGrpSpPr>
        <p:grpSpPr bwMode="auto">
          <a:xfrm>
            <a:off x="2484438" y="1819275"/>
            <a:ext cx="1163637" cy="1016000"/>
            <a:chOff x="1632" y="1088"/>
            <a:chExt cx="733" cy="640"/>
          </a:xfrm>
        </p:grpSpPr>
        <p:graphicFrame>
          <p:nvGraphicFramePr>
            <p:cNvPr id="31767" name="Object 65"/>
            <p:cNvGraphicFramePr>
              <a:graphicFrameLocks noChangeAspect="1"/>
            </p:cNvGraphicFramePr>
            <p:nvPr/>
          </p:nvGraphicFramePr>
          <p:xfrm>
            <a:off x="1727" y="1088"/>
            <a:ext cx="600" cy="242"/>
          </p:xfrm>
          <a:graphic>
            <a:graphicData uri="http://schemas.openxmlformats.org/presentationml/2006/ole">
              <mc:AlternateContent xmlns:mc="http://schemas.openxmlformats.org/markup-compatibility/2006">
                <mc:Choice xmlns:v="urn:schemas-microsoft-com:vml" Requires="v">
                  <p:oleObj spid="_x0000_s48321" name="Equation" r:id="rId9" imgW="15240000" imgH="5791200" progId="Equation.DSMT4">
                    <p:embed/>
                  </p:oleObj>
                </mc:Choice>
                <mc:Fallback>
                  <p:oleObj name="Equation" r:id="rId9" imgW="15240000" imgH="5791200" progId="Equation.DSMT4">
                    <p:embed/>
                    <p:pic>
                      <p:nvPicPr>
                        <p:cNvPr id="0" name="图片 48307"/>
                        <p:cNvPicPr>
                          <a:picLocks noChangeAspect="1" noChangeArrowheads="1"/>
                        </p:cNvPicPr>
                        <p:nvPr/>
                      </p:nvPicPr>
                      <p:blipFill>
                        <a:blip r:embed="rId10"/>
                        <a:srcRect/>
                        <a:stretch>
                          <a:fillRect/>
                        </a:stretch>
                      </p:blipFill>
                      <p:spPr bwMode="auto">
                        <a:xfrm>
                          <a:off x="1727" y="1088"/>
                          <a:ext cx="60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68" name="Object 66"/>
            <p:cNvGraphicFramePr>
              <a:graphicFrameLocks noChangeAspect="1"/>
            </p:cNvGraphicFramePr>
            <p:nvPr/>
          </p:nvGraphicFramePr>
          <p:xfrm>
            <a:off x="1729" y="1423"/>
            <a:ext cx="636" cy="256"/>
          </p:xfrm>
          <a:graphic>
            <a:graphicData uri="http://schemas.openxmlformats.org/presentationml/2006/ole">
              <mc:AlternateContent xmlns:mc="http://schemas.openxmlformats.org/markup-compatibility/2006">
                <mc:Choice xmlns:v="urn:schemas-microsoft-com:vml" Requires="v">
                  <p:oleObj spid="_x0000_s48322" name="Equation" r:id="rId11" imgW="15240000" imgH="5791200" progId="Equation.DSMT4">
                    <p:embed/>
                  </p:oleObj>
                </mc:Choice>
                <mc:Fallback>
                  <p:oleObj name="Equation" r:id="rId11" imgW="15240000" imgH="5791200" progId="Equation.DSMT4">
                    <p:embed/>
                    <p:pic>
                      <p:nvPicPr>
                        <p:cNvPr id="0" name="图片 48308"/>
                        <p:cNvPicPr>
                          <a:picLocks noChangeAspect="1" noChangeArrowheads="1"/>
                        </p:cNvPicPr>
                        <p:nvPr/>
                      </p:nvPicPr>
                      <p:blipFill>
                        <a:blip r:embed="rId12"/>
                        <a:srcRect/>
                        <a:stretch>
                          <a:fillRect/>
                        </a:stretch>
                      </p:blipFill>
                      <p:spPr bwMode="auto">
                        <a:xfrm>
                          <a:off x="1729" y="1423"/>
                          <a:ext cx="636"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9" name="AutoShape 70"/>
            <p:cNvSpPr/>
            <p:nvPr/>
          </p:nvSpPr>
          <p:spPr bwMode="auto">
            <a:xfrm>
              <a:off x="1632" y="1248"/>
              <a:ext cx="96" cy="480"/>
            </a:xfrm>
            <a:prstGeom prst="leftBrace">
              <a:avLst>
                <a:gd name="adj1" fmla="val 41667"/>
                <a:gd name="adj2" fmla="val 50000"/>
              </a:avLst>
            </a:prstGeom>
            <a:noFill/>
            <a:ln w="254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55" name="Group 75"/>
          <p:cNvGrpSpPr/>
          <p:nvPr/>
        </p:nvGrpSpPr>
        <p:grpSpPr bwMode="auto">
          <a:xfrm>
            <a:off x="0" y="2133602"/>
            <a:ext cx="5580063" cy="2447928"/>
            <a:chOff x="0" y="1344"/>
            <a:chExt cx="3515" cy="1542"/>
          </a:xfrm>
        </p:grpSpPr>
        <p:graphicFrame>
          <p:nvGraphicFramePr>
            <p:cNvPr id="31763" name="Object 40"/>
            <p:cNvGraphicFramePr>
              <a:graphicFrameLocks noChangeAspect="1"/>
            </p:cNvGraphicFramePr>
            <p:nvPr/>
          </p:nvGraphicFramePr>
          <p:xfrm>
            <a:off x="147" y="1851"/>
            <a:ext cx="3368" cy="445"/>
          </p:xfrm>
          <a:graphic>
            <a:graphicData uri="http://schemas.openxmlformats.org/presentationml/2006/ole">
              <mc:AlternateContent xmlns:mc="http://schemas.openxmlformats.org/markup-compatibility/2006">
                <mc:Choice xmlns:v="urn:schemas-microsoft-com:vml" Requires="v">
                  <p:oleObj spid="_x0000_s48323" name="Equation" r:id="rId13" imgW="86258400" imgH="10972800" progId="Equation.DSMT4">
                    <p:embed/>
                  </p:oleObj>
                </mc:Choice>
                <mc:Fallback>
                  <p:oleObj name="Equation" r:id="rId13" imgW="86258400" imgH="10972800" progId="Equation.DSMT4">
                    <p:embed/>
                    <p:pic>
                      <p:nvPicPr>
                        <p:cNvPr id="0" name="图片 48309"/>
                        <p:cNvPicPr>
                          <a:picLocks noChangeAspect="1" noChangeArrowheads="1"/>
                        </p:cNvPicPr>
                        <p:nvPr/>
                      </p:nvPicPr>
                      <p:blipFill>
                        <a:blip r:embed="rId14"/>
                        <a:srcRect/>
                        <a:stretch>
                          <a:fillRect/>
                        </a:stretch>
                      </p:blipFill>
                      <p:spPr bwMode="auto">
                        <a:xfrm>
                          <a:off x="147" y="1851"/>
                          <a:ext cx="3368" cy="445"/>
                        </a:xfrm>
                        <a:prstGeom prst="rect">
                          <a:avLst/>
                        </a:prstGeom>
                        <a:noFill/>
                        <a:ln>
                          <a:noFill/>
                        </a:ln>
                      </p:spPr>
                    </p:pic>
                  </p:oleObj>
                </mc:Fallback>
              </mc:AlternateContent>
            </a:graphicData>
          </a:graphic>
        </p:graphicFrame>
        <p:graphicFrame>
          <p:nvGraphicFramePr>
            <p:cNvPr id="31764" name="Object 42"/>
            <p:cNvGraphicFramePr>
              <a:graphicFrameLocks noChangeAspect="1"/>
            </p:cNvGraphicFramePr>
            <p:nvPr/>
          </p:nvGraphicFramePr>
          <p:xfrm>
            <a:off x="113" y="2424"/>
            <a:ext cx="3402" cy="462"/>
          </p:xfrm>
          <a:graphic>
            <a:graphicData uri="http://schemas.openxmlformats.org/presentationml/2006/ole">
              <mc:AlternateContent xmlns:mc="http://schemas.openxmlformats.org/markup-compatibility/2006">
                <mc:Choice xmlns:v="urn:schemas-microsoft-com:vml" Requires="v">
                  <p:oleObj spid="_x0000_s48324" name="Equation" r:id="rId15" imgW="83820000" imgH="10972800" progId="Equation.DSMT4">
                    <p:embed/>
                  </p:oleObj>
                </mc:Choice>
                <mc:Fallback>
                  <p:oleObj name="Equation" r:id="rId15" imgW="83820000" imgH="10972800" progId="Equation.DSMT4">
                    <p:embed/>
                    <p:pic>
                      <p:nvPicPr>
                        <p:cNvPr id="0" name="图片 48310"/>
                        <p:cNvPicPr>
                          <a:picLocks noChangeAspect="1" noChangeArrowheads="1"/>
                        </p:cNvPicPr>
                        <p:nvPr/>
                      </p:nvPicPr>
                      <p:blipFill>
                        <a:blip r:embed="rId16"/>
                        <a:srcRect/>
                        <a:stretch>
                          <a:fillRect/>
                        </a:stretch>
                      </p:blipFill>
                      <p:spPr bwMode="auto">
                        <a:xfrm>
                          <a:off x="113" y="2424"/>
                          <a:ext cx="3402" cy="462"/>
                        </a:xfrm>
                        <a:prstGeom prst="rect">
                          <a:avLst/>
                        </a:prstGeom>
                        <a:noFill/>
                        <a:ln>
                          <a:noFill/>
                        </a:ln>
                      </p:spPr>
                    </p:pic>
                  </p:oleObj>
                </mc:Fallback>
              </mc:AlternateContent>
            </a:graphicData>
          </a:graphic>
        </p:graphicFrame>
        <p:sp>
          <p:nvSpPr>
            <p:cNvPr id="31765" name="AutoShape 67"/>
            <p:cNvSpPr/>
            <p:nvPr/>
          </p:nvSpPr>
          <p:spPr bwMode="auto">
            <a:xfrm>
              <a:off x="0" y="2069"/>
              <a:ext cx="144" cy="528"/>
            </a:xfrm>
            <a:prstGeom prst="leftBrace">
              <a:avLst>
                <a:gd name="adj1" fmla="val 30556"/>
                <a:gd name="adj2" fmla="val 53597"/>
              </a:avLst>
            </a:prstGeom>
            <a:noFill/>
            <a:ln w="25400">
              <a:solidFill>
                <a:srgbClr val="3399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6" name="AutoShape 71"/>
            <p:cNvSpPr>
              <a:spLocks noChangeArrowheads="1"/>
            </p:cNvSpPr>
            <p:nvPr/>
          </p:nvSpPr>
          <p:spPr bwMode="auto">
            <a:xfrm>
              <a:off x="2544" y="1344"/>
              <a:ext cx="672" cy="144"/>
            </a:xfrm>
            <a:prstGeom prst="rightArrow">
              <a:avLst>
                <a:gd name="adj1" fmla="val 50000"/>
                <a:gd name="adj2" fmla="val 1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60" name="Group 80"/>
          <p:cNvGrpSpPr/>
          <p:nvPr/>
        </p:nvGrpSpPr>
        <p:grpSpPr bwMode="auto">
          <a:xfrm>
            <a:off x="900113" y="4683273"/>
            <a:ext cx="7162800" cy="1770063"/>
            <a:chOff x="567" y="2703"/>
            <a:chExt cx="4512" cy="1115"/>
          </a:xfrm>
        </p:grpSpPr>
        <p:grpSp>
          <p:nvGrpSpPr>
            <p:cNvPr id="31754" name="Group 60"/>
            <p:cNvGrpSpPr/>
            <p:nvPr/>
          </p:nvGrpSpPr>
          <p:grpSpPr bwMode="auto">
            <a:xfrm>
              <a:off x="567" y="2703"/>
              <a:ext cx="4512" cy="1115"/>
              <a:chOff x="384" y="2975"/>
              <a:chExt cx="4512" cy="1115"/>
            </a:xfrm>
          </p:grpSpPr>
          <p:sp>
            <p:nvSpPr>
              <p:cNvPr id="31756" name="Rectangle 8"/>
              <p:cNvSpPr>
                <a:spLocks noChangeArrowheads="1"/>
              </p:cNvSpPr>
              <p:nvPr/>
            </p:nvSpPr>
            <p:spPr bwMode="auto">
              <a:xfrm>
                <a:off x="384" y="3072"/>
                <a:ext cx="6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zh-CN" altLang="zh-CN" sz="2000">
                  <a:latin typeface="宋体" panose="02010600030101010101" pitchFamily="2" charset="-122"/>
                </a:endParaRPr>
              </a:p>
            </p:txBody>
          </p:sp>
          <p:graphicFrame>
            <p:nvGraphicFramePr>
              <p:cNvPr id="31757" name="Object 44"/>
              <p:cNvGraphicFramePr>
                <a:graphicFrameLocks noChangeAspect="1"/>
              </p:cNvGraphicFramePr>
              <p:nvPr/>
            </p:nvGraphicFramePr>
            <p:xfrm>
              <a:off x="1167" y="2975"/>
              <a:ext cx="1170" cy="418"/>
            </p:xfrm>
            <a:graphic>
              <a:graphicData uri="http://schemas.openxmlformats.org/presentationml/2006/ole">
                <mc:AlternateContent xmlns:mc="http://schemas.openxmlformats.org/markup-compatibility/2006">
                  <mc:Choice xmlns:v="urn:schemas-microsoft-com:vml" Requires="v">
                    <p:oleObj spid="_x0000_s48325" name="Equation" r:id="rId17" imgW="29870400" imgH="10363200" progId="Equation.DSMT4">
                      <p:embed/>
                    </p:oleObj>
                  </mc:Choice>
                  <mc:Fallback>
                    <p:oleObj name="Equation" r:id="rId17" imgW="29870400" imgH="10363200" progId="Equation.DSMT4">
                      <p:embed/>
                      <p:pic>
                        <p:nvPicPr>
                          <p:cNvPr id="0" name="图片 48311"/>
                          <p:cNvPicPr>
                            <a:picLocks noChangeAspect="1" noChangeArrowheads="1"/>
                          </p:cNvPicPr>
                          <p:nvPr/>
                        </p:nvPicPr>
                        <p:blipFill>
                          <a:blip r:embed="rId18"/>
                          <a:srcRect/>
                          <a:stretch>
                            <a:fillRect/>
                          </a:stretch>
                        </p:blipFill>
                        <p:spPr bwMode="auto">
                          <a:xfrm>
                            <a:off x="1167" y="2975"/>
                            <a:ext cx="1170"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8" name="Object 46"/>
              <p:cNvGraphicFramePr>
                <a:graphicFrameLocks noChangeAspect="1"/>
              </p:cNvGraphicFramePr>
              <p:nvPr/>
            </p:nvGraphicFramePr>
            <p:xfrm>
              <a:off x="2969" y="3062"/>
              <a:ext cx="1478" cy="243"/>
            </p:xfrm>
            <a:graphic>
              <a:graphicData uri="http://schemas.openxmlformats.org/presentationml/2006/ole">
                <mc:AlternateContent xmlns:mc="http://schemas.openxmlformats.org/markup-compatibility/2006">
                  <mc:Choice xmlns:v="urn:schemas-microsoft-com:vml" Requires="v">
                    <p:oleObj spid="_x0000_s48326" name="Equation" r:id="rId19" imgW="35966400" imgH="5486400" progId="Equation.DSMT4">
                      <p:embed/>
                    </p:oleObj>
                  </mc:Choice>
                  <mc:Fallback>
                    <p:oleObj name="Equation" r:id="rId19" imgW="35966400" imgH="5486400" progId="Equation.DSMT4">
                      <p:embed/>
                      <p:pic>
                        <p:nvPicPr>
                          <p:cNvPr id="0" name="图片 48312"/>
                          <p:cNvPicPr>
                            <a:picLocks noChangeAspect="1" noChangeArrowheads="1"/>
                          </p:cNvPicPr>
                          <p:nvPr/>
                        </p:nvPicPr>
                        <p:blipFill>
                          <a:blip r:embed="rId20"/>
                          <a:srcRect/>
                          <a:stretch>
                            <a:fillRect/>
                          </a:stretch>
                        </p:blipFill>
                        <p:spPr bwMode="auto">
                          <a:xfrm>
                            <a:off x="2969" y="3062"/>
                            <a:ext cx="147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9" name="Text Box 51"/>
              <p:cNvSpPr txBox="1">
                <a:spLocks noChangeArrowheads="1"/>
              </p:cNvSpPr>
              <p:nvPr/>
            </p:nvSpPr>
            <p:spPr bwMode="auto">
              <a:xfrm>
                <a:off x="576" y="3456"/>
                <a:ext cx="4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rPr>
                  <a:t>输入、输出端口的电压</a:t>
                </a:r>
                <a:r>
                  <a:rPr lang="en-US" altLang="zh-CN" sz="2000">
                    <a:latin typeface="宋体" panose="02010600030101010101" pitchFamily="2" charset="-122"/>
                  </a:rPr>
                  <a:t>(</a:t>
                </a:r>
                <a:r>
                  <a:rPr lang="zh-CN" altLang="en-US" sz="2000">
                    <a:latin typeface="宋体" panose="02010600030101010101" pitchFamily="2" charset="-122"/>
                  </a:rPr>
                  <a:t>电流</a:t>
                </a:r>
                <a:r>
                  <a:rPr lang="en-US" altLang="zh-CN" sz="2000">
                    <a:latin typeface="宋体" panose="02010600030101010101" pitchFamily="2" charset="-122"/>
                  </a:rPr>
                  <a:t>)</a:t>
                </a:r>
                <a:r>
                  <a:rPr lang="zh-CN" altLang="en-US" sz="2000">
                    <a:latin typeface="宋体" panose="02010600030101010101" pitchFamily="2" charset="-122"/>
                  </a:rPr>
                  <a:t>大小比的自然对数称</a:t>
                </a:r>
                <a:r>
                  <a:rPr lang="zh-CN" altLang="en-US" sz="2000">
                    <a:solidFill>
                      <a:schemeClr val="hlink"/>
                    </a:solidFill>
                    <a:latin typeface="Times New Roman" panose="02020603050405020304" pitchFamily="18" charset="0"/>
                    <a:ea typeface="黑体" panose="02010609060101010101" pitchFamily="2" charset="-122"/>
                  </a:rPr>
                  <a:t>衰减系数</a:t>
                </a:r>
              </a:p>
            </p:txBody>
          </p:sp>
          <p:sp>
            <p:nvSpPr>
              <p:cNvPr id="31760" name="Text Box 52"/>
              <p:cNvSpPr txBox="1">
                <a:spLocks noChangeArrowheads="1"/>
              </p:cNvSpPr>
              <p:nvPr/>
            </p:nvSpPr>
            <p:spPr bwMode="auto">
              <a:xfrm>
                <a:off x="576" y="3840"/>
                <a:ext cx="4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rPr>
                  <a:t>输入电压</a:t>
                </a:r>
                <a:r>
                  <a:rPr lang="en-US" altLang="zh-CN" sz="2000">
                    <a:latin typeface="宋体" panose="02010600030101010101" pitchFamily="2" charset="-122"/>
                  </a:rPr>
                  <a:t>(</a:t>
                </a:r>
                <a:r>
                  <a:rPr lang="zh-CN" altLang="en-US" sz="2000">
                    <a:latin typeface="宋体" panose="02010600030101010101" pitchFamily="2" charset="-122"/>
                  </a:rPr>
                  <a:t>电流</a:t>
                </a:r>
                <a:r>
                  <a:rPr lang="en-US" altLang="zh-CN" sz="2000">
                    <a:latin typeface="宋体" panose="02010600030101010101" pitchFamily="2" charset="-122"/>
                  </a:rPr>
                  <a:t>)</a:t>
                </a:r>
                <a:r>
                  <a:rPr lang="zh-CN" altLang="en-US" sz="2000">
                    <a:latin typeface="宋体" panose="02010600030101010101" pitchFamily="2" charset="-122"/>
                  </a:rPr>
                  <a:t>越前于输出电压</a:t>
                </a:r>
                <a:r>
                  <a:rPr lang="en-US" altLang="zh-CN" sz="2000">
                    <a:latin typeface="宋体" panose="02010600030101010101" pitchFamily="2" charset="-122"/>
                  </a:rPr>
                  <a:t>(</a:t>
                </a:r>
                <a:r>
                  <a:rPr lang="zh-CN" altLang="en-US" sz="2000">
                    <a:latin typeface="宋体" panose="02010600030101010101" pitchFamily="2" charset="-122"/>
                  </a:rPr>
                  <a:t>电流</a:t>
                </a:r>
                <a:r>
                  <a:rPr lang="en-US" altLang="zh-CN" sz="2000">
                    <a:latin typeface="宋体" panose="02010600030101010101" pitchFamily="2" charset="-122"/>
                  </a:rPr>
                  <a:t>)</a:t>
                </a:r>
                <a:r>
                  <a:rPr lang="zh-CN" altLang="en-US" sz="2000">
                    <a:latin typeface="宋体" panose="02010600030101010101" pitchFamily="2" charset="-122"/>
                  </a:rPr>
                  <a:t>的相位差称</a:t>
                </a:r>
                <a:r>
                  <a:rPr lang="zh-CN" altLang="en-US" sz="2000">
                    <a:solidFill>
                      <a:schemeClr val="hlink"/>
                    </a:solidFill>
                    <a:latin typeface="Times New Roman" panose="02020603050405020304" pitchFamily="18" charset="0"/>
                    <a:ea typeface="黑体" panose="02010609060101010101" pitchFamily="2" charset="-122"/>
                  </a:rPr>
                  <a:t>相位系数</a:t>
                </a:r>
              </a:p>
            </p:txBody>
          </p:sp>
          <p:graphicFrame>
            <p:nvGraphicFramePr>
              <p:cNvPr id="31761" name="Object 53"/>
              <p:cNvGraphicFramePr>
                <a:graphicFrameLocks noChangeAspect="1"/>
              </p:cNvGraphicFramePr>
              <p:nvPr/>
            </p:nvGraphicFramePr>
            <p:xfrm>
              <a:off x="456" y="3498"/>
              <a:ext cx="192" cy="180"/>
            </p:xfrm>
            <a:graphic>
              <a:graphicData uri="http://schemas.openxmlformats.org/presentationml/2006/ole">
                <mc:AlternateContent xmlns:mc="http://schemas.openxmlformats.org/markup-compatibility/2006">
                  <mc:Choice xmlns:v="urn:schemas-microsoft-com:vml" Requires="v">
                    <p:oleObj spid="_x0000_s48327" r:id="rId21" imgW="177800" imgH="165100" progId="Equation.3">
                      <p:embed/>
                    </p:oleObj>
                  </mc:Choice>
                  <mc:Fallback>
                    <p:oleObj r:id="rId21" imgW="177800" imgH="165100" progId="Equation.3">
                      <p:embed/>
                      <p:pic>
                        <p:nvPicPr>
                          <p:cNvPr id="0" name="图片 483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6" y="3498"/>
                            <a:ext cx="19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62" name="Object 54"/>
              <p:cNvGraphicFramePr>
                <a:graphicFrameLocks noChangeAspect="1"/>
              </p:cNvGraphicFramePr>
              <p:nvPr/>
            </p:nvGraphicFramePr>
            <p:xfrm>
              <a:off x="462" y="3867"/>
              <a:ext cx="168" cy="207"/>
            </p:xfrm>
            <a:graphic>
              <a:graphicData uri="http://schemas.openxmlformats.org/presentationml/2006/ole">
                <mc:AlternateContent xmlns:mc="http://schemas.openxmlformats.org/markup-compatibility/2006">
                  <mc:Choice xmlns:v="urn:schemas-microsoft-com:vml" Requires="v">
                    <p:oleObj spid="_x0000_s48328" r:id="rId23" imgW="190500" imgH="241300" progId="Equation.3">
                      <p:embed/>
                    </p:oleObj>
                  </mc:Choice>
                  <mc:Fallback>
                    <p:oleObj r:id="rId23" imgW="190500" imgH="241300" progId="Equation.3">
                      <p:embed/>
                      <p:pic>
                        <p:nvPicPr>
                          <p:cNvPr id="0" name="图片 483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2" y="3867"/>
                            <a:ext cx="16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1755" name="AutoShape 72"/>
            <p:cNvSpPr>
              <a:spLocks noChangeArrowheads="1"/>
            </p:cNvSpPr>
            <p:nvPr/>
          </p:nvSpPr>
          <p:spPr bwMode="auto">
            <a:xfrm>
              <a:off x="663" y="2848"/>
              <a:ext cx="624" cy="192"/>
            </a:xfrm>
            <a:prstGeom prst="rightArrow">
              <a:avLst>
                <a:gd name="adj1" fmla="val 50000"/>
                <a:gd name="adj2" fmla="val 8125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8558"/>
                                        </p:tgtEl>
                                        <p:attrNameLst>
                                          <p:attrName>style.visibility</p:attrName>
                                        </p:attrNameLst>
                                      </p:cBhvr>
                                      <p:to>
                                        <p:strVal val="visible"/>
                                      </p:to>
                                    </p:set>
                                    <p:anim calcmode="lin" valueType="num">
                                      <p:cBhvr additive="base">
                                        <p:cTn id="7" dur="500" fill="hold"/>
                                        <p:tgtEl>
                                          <p:spTgt spid="148558"/>
                                        </p:tgtEl>
                                        <p:attrNameLst>
                                          <p:attrName>ppt_x</p:attrName>
                                        </p:attrNameLst>
                                      </p:cBhvr>
                                      <p:tavLst>
                                        <p:tav tm="0">
                                          <p:val>
                                            <p:strVal val="0-#ppt_w/2"/>
                                          </p:val>
                                        </p:tav>
                                        <p:tav tm="100000">
                                          <p:val>
                                            <p:strVal val="#ppt_x"/>
                                          </p:val>
                                        </p:tav>
                                      </p:tavLst>
                                    </p:anim>
                                    <p:anim calcmode="lin" valueType="num">
                                      <p:cBhvr additive="base">
                                        <p:cTn id="8" dur="500" fill="hold"/>
                                        <p:tgtEl>
                                          <p:spTgt spid="1485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2" fill="hold" nodeType="clickEffect">
                                  <p:stCondLst>
                                    <p:cond delay="0"/>
                                  </p:stCondLst>
                                  <p:childTnLst>
                                    <p:set>
                                      <p:cBhvr>
                                        <p:cTn id="12" dur="1" fill="hold">
                                          <p:stCondLst>
                                            <p:cond delay="0"/>
                                          </p:stCondLst>
                                        </p:cTn>
                                        <p:tgtEl>
                                          <p:spTgt spid="148544"/>
                                        </p:tgtEl>
                                        <p:attrNameLst>
                                          <p:attrName>style.visibility</p:attrName>
                                        </p:attrNameLst>
                                      </p:cBhvr>
                                      <p:to>
                                        <p:strVal val="visible"/>
                                      </p:to>
                                    </p:set>
                                    <p:anim calcmode="lin" valueType="num">
                                      <p:cBhvr>
                                        <p:cTn id="13" dur="500" fill="hold"/>
                                        <p:tgtEl>
                                          <p:spTgt spid="148544"/>
                                        </p:tgtEl>
                                        <p:attrNameLst>
                                          <p:attrName>ppt_x</p:attrName>
                                        </p:attrNameLst>
                                      </p:cBhvr>
                                      <p:tavLst>
                                        <p:tav tm="0">
                                          <p:val>
                                            <p:strVal val="#ppt_x+#ppt_w/2"/>
                                          </p:val>
                                        </p:tav>
                                        <p:tav tm="100000">
                                          <p:val>
                                            <p:strVal val="#ppt_x"/>
                                          </p:val>
                                        </p:tav>
                                      </p:tavLst>
                                    </p:anim>
                                    <p:anim calcmode="lin" valueType="num">
                                      <p:cBhvr>
                                        <p:cTn id="14" dur="500" fill="hold"/>
                                        <p:tgtEl>
                                          <p:spTgt spid="148544"/>
                                        </p:tgtEl>
                                        <p:attrNameLst>
                                          <p:attrName>ppt_y</p:attrName>
                                        </p:attrNameLst>
                                      </p:cBhvr>
                                      <p:tavLst>
                                        <p:tav tm="0">
                                          <p:val>
                                            <p:strVal val="#ppt_y"/>
                                          </p:val>
                                        </p:tav>
                                        <p:tav tm="100000">
                                          <p:val>
                                            <p:strVal val="#ppt_y"/>
                                          </p:val>
                                        </p:tav>
                                      </p:tavLst>
                                    </p:anim>
                                    <p:anim calcmode="lin" valueType="num">
                                      <p:cBhvr>
                                        <p:cTn id="15" dur="500" fill="hold"/>
                                        <p:tgtEl>
                                          <p:spTgt spid="148544"/>
                                        </p:tgtEl>
                                        <p:attrNameLst>
                                          <p:attrName>ppt_w</p:attrName>
                                        </p:attrNameLst>
                                      </p:cBhvr>
                                      <p:tavLst>
                                        <p:tav tm="0">
                                          <p:val>
                                            <p:fltVal val="0"/>
                                          </p:val>
                                        </p:tav>
                                        <p:tav tm="100000">
                                          <p:val>
                                            <p:strVal val="#ppt_w"/>
                                          </p:val>
                                        </p:tav>
                                      </p:tavLst>
                                    </p:anim>
                                    <p:anim calcmode="lin" valueType="num">
                                      <p:cBhvr>
                                        <p:cTn id="16" dur="500" fill="hold"/>
                                        <p:tgtEl>
                                          <p:spTgt spid="148544"/>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48553"/>
                                        </p:tgtEl>
                                        <p:attrNameLst>
                                          <p:attrName>style.visibility</p:attrName>
                                        </p:attrNameLst>
                                      </p:cBhvr>
                                      <p:to>
                                        <p:strVal val="visible"/>
                                      </p:to>
                                    </p:set>
                                    <p:anim calcmode="lin" valueType="num">
                                      <p:cBhvr additive="base">
                                        <p:cTn id="21" dur="500" fill="hold"/>
                                        <p:tgtEl>
                                          <p:spTgt spid="148553"/>
                                        </p:tgtEl>
                                        <p:attrNameLst>
                                          <p:attrName>ppt_x</p:attrName>
                                        </p:attrNameLst>
                                      </p:cBhvr>
                                      <p:tavLst>
                                        <p:tav tm="0">
                                          <p:val>
                                            <p:strVal val="0-#ppt_w/2"/>
                                          </p:val>
                                        </p:tav>
                                        <p:tav tm="100000">
                                          <p:val>
                                            <p:strVal val="#ppt_x"/>
                                          </p:val>
                                        </p:tav>
                                      </p:tavLst>
                                    </p:anim>
                                    <p:anim calcmode="lin" valueType="num">
                                      <p:cBhvr additive="base">
                                        <p:cTn id="22" dur="500" fill="hold"/>
                                        <p:tgtEl>
                                          <p:spTgt spid="14855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48554"/>
                                        </p:tgtEl>
                                        <p:attrNameLst>
                                          <p:attrName>style.visibility</p:attrName>
                                        </p:attrNameLst>
                                      </p:cBhvr>
                                      <p:to>
                                        <p:strVal val="visible"/>
                                      </p:to>
                                    </p:set>
                                    <p:anim calcmode="lin" valueType="num">
                                      <p:cBhvr additive="base">
                                        <p:cTn id="27" dur="500" fill="hold"/>
                                        <p:tgtEl>
                                          <p:spTgt spid="148554"/>
                                        </p:tgtEl>
                                        <p:attrNameLst>
                                          <p:attrName>ppt_x</p:attrName>
                                        </p:attrNameLst>
                                      </p:cBhvr>
                                      <p:tavLst>
                                        <p:tav tm="0">
                                          <p:val>
                                            <p:strVal val="0-#ppt_w/2"/>
                                          </p:val>
                                        </p:tav>
                                        <p:tav tm="100000">
                                          <p:val>
                                            <p:strVal val="#ppt_x"/>
                                          </p:val>
                                        </p:tav>
                                      </p:tavLst>
                                    </p:anim>
                                    <p:anim calcmode="lin" valueType="num">
                                      <p:cBhvr additive="base">
                                        <p:cTn id="28" dur="500" fill="hold"/>
                                        <p:tgtEl>
                                          <p:spTgt spid="14855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148555"/>
                                        </p:tgtEl>
                                        <p:attrNameLst>
                                          <p:attrName>style.visibility</p:attrName>
                                        </p:attrNameLst>
                                      </p:cBhvr>
                                      <p:to>
                                        <p:strVal val="visible"/>
                                      </p:to>
                                    </p:set>
                                    <p:animEffect transition="in" filter="checkerboard(across)">
                                      <p:cBhvr>
                                        <p:cTn id="33" dur="500"/>
                                        <p:tgtEl>
                                          <p:spTgt spid="148555"/>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48560"/>
                                        </p:tgtEl>
                                        <p:attrNameLst>
                                          <p:attrName>style.visibility</p:attrName>
                                        </p:attrNameLst>
                                      </p:cBhvr>
                                      <p:to>
                                        <p:strVal val="visible"/>
                                      </p:to>
                                    </p:set>
                                    <p:anim calcmode="lin" valueType="num">
                                      <p:cBhvr additive="base">
                                        <p:cTn id="38" dur="500" fill="hold"/>
                                        <p:tgtEl>
                                          <p:spTgt spid="148560"/>
                                        </p:tgtEl>
                                        <p:attrNameLst>
                                          <p:attrName>ppt_x</p:attrName>
                                        </p:attrNameLst>
                                      </p:cBhvr>
                                      <p:tavLst>
                                        <p:tav tm="0">
                                          <p:val>
                                            <p:strVal val="#ppt_x"/>
                                          </p:val>
                                        </p:tav>
                                        <p:tav tm="100000">
                                          <p:val>
                                            <p:strVal val="#ppt_x"/>
                                          </p:val>
                                        </p:tav>
                                      </p:tavLst>
                                    </p:anim>
                                    <p:anim calcmode="lin" valueType="num">
                                      <p:cBhvr additive="base">
                                        <p:cTn id="39" dur="500" fill="hold"/>
                                        <p:tgtEl>
                                          <p:spTgt spid="148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600" name="Group 96"/>
          <p:cNvGrpSpPr/>
          <p:nvPr/>
        </p:nvGrpSpPr>
        <p:grpSpPr bwMode="auto">
          <a:xfrm>
            <a:off x="323850" y="549275"/>
            <a:ext cx="5834063" cy="420688"/>
            <a:chOff x="192" y="561"/>
            <a:chExt cx="3675" cy="265"/>
          </a:xfrm>
        </p:grpSpPr>
        <p:graphicFrame>
          <p:nvGraphicFramePr>
            <p:cNvPr id="32792" name="Object 53"/>
            <p:cNvGraphicFramePr>
              <a:graphicFrameLocks noChangeAspect="1"/>
            </p:cNvGraphicFramePr>
            <p:nvPr/>
          </p:nvGraphicFramePr>
          <p:xfrm>
            <a:off x="2137" y="603"/>
            <a:ext cx="994" cy="219"/>
          </p:xfrm>
          <a:graphic>
            <a:graphicData uri="http://schemas.openxmlformats.org/presentationml/2006/ole">
              <mc:AlternateContent xmlns:mc="http://schemas.openxmlformats.org/markup-compatibility/2006">
                <mc:Choice xmlns:v="urn:schemas-microsoft-com:vml" Requires="v">
                  <p:oleObj spid="_x0000_s46380" name="Equation" r:id="rId3" imgW="26822400" imgH="5486400" progId="Equation.DSMT4">
                    <p:embed/>
                  </p:oleObj>
                </mc:Choice>
                <mc:Fallback>
                  <p:oleObj name="Equation" r:id="rId3" imgW="26822400" imgH="5486400" progId="Equation.DSMT4">
                    <p:embed/>
                    <p:pic>
                      <p:nvPicPr>
                        <p:cNvPr id="0" name="图片 46365"/>
                        <p:cNvPicPr>
                          <a:picLocks noChangeAspect="1" noChangeArrowheads="1"/>
                        </p:cNvPicPr>
                        <p:nvPr/>
                      </p:nvPicPr>
                      <p:blipFill>
                        <a:blip r:embed="rId4"/>
                        <a:srcRect/>
                        <a:stretch>
                          <a:fillRect/>
                        </a:stretch>
                      </p:blipFill>
                      <p:spPr bwMode="auto">
                        <a:xfrm>
                          <a:off x="2137" y="603"/>
                          <a:ext cx="99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93" name="Object 55"/>
            <p:cNvGraphicFramePr>
              <a:graphicFrameLocks noChangeAspect="1"/>
            </p:cNvGraphicFramePr>
            <p:nvPr/>
          </p:nvGraphicFramePr>
          <p:xfrm>
            <a:off x="3321" y="586"/>
            <a:ext cx="546" cy="230"/>
          </p:xfrm>
          <a:graphic>
            <a:graphicData uri="http://schemas.openxmlformats.org/presentationml/2006/ole">
              <mc:AlternateContent xmlns:mc="http://schemas.openxmlformats.org/markup-compatibility/2006">
                <mc:Choice xmlns:v="urn:schemas-microsoft-com:vml" Requires="v">
                  <p:oleObj spid="_x0000_s46381" name="Equation" r:id="rId5" imgW="13716000" imgH="5486400" progId="Equation.DSMT4">
                    <p:embed/>
                  </p:oleObj>
                </mc:Choice>
                <mc:Fallback>
                  <p:oleObj name="Equation" r:id="rId5" imgW="13716000" imgH="5486400" progId="Equation.DSMT4">
                    <p:embed/>
                    <p:pic>
                      <p:nvPicPr>
                        <p:cNvPr id="0" name="图片 46366"/>
                        <p:cNvPicPr>
                          <a:picLocks noChangeAspect="1" noChangeArrowheads="1"/>
                        </p:cNvPicPr>
                        <p:nvPr/>
                      </p:nvPicPr>
                      <p:blipFill>
                        <a:blip r:embed="rId6"/>
                        <a:srcRect/>
                        <a:stretch>
                          <a:fillRect/>
                        </a:stretch>
                      </p:blipFill>
                      <p:spPr bwMode="auto">
                        <a:xfrm>
                          <a:off x="3321" y="586"/>
                          <a:ext cx="54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94" name="Rectangle 70"/>
            <p:cNvSpPr>
              <a:spLocks noChangeArrowheads="1"/>
            </p:cNvSpPr>
            <p:nvPr/>
          </p:nvSpPr>
          <p:spPr bwMode="auto">
            <a:xfrm>
              <a:off x="192" y="561"/>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chemeClr val="hlink"/>
                  </a:solidFill>
                  <a:latin typeface="宋体" panose="02010600030101010101" pitchFamily="2" charset="-122"/>
                </a:rPr>
                <a:t>对称二端口</a:t>
              </a:r>
            </a:p>
          </p:txBody>
        </p:sp>
        <p:sp>
          <p:nvSpPr>
            <p:cNvPr id="32795" name="Text Box 71"/>
            <p:cNvSpPr txBox="1">
              <a:spLocks noChangeArrowheads="1"/>
            </p:cNvSpPr>
            <p:nvPr/>
          </p:nvSpPr>
          <p:spPr bwMode="auto">
            <a:xfrm>
              <a:off x="1122" y="576"/>
              <a:ext cx="12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宋体" panose="02010600030101010101" pitchFamily="2" charset="-122"/>
                </a:rPr>
                <a:t>传输参数满足</a:t>
              </a:r>
            </a:p>
          </p:txBody>
        </p:sp>
      </p:grpSp>
      <p:grpSp>
        <p:nvGrpSpPr>
          <p:cNvPr id="149602" name="Group 98"/>
          <p:cNvGrpSpPr/>
          <p:nvPr/>
        </p:nvGrpSpPr>
        <p:grpSpPr bwMode="auto">
          <a:xfrm>
            <a:off x="623888" y="1768476"/>
            <a:ext cx="7743826" cy="2263776"/>
            <a:chOff x="393" y="1114"/>
            <a:chExt cx="4878" cy="1426"/>
          </a:xfrm>
        </p:grpSpPr>
        <p:graphicFrame>
          <p:nvGraphicFramePr>
            <p:cNvPr id="32787" name="Object 74"/>
            <p:cNvGraphicFramePr>
              <a:graphicFrameLocks noChangeAspect="1"/>
            </p:cNvGraphicFramePr>
            <p:nvPr/>
          </p:nvGraphicFramePr>
          <p:xfrm>
            <a:off x="393" y="1114"/>
            <a:ext cx="4878" cy="499"/>
          </p:xfrm>
          <a:graphic>
            <a:graphicData uri="http://schemas.openxmlformats.org/presentationml/2006/ole">
              <mc:AlternateContent xmlns:mc="http://schemas.openxmlformats.org/markup-compatibility/2006">
                <mc:Choice xmlns:v="urn:schemas-microsoft-com:vml" Requires="v">
                  <p:oleObj spid="_x0000_s46382" name="Equation" r:id="rId7" imgW="123444000" imgH="12192000" progId="Equation.DSMT4">
                    <p:embed/>
                  </p:oleObj>
                </mc:Choice>
                <mc:Fallback>
                  <p:oleObj name="Equation" r:id="rId7" imgW="123444000" imgH="12192000" progId="Equation.DSMT4">
                    <p:embed/>
                    <p:pic>
                      <p:nvPicPr>
                        <p:cNvPr id="0" name="图片 46367"/>
                        <p:cNvPicPr>
                          <a:picLocks noChangeAspect="1" noChangeArrowheads="1"/>
                        </p:cNvPicPr>
                        <p:nvPr/>
                      </p:nvPicPr>
                      <p:blipFill>
                        <a:blip r:embed="rId8"/>
                        <a:srcRect/>
                        <a:stretch>
                          <a:fillRect/>
                        </a:stretch>
                      </p:blipFill>
                      <p:spPr bwMode="auto">
                        <a:xfrm>
                          <a:off x="393" y="1114"/>
                          <a:ext cx="4878"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88" name="Object 75"/>
            <p:cNvGraphicFramePr>
              <a:graphicFrameLocks noChangeAspect="1"/>
            </p:cNvGraphicFramePr>
            <p:nvPr/>
          </p:nvGraphicFramePr>
          <p:xfrm>
            <a:off x="944" y="1713"/>
            <a:ext cx="1377" cy="383"/>
          </p:xfrm>
          <a:graphic>
            <a:graphicData uri="http://schemas.openxmlformats.org/presentationml/2006/ole">
              <mc:AlternateContent xmlns:mc="http://schemas.openxmlformats.org/markup-compatibility/2006">
                <mc:Choice xmlns:v="urn:schemas-microsoft-com:vml" Requires="v">
                  <p:oleObj spid="_x0000_s46383" name="Equation" r:id="rId9" imgW="35356800" imgH="9448800" progId="Equation.DSMT4">
                    <p:embed/>
                  </p:oleObj>
                </mc:Choice>
                <mc:Fallback>
                  <p:oleObj name="Equation" r:id="rId9" imgW="35356800" imgH="9448800" progId="Equation.DSMT4">
                    <p:embed/>
                    <p:pic>
                      <p:nvPicPr>
                        <p:cNvPr id="0" name="图片 46368"/>
                        <p:cNvPicPr>
                          <a:picLocks noChangeAspect="1" noChangeArrowheads="1"/>
                        </p:cNvPicPr>
                        <p:nvPr/>
                      </p:nvPicPr>
                      <p:blipFill>
                        <a:blip r:embed="rId10"/>
                        <a:srcRect/>
                        <a:stretch>
                          <a:fillRect/>
                        </a:stretch>
                      </p:blipFill>
                      <p:spPr bwMode="auto">
                        <a:xfrm>
                          <a:off x="944" y="1713"/>
                          <a:ext cx="1377"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89" name="Object 76"/>
            <p:cNvGraphicFramePr>
              <a:graphicFrameLocks noChangeAspect="1"/>
            </p:cNvGraphicFramePr>
            <p:nvPr/>
          </p:nvGraphicFramePr>
          <p:xfrm>
            <a:off x="2960" y="1680"/>
            <a:ext cx="1808" cy="419"/>
          </p:xfrm>
          <a:graphic>
            <a:graphicData uri="http://schemas.openxmlformats.org/presentationml/2006/ole">
              <mc:AlternateContent xmlns:mc="http://schemas.openxmlformats.org/markup-compatibility/2006">
                <mc:Choice xmlns:v="urn:schemas-microsoft-com:vml" Requires="v">
                  <p:oleObj spid="_x0000_s46384" name="Equation" r:id="rId11" imgW="42367200" imgH="9448800" progId="Equation.DSMT4">
                    <p:embed/>
                  </p:oleObj>
                </mc:Choice>
                <mc:Fallback>
                  <p:oleObj name="Equation" r:id="rId11" imgW="42367200" imgH="9448800" progId="Equation.DSMT4">
                    <p:embed/>
                    <p:pic>
                      <p:nvPicPr>
                        <p:cNvPr id="0" name="图片 46369"/>
                        <p:cNvPicPr>
                          <a:picLocks noChangeAspect="1" noChangeArrowheads="1"/>
                        </p:cNvPicPr>
                        <p:nvPr/>
                      </p:nvPicPr>
                      <p:blipFill>
                        <a:blip r:embed="rId12"/>
                        <a:srcRect/>
                        <a:stretch>
                          <a:fillRect/>
                        </a:stretch>
                      </p:blipFill>
                      <p:spPr bwMode="auto">
                        <a:xfrm>
                          <a:off x="2960" y="1680"/>
                          <a:ext cx="1808"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90" name="Object 77"/>
            <p:cNvGraphicFramePr>
              <a:graphicFrameLocks noChangeAspect="1"/>
            </p:cNvGraphicFramePr>
            <p:nvPr/>
          </p:nvGraphicFramePr>
          <p:xfrm>
            <a:off x="913" y="2214"/>
            <a:ext cx="1917" cy="273"/>
          </p:xfrm>
          <a:graphic>
            <a:graphicData uri="http://schemas.openxmlformats.org/presentationml/2006/ole">
              <mc:AlternateContent xmlns:mc="http://schemas.openxmlformats.org/markup-compatibility/2006">
                <mc:Choice xmlns:v="urn:schemas-microsoft-com:vml" Requires="v">
                  <p:oleObj spid="_x0000_s46385" name="Equation" r:id="rId13" imgW="48158400" imgH="6400800" progId="Equation.DSMT4">
                    <p:embed/>
                  </p:oleObj>
                </mc:Choice>
                <mc:Fallback>
                  <p:oleObj name="Equation" r:id="rId13" imgW="48158400" imgH="6400800" progId="Equation.DSMT4">
                    <p:embed/>
                    <p:pic>
                      <p:nvPicPr>
                        <p:cNvPr id="0" name="图片 46370"/>
                        <p:cNvPicPr>
                          <a:picLocks noChangeAspect="1" noChangeArrowheads="1"/>
                        </p:cNvPicPr>
                        <p:nvPr/>
                      </p:nvPicPr>
                      <p:blipFill>
                        <a:blip r:embed="rId14"/>
                        <a:srcRect/>
                        <a:stretch>
                          <a:fillRect/>
                        </a:stretch>
                      </p:blipFill>
                      <p:spPr bwMode="auto">
                        <a:xfrm>
                          <a:off x="913" y="2214"/>
                          <a:ext cx="191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91" name="Object 78"/>
            <p:cNvGraphicFramePr>
              <a:graphicFrameLocks noChangeAspect="1"/>
            </p:cNvGraphicFramePr>
            <p:nvPr/>
          </p:nvGraphicFramePr>
          <p:xfrm>
            <a:off x="3206" y="2075"/>
            <a:ext cx="1268" cy="465"/>
          </p:xfrm>
          <a:graphic>
            <a:graphicData uri="http://schemas.openxmlformats.org/presentationml/2006/ole">
              <mc:AlternateContent xmlns:mc="http://schemas.openxmlformats.org/markup-compatibility/2006">
                <mc:Choice xmlns:v="urn:schemas-microsoft-com:vml" Requires="v">
                  <p:oleObj spid="_x0000_s46386" name="Equation" r:id="rId15" imgW="34137600" imgH="12192000" progId="Equation.DSMT4">
                    <p:embed/>
                  </p:oleObj>
                </mc:Choice>
                <mc:Fallback>
                  <p:oleObj name="Equation" r:id="rId15" imgW="34137600" imgH="12192000" progId="Equation.DSMT4">
                    <p:embed/>
                    <p:pic>
                      <p:nvPicPr>
                        <p:cNvPr id="0" name="图片 46371"/>
                        <p:cNvPicPr>
                          <a:picLocks noChangeAspect="1" noChangeArrowheads="1"/>
                        </p:cNvPicPr>
                        <p:nvPr/>
                      </p:nvPicPr>
                      <p:blipFill>
                        <a:blip r:embed="rId16"/>
                        <a:srcRect/>
                        <a:stretch>
                          <a:fillRect/>
                        </a:stretch>
                      </p:blipFill>
                      <p:spPr bwMode="auto">
                        <a:xfrm>
                          <a:off x="3206" y="2075"/>
                          <a:ext cx="126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9615" name="Group 111"/>
          <p:cNvGrpSpPr/>
          <p:nvPr/>
        </p:nvGrpSpPr>
        <p:grpSpPr bwMode="auto">
          <a:xfrm>
            <a:off x="539750" y="1174750"/>
            <a:ext cx="4191000" cy="419100"/>
            <a:chOff x="340" y="740"/>
            <a:chExt cx="2640" cy="264"/>
          </a:xfrm>
        </p:grpSpPr>
        <p:sp>
          <p:nvSpPr>
            <p:cNvPr id="32785" name="Rectangle 79"/>
            <p:cNvSpPr>
              <a:spLocks noChangeArrowheads="1"/>
            </p:cNvSpPr>
            <p:nvPr/>
          </p:nvSpPr>
          <p:spPr bwMode="auto">
            <a:xfrm>
              <a:off x="340" y="754"/>
              <a:ext cx="2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000">
                  <a:latin typeface="Times New Roman" panose="02020603050405020304" pitchFamily="18" charset="0"/>
                </a:rPr>
                <a:t>此时</a:t>
              </a:r>
              <a:r>
                <a:rPr lang="zh-CN" altLang="en-US" sz="2000">
                  <a:latin typeface="宋体" panose="02010600030101010101" pitchFamily="2" charset="-122"/>
                </a:rPr>
                <a:t>由式              得</a:t>
              </a:r>
              <a:r>
                <a:rPr lang="en-US" altLang="zh-CN" sz="2000">
                  <a:latin typeface="宋体" panose="02010600030101010101" pitchFamily="2" charset="-122"/>
                </a:rPr>
                <a:t>:</a:t>
              </a:r>
            </a:p>
          </p:txBody>
        </p:sp>
        <p:graphicFrame>
          <p:nvGraphicFramePr>
            <p:cNvPr id="32786" name="Object 95"/>
            <p:cNvGraphicFramePr>
              <a:graphicFrameLocks noChangeAspect="1"/>
            </p:cNvGraphicFramePr>
            <p:nvPr/>
          </p:nvGraphicFramePr>
          <p:xfrm>
            <a:off x="1071" y="740"/>
            <a:ext cx="976" cy="257"/>
          </p:xfrm>
          <a:graphic>
            <a:graphicData uri="http://schemas.openxmlformats.org/presentationml/2006/ole">
              <mc:AlternateContent xmlns:mc="http://schemas.openxmlformats.org/markup-compatibility/2006">
                <mc:Choice xmlns:v="urn:schemas-microsoft-com:vml" Requires="v">
                  <p:oleObj spid="_x0000_s46387" name="Equation" r:id="rId17" imgW="25908000" imgH="6400800" progId="Equation.DSMT4">
                    <p:embed/>
                  </p:oleObj>
                </mc:Choice>
                <mc:Fallback>
                  <p:oleObj name="Equation" r:id="rId17" imgW="25908000" imgH="6400800" progId="Equation.DSMT4">
                    <p:embed/>
                    <p:pic>
                      <p:nvPicPr>
                        <p:cNvPr id="0" name="图片 46372"/>
                        <p:cNvPicPr>
                          <a:picLocks noChangeAspect="1" noChangeArrowheads="1"/>
                        </p:cNvPicPr>
                        <p:nvPr/>
                      </p:nvPicPr>
                      <p:blipFill>
                        <a:blip r:embed="rId18"/>
                        <a:srcRect/>
                        <a:stretch>
                          <a:fillRect/>
                        </a:stretch>
                      </p:blipFill>
                      <p:spPr bwMode="auto">
                        <a:xfrm>
                          <a:off x="1071" y="740"/>
                          <a:ext cx="97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9608" name="Group 104"/>
          <p:cNvGrpSpPr/>
          <p:nvPr/>
        </p:nvGrpSpPr>
        <p:grpSpPr bwMode="auto">
          <a:xfrm>
            <a:off x="0" y="4162425"/>
            <a:ext cx="6756400" cy="958850"/>
            <a:chOff x="0" y="2622"/>
            <a:chExt cx="4256" cy="604"/>
          </a:xfrm>
        </p:grpSpPr>
        <p:sp>
          <p:nvSpPr>
            <p:cNvPr id="32781" name="Rectangle 83"/>
            <p:cNvSpPr>
              <a:spLocks noChangeArrowheads="1"/>
            </p:cNvSpPr>
            <p:nvPr/>
          </p:nvSpPr>
          <p:spPr bwMode="auto">
            <a:xfrm>
              <a:off x="0" y="2784"/>
              <a:ext cx="26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将以上参数代入二端口的传输参数方程</a:t>
              </a:r>
            </a:p>
          </p:txBody>
        </p:sp>
        <p:graphicFrame>
          <p:nvGraphicFramePr>
            <p:cNvPr id="32782" name="Object 99"/>
            <p:cNvGraphicFramePr>
              <a:graphicFrameLocks noChangeAspect="1"/>
            </p:cNvGraphicFramePr>
            <p:nvPr/>
          </p:nvGraphicFramePr>
          <p:xfrm>
            <a:off x="2827" y="2622"/>
            <a:ext cx="1429" cy="278"/>
          </p:xfrm>
          <a:graphic>
            <a:graphicData uri="http://schemas.openxmlformats.org/presentationml/2006/ole">
              <mc:AlternateContent xmlns:mc="http://schemas.openxmlformats.org/markup-compatibility/2006">
                <mc:Choice xmlns:v="urn:schemas-microsoft-com:vml" Requires="v">
                  <p:oleObj spid="_x0000_s46388" name="Equation" r:id="rId19" imgW="32004000" imgH="5791200" progId="Equation.DSMT4">
                    <p:embed/>
                  </p:oleObj>
                </mc:Choice>
                <mc:Fallback>
                  <p:oleObj name="Equation" r:id="rId19" imgW="32004000" imgH="5791200" progId="Equation.DSMT4">
                    <p:embed/>
                    <p:pic>
                      <p:nvPicPr>
                        <p:cNvPr id="0" name="图片 46373"/>
                        <p:cNvPicPr>
                          <a:picLocks noChangeAspect="1" noChangeArrowheads="1"/>
                        </p:cNvPicPr>
                        <p:nvPr/>
                      </p:nvPicPr>
                      <p:blipFill>
                        <a:blip r:embed="rId20"/>
                        <a:srcRect/>
                        <a:stretch>
                          <a:fillRect/>
                        </a:stretch>
                      </p:blipFill>
                      <p:spPr bwMode="auto">
                        <a:xfrm>
                          <a:off x="2827" y="2622"/>
                          <a:ext cx="142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83" name="Object 100"/>
            <p:cNvGraphicFramePr>
              <a:graphicFrameLocks noChangeAspect="1"/>
            </p:cNvGraphicFramePr>
            <p:nvPr/>
          </p:nvGraphicFramePr>
          <p:xfrm>
            <a:off x="2772" y="2909"/>
            <a:ext cx="1465" cy="291"/>
          </p:xfrm>
          <a:graphic>
            <a:graphicData uri="http://schemas.openxmlformats.org/presentationml/2006/ole">
              <mc:AlternateContent xmlns:mc="http://schemas.openxmlformats.org/markup-compatibility/2006">
                <mc:Choice xmlns:v="urn:schemas-microsoft-com:vml" Requires="v">
                  <p:oleObj spid="_x0000_s46389" name="Equation" r:id="rId21" imgW="31394400" imgH="5791200" progId="Equation.DSMT4">
                    <p:embed/>
                  </p:oleObj>
                </mc:Choice>
                <mc:Fallback>
                  <p:oleObj name="Equation" r:id="rId21" imgW="31394400" imgH="5791200" progId="Equation.DSMT4">
                    <p:embed/>
                    <p:pic>
                      <p:nvPicPr>
                        <p:cNvPr id="0" name="图片 46374"/>
                        <p:cNvPicPr>
                          <a:picLocks noChangeAspect="1" noChangeArrowheads="1"/>
                        </p:cNvPicPr>
                        <p:nvPr/>
                      </p:nvPicPr>
                      <p:blipFill>
                        <a:blip r:embed="rId22"/>
                        <a:srcRect/>
                        <a:stretch>
                          <a:fillRect/>
                        </a:stretch>
                      </p:blipFill>
                      <p:spPr bwMode="auto">
                        <a:xfrm>
                          <a:off x="2772" y="2909"/>
                          <a:ext cx="14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4" name="AutoShape 101"/>
            <p:cNvSpPr/>
            <p:nvPr/>
          </p:nvSpPr>
          <p:spPr bwMode="auto">
            <a:xfrm>
              <a:off x="2640" y="2736"/>
              <a:ext cx="96" cy="480"/>
            </a:xfrm>
            <a:prstGeom prst="leftBrace">
              <a:avLst>
                <a:gd name="adj1" fmla="val 41667"/>
                <a:gd name="adj2" fmla="val 50000"/>
              </a:avLst>
            </a:prstGeom>
            <a:noFill/>
            <a:ln w="254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9609" name="Group 105"/>
          <p:cNvGrpSpPr/>
          <p:nvPr/>
        </p:nvGrpSpPr>
        <p:grpSpPr bwMode="auto">
          <a:xfrm>
            <a:off x="2971800" y="5235577"/>
            <a:ext cx="4117975" cy="1350963"/>
            <a:chOff x="1872" y="3298"/>
            <a:chExt cx="2594" cy="851"/>
          </a:xfrm>
        </p:grpSpPr>
        <p:graphicFrame>
          <p:nvGraphicFramePr>
            <p:cNvPr id="32777" name="Object 86"/>
            <p:cNvGraphicFramePr>
              <a:graphicFrameLocks noChangeAspect="1"/>
            </p:cNvGraphicFramePr>
            <p:nvPr/>
          </p:nvGraphicFramePr>
          <p:xfrm>
            <a:off x="2782" y="3298"/>
            <a:ext cx="1684" cy="315"/>
          </p:xfrm>
          <a:graphic>
            <a:graphicData uri="http://schemas.openxmlformats.org/presentationml/2006/ole">
              <mc:AlternateContent xmlns:mc="http://schemas.openxmlformats.org/markup-compatibility/2006">
                <mc:Choice xmlns:v="urn:schemas-microsoft-com:vml" Requires="v">
                  <p:oleObj spid="_x0000_s46390" name="Equation" r:id="rId23" imgW="33223200" imgH="5791200" progId="Equation.DSMT4">
                    <p:embed/>
                  </p:oleObj>
                </mc:Choice>
                <mc:Fallback>
                  <p:oleObj name="Equation" r:id="rId23" imgW="33223200" imgH="5791200" progId="Equation.DSMT4">
                    <p:embed/>
                    <p:pic>
                      <p:nvPicPr>
                        <p:cNvPr id="0" name="图片 46375"/>
                        <p:cNvPicPr>
                          <a:picLocks noChangeAspect="1" noChangeArrowheads="1"/>
                        </p:cNvPicPr>
                        <p:nvPr/>
                      </p:nvPicPr>
                      <p:blipFill>
                        <a:blip r:embed="rId24"/>
                        <a:srcRect/>
                        <a:stretch>
                          <a:fillRect/>
                        </a:stretch>
                      </p:blipFill>
                      <p:spPr bwMode="auto">
                        <a:xfrm>
                          <a:off x="2782" y="3298"/>
                          <a:ext cx="168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8" name="Object 87"/>
            <p:cNvGraphicFramePr>
              <a:graphicFrameLocks noChangeAspect="1"/>
            </p:cNvGraphicFramePr>
            <p:nvPr/>
          </p:nvGraphicFramePr>
          <p:xfrm>
            <a:off x="2774" y="3638"/>
            <a:ext cx="1369" cy="511"/>
          </p:xfrm>
          <a:graphic>
            <a:graphicData uri="http://schemas.openxmlformats.org/presentationml/2006/ole">
              <mc:AlternateContent xmlns:mc="http://schemas.openxmlformats.org/markup-compatibility/2006">
                <mc:Choice xmlns:v="urn:schemas-microsoft-com:vml" Requires="v">
                  <p:oleObj spid="_x0000_s46391" name="Equation" r:id="rId25" imgW="30175200" imgH="10972800" progId="Equation.DSMT4">
                    <p:embed/>
                  </p:oleObj>
                </mc:Choice>
                <mc:Fallback>
                  <p:oleObj name="Equation" r:id="rId25" imgW="30175200" imgH="10972800" progId="Equation.DSMT4">
                    <p:embed/>
                    <p:pic>
                      <p:nvPicPr>
                        <p:cNvPr id="0" name="图片 46376"/>
                        <p:cNvPicPr>
                          <a:picLocks noChangeAspect="1" noChangeArrowheads="1"/>
                        </p:cNvPicPr>
                        <p:nvPr/>
                      </p:nvPicPr>
                      <p:blipFill>
                        <a:blip r:embed="rId26"/>
                        <a:srcRect/>
                        <a:stretch>
                          <a:fillRect/>
                        </a:stretch>
                      </p:blipFill>
                      <p:spPr bwMode="auto">
                        <a:xfrm>
                          <a:off x="2774" y="3638"/>
                          <a:ext cx="1369"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9" name="AutoShape 102"/>
            <p:cNvSpPr/>
            <p:nvPr/>
          </p:nvSpPr>
          <p:spPr bwMode="auto">
            <a:xfrm>
              <a:off x="2640" y="3408"/>
              <a:ext cx="192" cy="576"/>
            </a:xfrm>
            <a:prstGeom prst="leftBrace">
              <a:avLst>
                <a:gd name="adj1" fmla="val 25000"/>
                <a:gd name="adj2" fmla="val 50000"/>
              </a:avLst>
            </a:prstGeom>
            <a:noFill/>
            <a:ln w="254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0" name="AutoShape 103"/>
            <p:cNvSpPr>
              <a:spLocks noChangeArrowheads="1"/>
            </p:cNvSpPr>
            <p:nvPr/>
          </p:nvSpPr>
          <p:spPr bwMode="auto">
            <a:xfrm>
              <a:off x="1872" y="3600"/>
              <a:ext cx="672" cy="192"/>
            </a:xfrm>
            <a:prstGeom prst="rightArrow">
              <a:avLst>
                <a:gd name="adj1" fmla="val 50000"/>
                <a:gd name="adj2" fmla="val 875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9600"/>
                                        </p:tgtEl>
                                        <p:attrNameLst>
                                          <p:attrName>style.visibility</p:attrName>
                                        </p:attrNameLst>
                                      </p:cBhvr>
                                      <p:to>
                                        <p:strVal val="visible"/>
                                      </p:to>
                                    </p:set>
                                    <p:anim calcmode="lin" valueType="num">
                                      <p:cBhvr additive="base">
                                        <p:cTn id="7" dur="500" fill="hold"/>
                                        <p:tgtEl>
                                          <p:spTgt spid="149600"/>
                                        </p:tgtEl>
                                        <p:attrNameLst>
                                          <p:attrName>ppt_x</p:attrName>
                                        </p:attrNameLst>
                                      </p:cBhvr>
                                      <p:tavLst>
                                        <p:tav tm="0">
                                          <p:val>
                                            <p:strVal val="0-#ppt_w/2"/>
                                          </p:val>
                                        </p:tav>
                                        <p:tav tm="100000">
                                          <p:val>
                                            <p:strVal val="#ppt_x"/>
                                          </p:val>
                                        </p:tav>
                                      </p:tavLst>
                                    </p:anim>
                                    <p:anim calcmode="lin" valueType="num">
                                      <p:cBhvr additive="base">
                                        <p:cTn id="8" dur="500" fill="hold"/>
                                        <p:tgtEl>
                                          <p:spTgt spid="1496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9615"/>
                                        </p:tgtEl>
                                        <p:attrNameLst>
                                          <p:attrName>style.visibility</p:attrName>
                                        </p:attrNameLst>
                                      </p:cBhvr>
                                      <p:to>
                                        <p:strVal val="visible"/>
                                      </p:to>
                                    </p:set>
                                    <p:anim calcmode="lin" valueType="num">
                                      <p:cBhvr additive="base">
                                        <p:cTn id="13" dur="500" fill="hold"/>
                                        <p:tgtEl>
                                          <p:spTgt spid="149615"/>
                                        </p:tgtEl>
                                        <p:attrNameLst>
                                          <p:attrName>ppt_x</p:attrName>
                                        </p:attrNameLst>
                                      </p:cBhvr>
                                      <p:tavLst>
                                        <p:tav tm="0">
                                          <p:val>
                                            <p:strVal val="0-#ppt_w/2"/>
                                          </p:val>
                                        </p:tav>
                                        <p:tav tm="100000">
                                          <p:val>
                                            <p:strVal val="#ppt_x"/>
                                          </p:val>
                                        </p:tav>
                                      </p:tavLst>
                                    </p:anim>
                                    <p:anim calcmode="lin" valueType="num">
                                      <p:cBhvr additive="base">
                                        <p:cTn id="14" dur="500" fill="hold"/>
                                        <p:tgtEl>
                                          <p:spTgt spid="1496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49602"/>
                                        </p:tgtEl>
                                        <p:attrNameLst>
                                          <p:attrName>style.visibility</p:attrName>
                                        </p:attrNameLst>
                                      </p:cBhvr>
                                      <p:to>
                                        <p:strVal val="visible"/>
                                      </p:to>
                                    </p:set>
                                    <p:animEffect transition="in" filter="blinds(horizontal)">
                                      <p:cBhvr>
                                        <p:cTn id="19" dur="500"/>
                                        <p:tgtEl>
                                          <p:spTgt spid="14960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49608"/>
                                        </p:tgtEl>
                                        <p:attrNameLst>
                                          <p:attrName>style.visibility</p:attrName>
                                        </p:attrNameLst>
                                      </p:cBhvr>
                                      <p:to>
                                        <p:strVal val="visible"/>
                                      </p:to>
                                    </p:set>
                                    <p:anim calcmode="lin" valueType="num">
                                      <p:cBhvr additive="base">
                                        <p:cTn id="24" dur="500" fill="hold"/>
                                        <p:tgtEl>
                                          <p:spTgt spid="149608"/>
                                        </p:tgtEl>
                                        <p:attrNameLst>
                                          <p:attrName>ppt_x</p:attrName>
                                        </p:attrNameLst>
                                      </p:cBhvr>
                                      <p:tavLst>
                                        <p:tav tm="0">
                                          <p:val>
                                            <p:strVal val="0-#ppt_w/2"/>
                                          </p:val>
                                        </p:tav>
                                        <p:tav tm="100000">
                                          <p:val>
                                            <p:strVal val="#ppt_x"/>
                                          </p:val>
                                        </p:tav>
                                      </p:tavLst>
                                    </p:anim>
                                    <p:anim calcmode="lin" valueType="num">
                                      <p:cBhvr additive="base">
                                        <p:cTn id="25" dur="500" fill="hold"/>
                                        <p:tgtEl>
                                          <p:spTgt spid="14960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49609"/>
                                        </p:tgtEl>
                                        <p:attrNameLst>
                                          <p:attrName>style.visibility</p:attrName>
                                        </p:attrNameLst>
                                      </p:cBhvr>
                                      <p:to>
                                        <p:strVal val="visible"/>
                                      </p:to>
                                    </p:set>
                                    <p:anim calcmode="lin" valueType="num">
                                      <p:cBhvr additive="base">
                                        <p:cTn id="30" dur="500" fill="hold"/>
                                        <p:tgtEl>
                                          <p:spTgt spid="149609"/>
                                        </p:tgtEl>
                                        <p:attrNameLst>
                                          <p:attrName>ppt_x</p:attrName>
                                        </p:attrNameLst>
                                      </p:cBhvr>
                                      <p:tavLst>
                                        <p:tav tm="0">
                                          <p:val>
                                            <p:strVal val="0-#ppt_w/2"/>
                                          </p:val>
                                        </p:tav>
                                        <p:tav tm="100000">
                                          <p:val>
                                            <p:strVal val="#ppt_x"/>
                                          </p:val>
                                        </p:tav>
                                      </p:tavLst>
                                    </p:anim>
                                    <p:anim calcmode="lin" valueType="num">
                                      <p:cBhvr additive="base">
                                        <p:cTn id="31" dur="500" fill="hold"/>
                                        <p:tgtEl>
                                          <p:spTgt spid="1496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1" name="Rectangle 5"/>
          <p:cNvSpPr>
            <a:spLocks noChangeArrowheads="1"/>
          </p:cNvSpPr>
          <p:nvPr/>
        </p:nvSpPr>
        <p:spPr bwMode="auto">
          <a:xfrm>
            <a:off x="107950" y="935038"/>
            <a:ext cx="8640763" cy="406400"/>
          </a:xfrm>
          <a:prstGeom prst="rect">
            <a:avLst/>
          </a:prstGeom>
          <a:noFill/>
          <a:ln w="952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solidFill>
                  <a:schemeClr val="tx2"/>
                </a:solidFill>
                <a:latin typeface="Times New Roman" panose="02020603050405020304" pitchFamily="18" charset="0"/>
                <a:ea typeface="楷体_GB2312" pitchFamily="49" charset="-122"/>
              </a:rPr>
              <a:t>基本要求：掌握二端口网络级联时传输参数的关系。</a:t>
            </a:r>
            <a:endParaRPr lang="zh-CN" altLang="en-US" sz="2000">
              <a:solidFill>
                <a:schemeClr val="tx2"/>
              </a:solidFill>
              <a:latin typeface="宋体" panose="02010600030101010101" pitchFamily="2" charset="-122"/>
              <a:ea typeface="楷体_GB2312" pitchFamily="49" charset="-122"/>
            </a:endParaRPr>
          </a:p>
        </p:txBody>
      </p:sp>
      <p:graphicFrame>
        <p:nvGraphicFramePr>
          <p:cNvPr id="152603" name="Object 27"/>
          <p:cNvGraphicFramePr>
            <a:graphicFrameLocks noChangeAspect="1"/>
          </p:cNvGraphicFramePr>
          <p:nvPr/>
        </p:nvGraphicFramePr>
        <p:xfrm>
          <a:off x="323528" y="147638"/>
          <a:ext cx="8460681" cy="637489"/>
        </p:xfrm>
        <a:graphic>
          <a:graphicData uri="http://schemas.openxmlformats.org/presentationml/2006/ole">
            <mc:AlternateContent xmlns:mc="http://schemas.openxmlformats.org/markup-compatibility/2006">
              <mc:Choice xmlns:v="urn:schemas-microsoft-com:vml" Requires="v">
                <p:oleObj spid="_x0000_s33762" name="Visio" r:id="rId3" imgW="7137400" imgH="571500" progId="Visio.Drawing.11">
                  <p:embed/>
                </p:oleObj>
              </mc:Choice>
              <mc:Fallback>
                <p:oleObj name="Visio" r:id="rId3" imgW="7137400" imgH="571500" progId="Visio.Drawing.11">
                  <p:embed/>
                  <p:pic>
                    <p:nvPicPr>
                      <p:cNvPr id="0" name="图片 33750"/>
                      <p:cNvPicPr>
                        <a:picLocks noChangeAspect="1" noChangeArrowheads="1"/>
                      </p:cNvPicPr>
                      <p:nvPr/>
                    </p:nvPicPr>
                    <p:blipFill>
                      <a:blip r:embed="rId4"/>
                      <a:srcRect/>
                      <a:stretch>
                        <a:fillRect/>
                      </a:stretch>
                    </p:blipFill>
                    <p:spPr bwMode="auto">
                      <a:xfrm>
                        <a:off x="323528" y="147638"/>
                        <a:ext cx="8460681" cy="637489"/>
                      </a:xfrm>
                      <a:prstGeom prst="rect">
                        <a:avLst/>
                      </a:prstGeom>
                      <a:noFill/>
                      <a:ln>
                        <a:noFill/>
                      </a:ln>
                    </p:spPr>
                  </p:pic>
                </p:oleObj>
              </mc:Fallback>
            </mc:AlternateContent>
          </a:graphicData>
        </a:graphic>
      </p:graphicFrame>
      <p:grpSp>
        <p:nvGrpSpPr>
          <p:cNvPr id="152630" name="Group 54"/>
          <p:cNvGrpSpPr/>
          <p:nvPr/>
        </p:nvGrpSpPr>
        <p:grpSpPr bwMode="auto">
          <a:xfrm>
            <a:off x="323850" y="1484313"/>
            <a:ext cx="5029200" cy="1933575"/>
            <a:chOff x="2448" y="1028"/>
            <a:chExt cx="3168" cy="1218"/>
          </a:xfrm>
        </p:grpSpPr>
        <p:graphicFrame>
          <p:nvGraphicFramePr>
            <p:cNvPr id="33813" name="Object 33"/>
            <p:cNvGraphicFramePr>
              <a:graphicFrameLocks noChangeAspect="1"/>
            </p:cNvGraphicFramePr>
            <p:nvPr/>
          </p:nvGraphicFramePr>
          <p:xfrm>
            <a:off x="2448" y="1028"/>
            <a:ext cx="3168" cy="914"/>
          </p:xfrm>
          <a:graphic>
            <a:graphicData uri="http://schemas.openxmlformats.org/presentationml/2006/ole">
              <mc:AlternateContent xmlns:mc="http://schemas.openxmlformats.org/markup-compatibility/2006">
                <mc:Choice xmlns:v="urn:schemas-microsoft-com:vml" Requires="v">
                  <p:oleObj spid="_x0000_s33763" name="Visio" r:id="rId5" imgW="4445000" imgH="1295400" progId="Visio.Drawing.11">
                    <p:embed/>
                  </p:oleObj>
                </mc:Choice>
                <mc:Fallback>
                  <p:oleObj name="Visio" r:id="rId5" imgW="4445000" imgH="1295400" progId="Visio.Drawing.11">
                    <p:embed/>
                    <p:pic>
                      <p:nvPicPr>
                        <p:cNvPr id="0" name="图片 33751"/>
                        <p:cNvPicPr>
                          <a:picLocks noChangeAspect="1" noChangeArrowheads="1"/>
                        </p:cNvPicPr>
                        <p:nvPr/>
                      </p:nvPicPr>
                      <p:blipFill>
                        <a:blip r:embed="rId6"/>
                        <a:srcRect/>
                        <a:stretch>
                          <a:fillRect/>
                        </a:stretch>
                      </p:blipFill>
                      <p:spPr bwMode="auto">
                        <a:xfrm>
                          <a:off x="2448" y="1028"/>
                          <a:ext cx="3168" cy="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4" name="Rectangle 35"/>
            <p:cNvSpPr>
              <a:spLocks noChangeArrowheads="1"/>
            </p:cNvSpPr>
            <p:nvPr/>
          </p:nvSpPr>
          <p:spPr bwMode="auto">
            <a:xfrm>
              <a:off x="2640" y="1996"/>
              <a:ext cx="26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000">
                  <a:latin typeface="宋体" panose="02010600030101010101" pitchFamily="2" charset="-122"/>
                </a:rPr>
                <a:t>二端口网络的级联</a:t>
              </a:r>
              <a:endParaRPr lang="zh-CN" altLang="en-US" sz="2000">
                <a:latin typeface="宋体" panose="02010600030101010101" pitchFamily="2" charset="-122"/>
                <a:cs typeface="Times New Roman" panose="02020603050405020304" pitchFamily="18" charset="0"/>
              </a:endParaRPr>
            </a:p>
          </p:txBody>
        </p:sp>
      </p:grpSp>
      <p:grpSp>
        <p:nvGrpSpPr>
          <p:cNvPr id="152628" name="Group 52"/>
          <p:cNvGrpSpPr/>
          <p:nvPr/>
        </p:nvGrpSpPr>
        <p:grpSpPr bwMode="auto">
          <a:xfrm>
            <a:off x="5435600" y="1393825"/>
            <a:ext cx="3376613" cy="1795463"/>
            <a:chOff x="192" y="1188"/>
            <a:chExt cx="2127" cy="1131"/>
          </a:xfrm>
        </p:grpSpPr>
        <p:graphicFrame>
          <p:nvGraphicFramePr>
            <p:cNvPr id="33810" name="Object 36"/>
            <p:cNvGraphicFramePr>
              <a:graphicFrameLocks noChangeAspect="1"/>
            </p:cNvGraphicFramePr>
            <p:nvPr/>
          </p:nvGraphicFramePr>
          <p:xfrm>
            <a:off x="651" y="1188"/>
            <a:ext cx="1656" cy="548"/>
          </p:xfrm>
          <a:graphic>
            <a:graphicData uri="http://schemas.openxmlformats.org/presentationml/2006/ole">
              <mc:AlternateContent xmlns:mc="http://schemas.openxmlformats.org/markup-compatibility/2006">
                <mc:Choice xmlns:v="urn:schemas-microsoft-com:vml" Requires="v">
                  <p:oleObj spid="_x0000_s33764" name="Equation" r:id="rId7" imgW="37795200" imgH="12192000" progId="Equation.DSMT4">
                    <p:embed/>
                  </p:oleObj>
                </mc:Choice>
                <mc:Fallback>
                  <p:oleObj name="Equation" r:id="rId7" imgW="37795200" imgH="12192000" progId="Equation.DSMT4">
                    <p:embed/>
                    <p:pic>
                      <p:nvPicPr>
                        <p:cNvPr id="0" name="图片 33752"/>
                        <p:cNvPicPr>
                          <a:picLocks noChangeAspect="1" noChangeArrowheads="1"/>
                        </p:cNvPicPr>
                        <p:nvPr/>
                      </p:nvPicPr>
                      <p:blipFill>
                        <a:blip r:embed="rId8"/>
                        <a:srcRect/>
                        <a:stretch>
                          <a:fillRect/>
                        </a:stretch>
                      </p:blipFill>
                      <p:spPr bwMode="auto">
                        <a:xfrm>
                          <a:off x="651" y="1188"/>
                          <a:ext cx="1656"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1" name="Object 38"/>
            <p:cNvGraphicFramePr>
              <a:graphicFrameLocks noChangeAspect="1"/>
            </p:cNvGraphicFramePr>
            <p:nvPr/>
          </p:nvGraphicFramePr>
          <p:xfrm>
            <a:off x="657" y="1764"/>
            <a:ext cx="1662" cy="555"/>
          </p:xfrm>
          <a:graphic>
            <a:graphicData uri="http://schemas.openxmlformats.org/presentationml/2006/ole">
              <mc:AlternateContent xmlns:mc="http://schemas.openxmlformats.org/markup-compatibility/2006">
                <mc:Choice xmlns:v="urn:schemas-microsoft-com:vml" Requires="v">
                  <p:oleObj spid="_x0000_s33765" name="Equation" r:id="rId9" imgW="37490400" imgH="12192000" progId="Equation.DSMT4">
                    <p:embed/>
                  </p:oleObj>
                </mc:Choice>
                <mc:Fallback>
                  <p:oleObj name="Equation" r:id="rId9" imgW="37490400" imgH="12192000" progId="Equation.DSMT4">
                    <p:embed/>
                    <p:pic>
                      <p:nvPicPr>
                        <p:cNvPr id="0" name="图片 33753"/>
                        <p:cNvPicPr>
                          <a:picLocks noChangeAspect="1" noChangeArrowheads="1"/>
                        </p:cNvPicPr>
                        <p:nvPr/>
                      </p:nvPicPr>
                      <p:blipFill>
                        <a:blip r:embed="rId10"/>
                        <a:srcRect/>
                        <a:stretch>
                          <a:fillRect/>
                        </a:stretch>
                      </p:blipFill>
                      <p:spPr bwMode="auto">
                        <a:xfrm>
                          <a:off x="657" y="1764"/>
                          <a:ext cx="1662"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2" name="Text Box 46"/>
            <p:cNvSpPr txBox="1">
              <a:spLocks noChangeArrowheads="1"/>
            </p:cNvSpPr>
            <p:nvPr/>
          </p:nvSpPr>
          <p:spPr bwMode="auto">
            <a:xfrm>
              <a:off x="192" y="1248"/>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已知：</a:t>
              </a:r>
            </a:p>
          </p:txBody>
        </p:sp>
      </p:grpSp>
      <p:grpSp>
        <p:nvGrpSpPr>
          <p:cNvPr id="152631" name="Group 55"/>
          <p:cNvGrpSpPr/>
          <p:nvPr/>
        </p:nvGrpSpPr>
        <p:grpSpPr bwMode="auto">
          <a:xfrm>
            <a:off x="2971800" y="3409950"/>
            <a:ext cx="5299075" cy="889000"/>
            <a:chOff x="216" y="2244"/>
            <a:chExt cx="3338" cy="560"/>
          </a:xfrm>
        </p:grpSpPr>
        <p:sp>
          <p:nvSpPr>
            <p:cNvPr id="33806" name="Rectangle 40"/>
            <p:cNvSpPr>
              <a:spLocks noChangeArrowheads="1"/>
            </p:cNvSpPr>
            <p:nvPr/>
          </p:nvSpPr>
          <p:spPr bwMode="auto">
            <a:xfrm>
              <a:off x="408" y="2400"/>
              <a:ext cx="2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a:latin typeface="宋体" panose="02010600030101010101" pitchFamily="2" charset="-122"/>
                </a:rPr>
                <a:t>输出端口与    输入端口存在</a:t>
              </a:r>
            </a:p>
          </p:txBody>
        </p:sp>
        <p:graphicFrame>
          <p:nvGraphicFramePr>
            <p:cNvPr id="33807" name="Object 41"/>
            <p:cNvGraphicFramePr>
              <a:graphicFrameLocks noChangeAspect="1"/>
            </p:cNvGraphicFramePr>
            <p:nvPr/>
          </p:nvGraphicFramePr>
          <p:xfrm>
            <a:off x="1335" y="2451"/>
            <a:ext cx="199" cy="176"/>
          </p:xfrm>
          <a:graphic>
            <a:graphicData uri="http://schemas.openxmlformats.org/presentationml/2006/ole">
              <mc:AlternateContent xmlns:mc="http://schemas.openxmlformats.org/markup-compatibility/2006">
                <mc:Choice xmlns:v="urn:schemas-microsoft-com:vml" Requires="v">
                  <p:oleObj spid="_x0000_s33766" name="Equation" r:id="rId11" imgW="5486400" imgH="4876800" progId="Equation.DSMT4">
                    <p:embed/>
                  </p:oleObj>
                </mc:Choice>
                <mc:Fallback>
                  <p:oleObj name="Equation" r:id="rId11" imgW="5486400" imgH="4876800" progId="Equation.DSMT4">
                    <p:embed/>
                    <p:pic>
                      <p:nvPicPr>
                        <p:cNvPr id="0" name="图片 33754"/>
                        <p:cNvPicPr>
                          <a:picLocks noChangeAspect="1" noChangeArrowheads="1"/>
                        </p:cNvPicPr>
                        <p:nvPr/>
                      </p:nvPicPr>
                      <p:blipFill>
                        <a:blip r:embed="rId12"/>
                        <a:srcRect/>
                        <a:stretch>
                          <a:fillRect/>
                        </a:stretch>
                      </p:blipFill>
                      <p:spPr bwMode="auto">
                        <a:xfrm>
                          <a:off x="1335" y="2451"/>
                          <a:ext cx="19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8" name="Object 43"/>
            <p:cNvGraphicFramePr>
              <a:graphicFrameLocks noChangeAspect="1"/>
            </p:cNvGraphicFramePr>
            <p:nvPr/>
          </p:nvGraphicFramePr>
          <p:xfrm>
            <a:off x="216" y="2400"/>
            <a:ext cx="240" cy="210"/>
          </p:xfrm>
          <a:graphic>
            <a:graphicData uri="http://schemas.openxmlformats.org/presentationml/2006/ole">
              <mc:AlternateContent xmlns:mc="http://schemas.openxmlformats.org/markup-compatibility/2006">
                <mc:Choice xmlns:v="urn:schemas-microsoft-com:vml" Requires="v">
                  <p:oleObj spid="_x0000_s33767" r:id="rId13" imgW="279400" imgH="241300" progId="Equation.3">
                    <p:embed/>
                  </p:oleObj>
                </mc:Choice>
                <mc:Fallback>
                  <p:oleObj r:id="rId13" imgW="279400" imgH="241300" progId="Equation.3">
                    <p:embed/>
                    <p:pic>
                      <p:nvPicPr>
                        <p:cNvPr id="0" name="图片 337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6" y="2400"/>
                          <a:ext cx="24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9" name="Object 47"/>
            <p:cNvGraphicFramePr>
              <a:graphicFrameLocks noChangeAspect="1"/>
            </p:cNvGraphicFramePr>
            <p:nvPr/>
          </p:nvGraphicFramePr>
          <p:xfrm>
            <a:off x="2590" y="2244"/>
            <a:ext cx="964" cy="560"/>
          </p:xfrm>
          <a:graphic>
            <a:graphicData uri="http://schemas.openxmlformats.org/presentationml/2006/ole">
              <mc:AlternateContent xmlns:mc="http://schemas.openxmlformats.org/markup-compatibility/2006">
                <mc:Choice xmlns:v="urn:schemas-microsoft-com:vml" Requires="v">
                  <p:oleObj spid="_x0000_s33768" name="Equation" r:id="rId15" imgW="21336000" imgH="12192000" progId="Equation.DSMT4">
                    <p:embed/>
                  </p:oleObj>
                </mc:Choice>
                <mc:Fallback>
                  <p:oleObj name="Equation" r:id="rId15" imgW="21336000" imgH="12192000" progId="Equation.DSMT4">
                    <p:embed/>
                    <p:pic>
                      <p:nvPicPr>
                        <p:cNvPr id="0" name="图片 33756"/>
                        <p:cNvPicPr>
                          <a:picLocks noChangeAspect="1" noChangeArrowheads="1"/>
                        </p:cNvPicPr>
                        <p:nvPr/>
                      </p:nvPicPr>
                      <p:blipFill>
                        <a:blip r:embed="rId16"/>
                        <a:srcRect/>
                        <a:stretch>
                          <a:fillRect/>
                        </a:stretch>
                      </p:blipFill>
                      <p:spPr bwMode="auto">
                        <a:xfrm>
                          <a:off x="2590" y="2244"/>
                          <a:ext cx="964"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52632" name="Group 56"/>
          <p:cNvGrpSpPr/>
          <p:nvPr/>
        </p:nvGrpSpPr>
        <p:grpSpPr bwMode="auto">
          <a:xfrm>
            <a:off x="1524000" y="4476751"/>
            <a:ext cx="7146925" cy="1765301"/>
            <a:chOff x="288" y="2820"/>
            <a:chExt cx="4502" cy="1112"/>
          </a:xfrm>
        </p:grpSpPr>
        <p:graphicFrame>
          <p:nvGraphicFramePr>
            <p:cNvPr id="33803" name="Object 48"/>
            <p:cNvGraphicFramePr>
              <a:graphicFrameLocks noChangeAspect="1"/>
            </p:cNvGraphicFramePr>
            <p:nvPr/>
          </p:nvGraphicFramePr>
          <p:xfrm>
            <a:off x="1067" y="2820"/>
            <a:ext cx="3723" cy="566"/>
          </p:xfrm>
          <a:graphic>
            <a:graphicData uri="http://schemas.openxmlformats.org/presentationml/2006/ole">
              <mc:AlternateContent xmlns:mc="http://schemas.openxmlformats.org/markup-compatibility/2006">
                <mc:Choice xmlns:v="urn:schemas-microsoft-com:vml" Requires="v">
                  <p:oleObj spid="_x0000_s33769" name="Equation" r:id="rId17" imgW="82600800" imgH="12192000" progId="Equation.DSMT4">
                    <p:embed/>
                  </p:oleObj>
                </mc:Choice>
                <mc:Fallback>
                  <p:oleObj name="Equation" r:id="rId17" imgW="82600800" imgH="12192000" progId="Equation.DSMT4">
                    <p:embed/>
                    <p:pic>
                      <p:nvPicPr>
                        <p:cNvPr id="0" name="图片 33757"/>
                        <p:cNvPicPr>
                          <a:picLocks noChangeAspect="1" noChangeArrowheads="1"/>
                        </p:cNvPicPr>
                        <p:nvPr/>
                      </p:nvPicPr>
                      <p:blipFill>
                        <a:blip r:embed="rId18"/>
                        <a:srcRect/>
                        <a:stretch>
                          <a:fillRect/>
                        </a:stretch>
                      </p:blipFill>
                      <p:spPr bwMode="auto">
                        <a:xfrm>
                          <a:off x="1067" y="2820"/>
                          <a:ext cx="3723"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4" name="Object 49"/>
            <p:cNvGraphicFramePr>
              <a:graphicFrameLocks noChangeAspect="1"/>
            </p:cNvGraphicFramePr>
            <p:nvPr/>
          </p:nvGraphicFramePr>
          <p:xfrm>
            <a:off x="1068" y="3400"/>
            <a:ext cx="2375" cy="532"/>
          </p:xfrm>
          <a:graphic>
            <a:graphicData uri="http://schemas.openxmlformats.org/presentationml/2006/ole">
              <mc:AlternateContent xmlns:mc="http://schemas.openxmlformats.org/markup-compatibility/2006">
                <mc:Choice xmlns:v="urn:schemas-microsoft-com:vml" Requires="v">
                  <p:oleObj spid="_x0000_s33770" name="Equation" r:id="rId19" imgW="53340000" imgH="11582400" progId="Equation.DSMT4">
                    <p:embed/>
                  </p:oleObj>
                </mc:Choice>
                <mc:Fallback>
                  <p:oleObj name="Equation" r:id="rId19" imgW="53340000" imgH="11582400" progId="Equation.DSMT4">
                    <p:embed/>
                    <p:pic>
                      <p:nvPicPr>
                        <p:cNvPr id="0" name="图片 33758"/>
                        <p:cNvPicPr>
                          <a:picLocks noChangeAspect="1" noChangeArrowheads="1"/>
                        </p:cNvPicPr>
                        <p:nvPr/>
                      </p:nvPicPr>
                      <p:blipFill>
                        <a:blip r:embed="rId20"/>
                        <a:srcRect/>
                        <a:stretch>
                          <a:fillRect/>
                        </a:stretch>
                      </p:blipFill>
                      <p:spPr bwMode="auto">
                        <a:xfrm>
                          <a:off x="1068" y="3400"/>
                          <a:ext cx="2375"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5" name="Text Box 50"/>
            <p:cNvSpPr txBox="1">
              <a:spLocks noChangeArrowheads="1"/>
            </p:cNvSpPr>
            <p:nvPr/>
          </p:nvSpPr>
          <p:spPr bwMode="auto">
            <a:xfrm>
              <a:off x="288" y="292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a:latin typeface="Times New Roman" panose="02020603050405020304" pitchFamily="18" charset="0"/>
                </a:rPr>
                <a:t>可得</a:t>
              </a:r>
            </a:p>
          </p:txBody>
        </p:sp>
      </p:grpSp>
      <p:sp>
        <p:nvSpPr>
          <p:cNvPr id="152627" name="Text Box 51"/>
          <p:cNvSpPr txBox="1">
            <a:spLocks noChangeArrowheads="1"/>
          </p:cNvSpPr>
          <p:nvPr/>
        </p:nvSpPr>
        <p:spPr bwMode="auto">
          <a:xfrm>
            <a:off x="304800" y="6338888"/>
            <a:ext cx="8588375"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chemeClr val="hlink"/>
                </a:solidFill>
                <a:latin typeface="宋体" panose="02010600030101010101" pitchFamily="2" charset="-122"/>
              </a:rPr>
              <a:t>可推广到多个二端口级联的情况。注意，矩阵相乘的顺序应与级联顺序一致</a:t>
            </a:r>
            <a:endParaRPr kumimoji="1" lang="zh-CN" altLang="en-US" sz="2000">
              <a:solidFill>
                <a:schemeClr val="hlink"/>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52603"/>
                                        </p:tgtEl>
                                        <p:attrNameLst>
                                          <p:attrName>style.visibility</p:attrName>
                                        </p:attrNameLst>
                                      </p:cBhvr>
                                      <p:to>
                                        <p:strVal val="visible"/>
                                      </p:to>
                                    </p:set>
                                    <p:animEffect transition="in" filter="blinds(horizontal)">
                                      <p:cBhvr>
                                        <p:cTn id="7" dur="500"/>
                                        <p:tgtEl>
                                          <p:spTgt spid="15260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2581"/>
                                        </p:tgtEl>
                                        <p:attrNameLst>
                                          <p:attrName>style.visibility</p:attrName>
                                        </p:attrNameLst>
                                      </p:cBhvr>
                                      <p:to>
                                        <p:strVal val="visible"/>
                                      </p:to>
                                    </p:set>
                                    <p:anim calcmode="lin" valueType="num">
                                      <p:cBhvr additive="base">
                                        <p:cTn id="12" dur="500" fill="hold"/>
                                        <p:tgtEl>
                                          <p:spTgt spid="152581"/>
                                        </p:tgtEl>
                                        <p:attrNameLst>
                                          <p:attrName>ppt_x</p:attrName>
                                        </p:attrNameLst>
                                      </p:cBhvr>
                                      <p:tavLst>
                                        <p:tav tm="0">
                                          <p:val>
                                            <p:strVal val="0-#ppt_w/2"/>
                                          </p:val>
                                        </p:tav>
                                        <p:tav tm="100000">
                                          <p:val>
                                            <p:strVal val="#ppt_x"/>
                                          </p:val>
                                        </p:tav>
                                      </p:tavLst>
                                    </p:anim>
                                    <p:anim calcmode="lin" valueType="num">
                                      <p:cBhvr additive="base">
                                        <p:cTn id="13" dur="500" fill="hold"/>
                                        <p:tgtEl>
                                          <p:spTgt spid="15258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52630"/>
                                        </p:tgtEl>
                                        <p:attrNameLst>
                                          <p:attrName>style.visibility</p:attrName>
                                        </p:attrNameLst>
                                      </p:cBhvr>
                                      <p:to>
                                        <p:strVal val="visible"/>
                                      </p:to>
                                    </p:set>
                                    <p:animEffect transition="in" filter="dissolve">
                                      <p:cBhvr>
                                        <p:cTn id="18" dur="500"/>
                                        <p:tgtEl>
                                          <p:spTgt spid="15263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52628"/>
                                        </p:tgtEl>
                                        <p:attrNameLst>
                                          <p:attrName>style.visibility</p:attrName>
                                        </p:attrNameLst>
                                      </p:cBhvr>
                                      <p:to>
                                        <p:strVal val="visible"/>
                                      </p:to>
                                    </p:set>
                                    <p:anim calcmode="lin" valueType="num">
                                      <p:cBhvr additive="base">
                                        <p:cTn id="23" dur="500" fill="hold"/>
                                        <p:tgtEl>
                                          <p:spTgt spid="152628"/>
                                        </p:tgtEl>
                                        <p:attrNameLst>
                                          <p:attrName>ppt_x</p:attrName>
                                        </p:attrNameLst>
                                      </p:cBhvr>
                                      <p:tavLst>
                                        <p:tav tm="0">
                                          <p:val>
                                            <p:strVal val="1+#ppt_w/2"/>
                                          </p:val>
                                        </p:tav>
                                        <p:tav tm="100000">
                                          <p:val>
                                            <p:strVal val="#ppt_x"/>
                                          </p:val>
                                        </p:tav>
                                      </p:tavLst>
                                    </p:anim>
                                    <p:anim calcmode="lin" valueType="num">
                                      <p:cBhvr additive="base">
                                        <p:cTn id="24" dur="500" fill="hold"/>
                                        <p:tgtEl>
                                          <p:spTgt spid="15262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52631"/>
                                        </p:tgtEl>
                                        <p:attrNameLst>
                                          <p:attrName>style.visibility</p:attrName>
                                        </p:attrNameLst>
                                      </p:cBhvr>
                                      <p:to>
                                        <p:strVal val="visible"/>
                                      </p:to>
                                    </p:set>
                                    <p:anim calcmode="lin" valueType="num">
                                      <p:cBhvr additive="base">
                                        <p:cTn id="29" dur="500" fill="hold"/>
                                        <p:tgtEl>
                                          <p:spTgt spid="152631"/>
                                        </p:tgtEl>
                                        <p:attrNameLst>
                                          <p:attrName>ppt_x</p:attrName>
                                        </p:attrNameLst>
                                      </p:cBhvr>
                                      <p:tavLst>
                                        <p:tav tm="0">
                                          <p:val>
                                            <p:strVal val="1+#ppt_w/2"/>
                                          </p:val>
                                        </p:tav>
                                        <p:tav tm="100000">
                                          <p:val>
                                            <p:strVal val="#ppt_x"/>
                                          </p:val>
                                        </p:tav>
                                      </p:tavLst>
                                    </p:anim>
                                    <p:anim calcmode="lin" valueType="num">
                                      <p:cBhvr additive="base">
                                        <p:cTn id="30" dur="500" fill="hold"/>
                                        <p:tgtEl>
                                          <p:spTgt spid="15263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152632"/>
                                        </p:tgtEl>
                                        <p:attrNameLst>
                                          <p:attrName>style.visibility</p:attrName>
                                        </p:attrNameLst>
                                      </p:cBhvr>
                                      <p:to>
                                        <p:strVal val="visible"/>
                                      </p:to>
                                    </p:set>
                                    <p:animEffect transition="in" filter="blinds(vertical)">
                                      <p:cBhvr>
                                        <p:cTn id="35" dur="500"/>
                                        <p:tgtEl>
                                          <p:spTgt spid="152632"/>
                                        </p:tgtEl>
                                      </p:cBhvr>
                                    </p:animEffect>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52627"/>
                                        </p:tgtEl>
                                        <p:attrNameLst>
                                          <p:attrName>style.visibility</p:attrName>
                                        </p:attrNameLst>
                                      </p:cBhvr>
                                      <p:to>
                                        <p:strVal val="visible"/>
                                      </p:to>
                                    </p:set>
                                    <p:anim calcmode="lin" valueType="num">
                                      <p:cBhvr>
                                        <p:cTn id="40" dur="1000" fill="hold"/>
                                        <p:tgtEl>
                                          <p:spTgt spid="152627"/>
                                        </p:tgtEl>
                                        <p:attrNameLst>
                                          <p:attrName>ppt_w</p:attrName>
                                        </p:attrNameLst>
                                      </p:cBhvr>
                                      <p:tavLst>
                                        <p:tav tm="0">
                                          <p:val>
                                            <p:fltVal val="0"/>
                                          </p:val>
                                        </p:tav>
                                        <p:tav tm="100000">
                                          <p:val>
                                            <p:strVal val="#ppt_w"/>
                                          </p:val>
                                        </p:tav>
                                      </p:tavLst>
                                    </p:anim>
                                    <p:anim calcmode="lin" valueType="num">
                                      <p:cBhvr>
                                        <p:cTn id="41" dur="1000" fill="hold"/>
                                        <p:tgtEl>
                                          <p:spTgt spid="152627"/>
                                        </p:tgtEl>
                                        <p:attrNameLst>
                                          <p:attrName>ppt_h</p:attrName>
                                        </p:attrNameLst>
                                      </p:cBhvr>
                                      <p:tavLst>
                                        <p:tav tm="0">
                                          <p:val>
                                            <p:fltVal val="0"/>
                                          </p:val>
                                        </p:tav>
                                        <p:tav tm="100000">
                                          <p:val>
                                            <p:strVal val="#ppt_h"/>
                                          </p:val>
                                        </p:tav>
                                      </p:tavLst>
                                    </p:anim>
                                    <p:anim calcmode="lin" valueType="num">
                                      <p:cBhvr>
                                        <p:cTn id="42" dur="1000" fill="hold"/>
                                        <p:tgtEl>
                                          <p:spTgt spid="152627"/>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5262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animBg="1"/>
      <p:bldP spid="15262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0" name="Text Box 30"/>
          <p:cNvSpPr txBox="1">
            <a:spLocks noChangeArrowheads="1"/>
          </p:cNvSpPr>
          <p:nvPr/>
        </p:nvSpPr>
        <p:spPr bwMode="auto">
          <a:xfrm>
            <a:off x="323850" y="549275"/>
            <a:ext cx="8001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latin typeface="Times New Roman" panose="02020603050405020304" pitchFamily="18" charset="0"/>
              </a:rPr>
              <a:t> </a:t>
            </a:r>
            <a:r>
              <a:rPr lang="zh-CN" altLang="en-US" sz="2000">
                <a:latin typeface="Times New Roman" panose="02020603050405020304" pitchFamily="18" charset="0"/>
              </a:rPr>
              <a:t>两个相同的对称二端口网络级联后所构成的复合二端口仍是对称的。对称二端口网络可以用特性阻抗和传输系数作为其参数。</a:t>
            </a:r>
          </a:p>
        </p:txBody>
      </p:sp>
      <p:sp>
        <p:nvSpPr>
          <p:cNvPr id="153641" name="Text Box 41"/>
          <p:cNvSpPr txBox="1">
            <a:spLocks noChangeArrowheads="1"/>
          </p:cNvSpPr>
          <p:nvPr/>
        </p:nvSpPr>
        <p:spPr bwMode="auto">
          <a:xfrm>
            <a:off x="3851275" y="3213100"/>
            <a:ext cx="5292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chemeClr val="hlink"/>
                </a:solidFill>
                <a:latin typeface="Times New Roman" panose="02020603050405020304" pitchFamily="18" charset="0"/>
              </a:rPr>
              <a:t>推广到</a:t>
            </a:r>
            <a:r>
              <a:rPr lang="en-US" altLang="zh-CN" sz="2000" b="1">
                <a:solidFill>
                  <a:schemeClr val="hlink"/>
                </a:solidFill>
                <a:latin typeface="宋体" panose="02010600030101010101" pitchFamily="2" charset="-122"/>
              </a:rPr>
              <a:t>n</a:t>
            </a:r>
            <a:r>
              <a:rPr lang="zh-CN" altLang="en-US" sz="2000" b="1">
                <a:solidFill>
                  <a:schemeClr val="hlink"/>
                </a:solidFill>
                <a:latin typeface="Times New Roman" panose="02020603050405020304" pitchFamily="18" charset="0"/>
              </a:rPr>
              <a:t>个相同对称二端口网络的级联情况：</a:t>
            </a:r>
          </a:p>
        </p:txBody>
      </p:sp>
      <p:grpSp>
        <p:nvGrpSpPr>
          <p:cNvPr id="153656" name="Group 56"/>
          <p:cNvGrpSpPr/>
          <p:nvPr/>
        </p:nvGrpSpPr>
        <p:grpSpPr bwMode="auto">
          <a:xfrm>
            <a:off x="4356100" y="3860802"/>
            <a:ext cx="4811713" cy="1655764"/>
            <a:chOff x="2744" y="2432"/>
            <a:chExt cx="3031" cy="1043"/>
          </a:xfrm>
        </p:grpSpPr>
        <p:sp>
          <p:nvSpPr>
            <p:cNvPr id="34839" name="Rectangle 40"/>
            <p:cNvSpPr>
              <a:spLocks noChangeArrowheads="1"/>
            </p:cNvSpPr>
            <p:nvPr/>
          </p:nvSpPr>
          <p:spPr bwMode="auto">
            <a:xfrm>
              <a:off x="2744" y="2432"/>
              <a:ext cx="2640" cy="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en-US" altLang="zh-CN" sz="2000" dirty="0">
                  <a:latin typeface="宋体" panose="02010600030101010101" pitchFamily="2" charset="-122"/>
                </a:rPr>
                <a:t>1.</a:t>
              </a:r>
              <a:r>
                <a:rPr lang="zh-CN" altLang="en-US" sz="2000" dirty="0">
                  <a:latin typeface="宋体" panose="02010600030101010101" pitchFamily="2" charset="-122"/>
                </a:rPr>
                <a:t>复合二端口网络的特性阻抗与每一个二端口网络的特性阻抗相同；</a:t>
              </a:r>
            </a:p>
            <a:p>
              <a:pPr algn="just" eaLnBrk="0" hangingPunct="0"/>
              <a:endParaRPr lang="zh-CN" altLang="en-US" sz="2000" dirty="0">
                <a:latin typeface="宋体" panose="02010600030101010101" pitchFamily="2" charset="-122"/>
              </a:endParaRPr>
            </a:p>
            <a:p>
              <a:pPr algn="just" eaLnBrk="0" hangingPunct="0"/>
              <a:r>
                <a:rPr lang="en-US" altLang="zh-CN" sz="2000" dirty="0">
                  <a:latin typeface="宋体" panose="02010600030101010101" pitchFamily="2" charset="-122"/>
                </a:rPr>
                <a:t>2.</a:t>
              </a:r>
              <a:r>
                <a:rPr lang="zh-CN" altLang="en-US" sz="2000" dirty="0">
                  <a:latin typeface="宋体" panose="02010600030101010101" pitchFamily="2" charset="-122"/>
                </a:rPr>
                <a:t>复合二端口网络的传输系数等于每一个二端口网络传输系数的</a:t>
              </a:r>
              <a:r>
                <a:rPr lang="en-US" altLang="zh-CN" sz="2000" dirty="0">
                  <a:latin typeface="宋体" panose="02010600030101010101" pitchFamily="2" charset="-122"/>
                </a:rPr>
                <a:t>n</a:t>
              </a:r>
              <a:r>
                <a:rPr lang="zh-CN" altLang="en-US" sz="2000" dirty="0">
                  <a:latin typeface="宋体" panose="02010600030101010101" pitchFamily="2" charset="-122"/>
                </a:rPr>
                <a:t>倍：</a:t>
              </a:r>
            </a:p>
          </p:txBody>
        </p:sp>
        <p:graphicFrame>
          <p:nvGraphicFramePr>
            <p:cNvPr id="34840" name="Object 42"/>
            <p:cNvGraphicFramePr>
              <a:graphicFrameLocks noChangeAspect="1"/>
            </p:cNvGraphicFramePr>
            <p:nvPr/>
          </p:nvGraphicFramePr>
          <p:xfrm>
            <a:off x="5244" y="3196"/>
            <a:ext cx="531" cy="279"/>
          </p:xfrm>
          <a:graphic>
            <a:graphicData uri="http://schemas.openxmlformats.org/presentationml/2006/ole">
              <mc:AlternateContent xmlns:mc="http://schemas.openxmlformats.org/markup-compatibility/2006">
                <mc:Choice xmlns:v="urn:schemas-microsoft-com:vml" Requires="v">
                  <p:oleObj spid="_x0000_s34456" name="Equation" r:id="rId3" imgW="11887200" imgH="5486400" progId="Equation.DSMT4">
                    <p:embed/>
                  </p:oleObj>
                </mc:Choice>
                <mc:Fallback>
                  <p:oleObj name="Equation" r:id="rId3" imgW="11887200" imgH="5486400" progId="Equation.DSMT4">
                    <p:embed/>
                    <p:pic>
                      <p:nvPicPr>
                        <p:cNvPr id="0" name="图片 34447"/>
                        <p:cNvPicPr>
                          <a:picLocks noChangeAspect="1" noChangeArrowheads="1"/>
                        </p:cNvPicPr>
                        <p:nvPr/>
                      </p:nvPicPr>
                      <p:blipFill>
                        <a:blip r:embed="rId4"/>
                        <a:srcRect/>
                        <a:stretch>
                          <a:fillRect/>
                        </a:stretch>
                      </p:blipFill>
                      <p:spPr bwMode="auto">
                        <a:xfrm>
                          <a:off x="5244" y="3196"/>
                          <a:ext cx="531" cy="279"/>
                        </a:xfrm>
                        <a:prstGeom prst="rect">
                          <a:avLst/>
                        </a:prstGeom>
                        <a:noFill/>
                        <a:ln>
                          <a:noFill/>
                        </a:ln>
                      </p:spPr>
                    </p:pic>
                  </p:oleObj>
                </mc:Fallback>
              </mc:AlternateContent>
            </a:graphicData>
          </a:graphic>
        </p:graphicFrame>
      </p:grpSp>
      <p:grpSp>
        <p:nvGrpSpPr>
          <p:cNvPr id="153649" name="Group 49"/>
          <p:cNvGrpSpPr/>
          <p:nvPr/>
        </p:nvGrpSpPr>
        <p:grpSpPr bwMode="auto">
          <a:xfrm>
            <a:off x="174625" y="1628775"/>
            <a:ext cx="8718550" cy="1946275"/>
            <a:chOff x="0" y="1152"/>
            <a:chExt cx="5492" cy="1226"/>
          </a:xfrm>
        </p:grpSpPr>
        <p:graphicFrame>
          <p:nvGraphicFramePr>
            <p:cNvPr id="34834" name="Object 27"/>
            <p:cNvGraphicFramePr>
              <a:graphicFrameLocks noChangeAspect="1"/>
            </p:cNvGraphicFramePr>
            <p:nvPr/>
          </p:nvGraphicFramePr>
          <p:xfrm>
            <a:off x="3746" y="1622"/>
            <a:ext cx="753" cy="346"/>
          </p:xfrm>
          <a:graphic>
            <a:graphicData uri="http://schemas.openxmlformats.org/presentationml/2006/ole">
              <mc:AlternateContent xmlns:mc="http://schemas.openxmlformats.org/markup-compatibility/2006">
                <mc:Choice xmlns:v="urn:schemas-microsoft-com:vml" Requires="v">
                  <p:oleObj spid="_x0000_s34457" name="Equation" r:id="rId5" imgW="12496800" imgH="5486400" progId="Equation.DSMT4">
                    <p:embed/>
                  </p:oleObj>
                </mc:Choice>
                <mc:Fallback>
                  <p:oleObj name="Equation" r:id="rId5" imgW="12496800" imgH="5486400" progId="Equation.DSMT4">
                    <p:embed/>
                    <p:pic>
                      <p:nvPicPr>
                        <p:cNvPr id="0" name="图片 34448"/>
                        <p:cNvPicPr>
                          <a:picLocks noChangeAspect="1" noChangeArrowheads="1"/>
                        </p:cNvPicPr>
                        <p:nvPr/>
                      </p:nvPicPr>
                      <p:blipFill>
                        <a:blip r:embed="rId6"/>
                        <a:srcRect/>
                        <a:stretch>
                          <a:fillRect/>
                        </a:stretch>
                      </p:blipFill>
                      <p:spPr bwMode="auto">
                        <a:xfrm>
                          <a:off x="3746" y="1622"/>
                          <a:ext cx="753" cy="346"/>
                        </a:xfrm>
                        <a:prstGeom prst="rect">
                          <a:avLst/>
                        </a:prstGeom>
                        <a:noFill/>
                        <a:ln>
                          <a:noFill/>
                        </a:ln>
                      </p:spPr>
                    </p:pic>
                  </p:oleObj>
                </mc:Fallback>
              </mc:AlternateContent>
            </a:graphicData>
          </a:graphic>
        </p:graphicFrame>
        <p:grpSp>
          <p:nvGrpSpPr>
            <p:cNvPr id="34835" name="Group 44"/>
            <p:cNvGrpSpPr/>
            <p:nvPr/>
          </p:nvGrpSpPr>
          <p:grpSpPr bwMode="auto">
            <a:xfrm>
              <a:off x="0" y="1152"/>
              <a:ext cx="3120" cy="1226"/>
              <a:chOff x="2496" y="1184"/>
              <a:chExt cx="3120" cy="1226"/>
            </a:xfrm>
          </p:grpSpPr>
          <p:sp>
            <p:nvSpPr>
              <p:cNvPr id="34837" name="Rectangle 31"/>
              <p:cNvSpPr>
                <a:spLocks noChangeArrowheads="1"/>
              </p:cNvSpPr>
              <p:nvPr/>
            </p:nvSpPr>
            <p:spPr bwMode="auto">
              <a:xfrm>
                <a:off x="2496" y="2160"/>
                <a:ext cx="26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endParaRPr lang="zh-CN" altLang="zh-CN" sz="2000">
                  <a:solidFill>
                    <a:srgbClr val="000000"/>
                  </a:solidFill>
                  <a:latin typeface="宋体" panose="02010600030101010101" pitchFamily="2" charset="-122"/>
                </a:endParaRPr>
              </a:p>
            </p:txBody>
          </p:sp>
          <p:graphicFrame>
            <p:nvGraphicFramePr>
              <p:cNvPr id="34838" name="Object 32"/>
              <p:cNvGraphicFramePr>
                <a:graphicFrameLocks noChangeAspect="1"/>
              </p:cNvGraphicFramePr>
              <p:nvPr/>
            </p:nvGraphicFramePr>
            <p:xfrm>
              <a:off x="2496" y="1184"/>
              <a:ext cx="3120" cy="955"/>
            </p:xfrm>
            <a:graphic>
              <a:graphicData uri="http://schemas.openxmlformats.org/presentationml/2006/ole">
                <mc:AlternateContent xmlns:mc="http://schemas.openxmlformats.org/markup-compatibility/2006">
                  <mc:Choice xmlns:v="urn:schemas-microsoft-com:vml" Requires="v">
                    <p:oleObj spid="_x0000_s34458" name="Visio" r:id="rId7" imgW="4076700" imgH="1257300" progId="Visio.Drawing.11">
                      <p:embed/>
                    </p:oleObj>
                  </mc:Choice>
                  <mc:Fallback>
                    <p:oleObj name="Visio" r:id="rId7" imgW="4076700" imgH="1257300" progId="Visio.Drawing.11">
                      <p:embed/>
                      <p:pic>
                        <p:nvPicPr>
                          <p:cNvPr id="0" name="图片 34449"/>
                          <p:cNvPicPr>
                            <a:picLocks noChangeAspect="1" noChangeArrowheads="1"/>
                          </p:cNvPicPr>
                          <p:nvPr/>
                        </p:nvPicPr>
                        <p:blipFill>
                          <a:blip r:embed="rId8"/>
                          <a:srcRect/>
                          <a:stretch>
                            <a:fillRect/>
                          </a:stretch>
                        </p:blipFill>
                        <p:spPr bwMode="auto">
                          <a:xfrm>
                            <a:off x="2496" y="1184"/>
                            <a:ext cx="3120"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4836" name="Rectangle 48"/>
            <p:cNvSpPr>
              <a:spLocks noChangeArrowheads="1"/>
            </p:cNvSpPr>
            <p:nvPr/>
          </p:nvSpPr>
          <p:spPr bwMode="auto">
            <a:xfrm>
              <a:off x="3136" y="1215"/>
              <a:ext cx="2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a:latin typeface="宋体" panose="02010600030101010101" pitchFamily="2" charset="-122"/>
                  <a:cs typeface="Times New Roman" panose="02020603050405020304" pitchFamily="18" charset="0"/>
                </a:rPr>
                <a:t>两个相同对称二端口网络的级联</a:t>
              </a:r>
            </a:p>
          </p:txBody>
        </p:sp>
      </p:grpSp>
      <p:sp>
        <p:nvSpPr>
          <p:cNvPr id="34828" name="Text Box 37"/>
          <p:cNvSpPr txBox="1">
            <a:spLocks noChangeArrowheads="1"/>
          </p:cNvSpPr>
          <p:nvPr/>
        </p:nvSpPr>
        <p:spPr bwMode="auto">
          <a:xfrm>
            <a:off x="395288" y="3500438"/>
            <a:ext cx="3886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Times New Roman" panose="02020603050405020304" pitchFamily="18" charset="0"/>
              </a:rPr>
              <a:t>根据传输系数的含义可知：</a:t>
            </a:r>
          </a:p>
        </p:txBody>
      </p:sp>
      <p:graphicFrame>
        <p:nvGraphicFramePr>
          <p:cNvPr id="34829" name="Object 34"/>
          <p:cNvGraphicFramePr>
            <a:graphicFrameLocks noChangeAspect="1"/>
          </p:cNvGraphicFramePr>
          <p:nvPr/>
        </p:nvGraphicFramePr>
        <p:xfrm>
          <a:off x="3182938" y="3851275"/>
          <a:ext cx="679450" cy="461963"/>
        </p:xfrm>
        <a:graphic>
          <a:graphicData uri="http://schemas.openxmlformats.org/presentationml/2006/ole">
            <mc:AlternateContent xmlns:mc="http://schemas.openxmlformats.org/markup-compatibility/2006">
              <mc:Choice xmlns:v="urn:schemas-microsoft-com:vml" Requires="v">
                <p:oleObj spid="_x0000_s34459" name="Equation" r:id="rId9" imgW="8839200" imgH="5791200" progId="Equation.DSMT4">
                  <p:embed/>
                </p:oleObj>
              </mc:Choice>
              <mc:Fallback>
                <p:oleObj name="Equation" r:id="rId9" imgW="8839200" imgH="5791200" progId="Equation.DSMT4">
                  <p:embed/>
                  <p:pic>
                    <p:nvPicPr>
                      <p:cNvPr id="0" name="图片 34450"/>
                      <p:cNvPicPr>
                        <a:picLocks noChangeAspect="1" noChangeArrowheads="1"/>
                      </p:cNvPicPr>
                      <p:nvPr/>
                    </p:nvPicPr>
                    <p:blipFill>
                      <a:blip r:embed="rId10"/>
                      <a:srcRect/>
                      <a:stretch>
                        <a:fillRect/>
                      </a:stretch>
                    </p:blipFill>
                    <p:spPr bwMode="auto">
                      <a:xfrm>
                        <a:off x="3182938" y="3851275"/>
                        <a:ext cx="679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0" name="Object 35"/>
          <p:cNvGraphicFramePr>
            <a:graphicFrameLocks noChangeAspect="1"/>
          </p:cNvGraphicFramePr>
          <p:nvPr/>
        </p:nvGraphicFramePr>
        <p:xfrm>
          <a:off x="1509713" y="4687888"/>
          <a:ext cx="2192337" cy="476250"/>
        </p:xfrm>
        <a:graphic>
          <a:graphicData uri="http://schemas.openxmlformats.org/presentationml/2006/ole">
            <mc:AlternateContent xmlns:mc="http://schemas.openxmlformats.org/markup-compatibility/2006">
              <mc:Choice xmlns:v="urn:schemas-microsoft-com:vml" Requires="v">
                <p:oleObj spid="_x0000_s34460" name="Equation" r:id="rId11" imgW="28651200" imgH="5791200" progId="Equation.DSMT4">
                  <p:embed/>
                </p:oleObj>
              </mc:Choice>
              <mc:Fallback>
                <p:oleObj name="Equation" r:id="rId11" imgW="28651200" imgH="5791200" progId="Equation.DSMT4">
                  <p:embed/>
                  <p:pic>
                    <p:nvPicPr>
                      <p:cNvPr id="0" name="图片 34451"/>
                      <p:cNvPicPr>
                        <a:picLocks noChangeAspect="1" noChangeArrowheads="1"/>
                      </p:cNvPicPr>
                      <p:nvPr/>
                    </p:nvPicPr>
                    <p:blipFill>
                      <a:blip r:embed="rId12"/>
                      <a:srcRect/>
                      <a:stretch>
                        <a:fillRect/>
                      </a:stretch>
                    </p:blipFill>
                    <p:spPr bwMode="auto">
                      <a:xfrm>
                        <a:off x="1509713" y="4687888"/>
                        <a:ext cx="21923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1" name="Text Box 38"/>
          <p:cNvSpPr txBox="1">
            <a:spLocks noChangeArrowheads="1"/>
          </p:cNvSpPr>
          <p:nvPr/>
        </p:nvSpPr>
        <p:spPr bwMode="auto">
          <a:xfrm>
            <a:off x="395288" y="3925888"/>
            <a:ext cx="342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latin typeface="Times New Roman" panose="02020603050405020304" pitchFamily="18" charset="0"/>
              </a:rPr>
              <a:t>右二端口的输入电压为：</a:t>
            </a:r>
          </a:p>
        </p:txBody>
      </p:sp>
      <p:sp>
        <p:nvSpPr>
          <p:cNvPr id="34832" name="Text Box 39"/>
          <p:cNvSpPr txBox="1">
            <a:spLocks noChangeArrowheads="1"/>
          </p:cNvSpPr>
          <p:nvPr/>
        </p:nvSpPr>
        <p:spPr bwMode="auto">
          <a:xfrm>
            <a:off x="395288" y="4338638"/>
            <a:ext cx="3657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Times New Roman" panose="02020603050405020304" pitchFamily="18" charset="0"/>
              </a:rPr>
              <a:t>左二端口的输入电压为：</a:t>
            </a:r>
          </a:p>
        </p:txBody>
      </p:sp>
      <p:sp>
        <p:nvSpPr>
          <p:cNvPr id="34833" name="AutoShape 50"/>
          <p:cNvSpPr/>
          <p:nvPr/>
        </p:nvSpPr>
        <p:spPr bwMode="auto">
          <a:xfrm>
            <a:off x="3900488" y="4110038"/>
            <a:ext cx="152400" cy="914400"/>
          </a:xfrm>
          <a:prstGeom prst="rightBrace">
            <a:avLst>
              <a:gd name="adj1" fmla="val 50000"/>
              <a:gd name="adj2" fmla="val 50000"/>
            </a:avLst>
          </a:prstGeom>
          <a:noFill/>
          <a:ln w="254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653" name="Group 53"/>
          <p:cNvGrpSpPr/>
          <p:nvPr/>
        </p:nvGrpSpPr>
        <p:grpSpPr bwMode="auto">
          <a:xfrm>
            <a:off x="914400" y="5383213"/>
            <a:ext cx="2174876" cy="438150"/>
            <a:chOff x="576" y="3391"/>
            <a:chExt cx="1370" cy="276"/>
          </a:xfrm>
        </p:grpSpPr>
        <p:graphicFrame>
          <p:nvGraphicFramePr>
            <p:cNvPr id="34826" name="Object 36"/>
            <p:cNvGraphicFramePr>
              <a:graphicFrameLocks noChangeAspect="1"/>
            </p:cNvGraphicFramePr>
            <p:nvPr/>
          </p:nvGraphicFramePr>
          <p:xfrm>
            <a:off x="1376" y="3391"/>
            <a:ext cx="570" cy="276"/>
          </p:xfrm>
          <a:graphic>
            <a:graphicData uri="http://schemas.openxmlformats.org/presentationml/2006/ole">
              <mc:AlternateContent xmlns:mc="http://schemas.openxmlformats.org/markup-compatibility/2006">
                <mc:Choice xmlns:v="urn:schemas-microsoft-com:vml" Requires="v">
                  <p:oleObj spid="_x0000_s34461" name="Equation" r:id="rId13" imgW="11887200" imgH="5486400" progId="Equation.DSMT4">
                    <p:embed/>
                  </p:oleObj>
                </mc:Choice>
                <mc:Fallback>
                  <p:oleObj name="Equation" r:id="rId13" imgW="11887200" imgH="5486400" progId="Equation.DSMT4">
                    <p:embed/>
                    <p:pic>
                      <p:nvPicPr>
                        <p:cNvPr id="0" name="图片 34452"/>
                        <p:cNvPicPr>
                          <a:picLocks noChangeAspect="1" noChangeArrowheads="1"/>
                        </p:cNvPicPr>
                        <p:nvPr/>
                      </p:nvPicPr>
                      <p:blipFill>
                        <a:blip r:embed="rId14"/>
                        <a:srcRect/>
                        <a:stretch>
                          <a:fillRect/>
                        </a:stretch>
                      </p:blipFill>
                      <p:spPr bwMode="auto">
                        <a:xfrm>
                          <a:off x="1376" y="3391"/>
                          <a:ext cx="57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7" name="AutoShape 51"/>
            <p:cNvSpPr>
              <a:spLocks noChangeArrowheads="1"/>
            </p:cNvSpPr>
            <p:nvPr/>
          </p:nvSpPr>
          <p:spPr bwMode="auto">
            <a:xfrm>
              <a:off x="576" y="3456"/>
              <a:ext cx="672" cy="144"/>
            </a:xfrm>
            <a:prstGeom prst="rightArrow">
              <a:avLst>
                <a:gd name="adj1" fmla="val 50000"/>
                <a:gd name="adj2" fmla="val 1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3630"/>
                                        </p:tgtEl>
                                        <p:attrNameLst>
                                          <p:attrName>style.visibility</p:attrName>
                                        </p:attrNameLst>
                                      </p:cBhvr>
                                      <p:to>
                                        <p:strVal val="visible"/>
                                      </p:to>
                                    </p:set>
                                    <p:anim calcmode="lin" valueType="num">
                                      <p:cBhvr additive="base">
                                        <p:cTn id="7" dur="500" fill="hold"/>
                                        <p:tgtEl>
                                          <p:spTgt spid="153630"/>
                                        </p:tgtEl>
                                        <p:attrNameLst>
                                          <p:attrName>ppt_x</p:attrName>
                                        </p:attrNameLst>
                                      </p:cBhvr>
                                      <p:tavLst>
                                        <p:tav tm="0">
                                          <p:val>
                                            <p:strVal val="0-#ppt_w/2"/>
                                          </p:val>
                                        </p:tav>
                                        <p:tav tm="100000">
                                          <p:val>
                                            <p:strVal val="#ppt_x"/>
                                          </p:val>
                                        </p:tav>
                                      </p:tavLst>
                                    </p:anim>
                                    <p:anim calcmode="lin" valueType="num">
                                      <p:cBhvr additive="base">
                                        <p:cTn id="8" dur="500" fill="hold"/>
                                        <p:tgtEl>
                                          <p:spTgt spid="1536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53649"/>
                                        </p:tgtEl>
                                        <p:attrNameLst>
                                          <p:attrName>style.visibility</p:attrName>
                                        </p:attrNameLst>
                                      </p:cBhvr>
                                      <p:to>
                                        <p:strVal val="visible"/>
                                      </p:to>
                                    </p:set>
                                    <p:animEffect transition="in" filter="blinds(vertical)">
                                      <p:cBhvr>
                                        <p:cTn id="13" dur="500"/>
                                        <p:tgtEl>
                                          <p:spTgt spid="15364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3653"/>
                                        </p:tgtEl>
                                        <p:attrNameLst>
                                          <p:attrName>style.visibility</p:attrName>
                                        </p:attrNameLst>
                                      </p:cBhvr>
                                      <p:to>
                                        <p:strVal val="visible"/>
                                      </p:to>
                                    </p:set>
                                    <p:anim calcmode="lin" valueType="num">
                                      <p:cBhvr additive="base">
                                        <p:cTn id="18" dur="500" fill="hold"/>
                                        <p:tgtEl>
                                          <p:spTgt spid="153653"/>
                                        </p:tgtEl>
                                        <p:attrNameLst>
                                          <p:attrName>ppt_x</p:attrName>
                                        </p:attrNameLst>
                                      </p:cBhvr>
                                      <p:tavLst>
                                        <p:tav tm="0">
                                          <p:val>
                                            <p:strVal val="0-#ppt_w/2"/>
                                          </p:val>
                                        </p:tav>
                                        <p:tav tm="100000">
                                          <p:val>
                                            <p:strVal val="#ppt_x"/>
                                          </p:val>
                                        </p:tav>
                                      </p:tavLst>
                                    </p:anim>
                                    <p:anim calcmode="lin" valueType="num">
                                      <p:cBhvr additive="base">
                                        <p:cTn id="19" dur="500" fill="hold"/>
                                        <p:tgtEl>
                                          <p:spTgt spid="15365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53641"/>
                                        </p:tgtEl>
                                        <p:attrNameLst>
                                          <p:attrName>style.visibility</p:attrName>
                                        </p:attrNameLst>
                                      </p:cBhvr>
                                      <p:to>
                                        <p:strVal val="visible"/>
                                      </p:to>
                                    </p:set>
                                    <p:anim calcmode="lin" valueType="num">
                                      <p:cBhvr additive="base">
                                        <p:cTn id="24" dur="500" fill="hold"/>
                                        <p:tgtEl>
                                          <p:spTgt spid="153641"/>
                                        </p:tgtEl>
                                        <p:attrNameLst>
                                          <p:attrName>ppt_x</p:attrName>
                                        </p:attrNameLst>
                                      </p:cBhvr>
                                      <p:tavLst>
                                        <p:tav tm="0">
                                          <p:val>
                                            <p:strVal val="1+#ppt_w/2"/>
                                          </p:val>
                                        </p:tav>
                                        <p:tav tm="100000">
                                          <p:val>
                                            <p:strVal val="#ppt_x"/>
                                          </p:val>
                                        </p:tav>
                                      </p:tavLst>
                                    </p:anim>
                                    <p:anim calcmode="lin" valueType="num">
                                      <p:cBhvr additive="base">
                                        <p:cTn id="25" dur="500" fill="hold"/>
                                        <p:tgtEl>
                                          <p:spTgt spid="153641"/>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3656"/>
                                        </p:tgtEl>
                                        <p:attrNameLst>
                                          <p:attrName>style.visibility</p:attrName>
                                        </p:attrNameLst>
                                      </p:cBhvr>
                                      <p:to>
                                        <p:strVal val="visible"/>
                                      </p:to>
                                    </p:set>
                                    <p:anim calcmode="lin" valueType="num">
                                      <p:cBhvr additive="base">
                                        <p:cTn id="30" dur="500" fill="hold"/>
                                        <p:tgtEl>
                                          <p:spTgt spid="153656"/>
                                        </p:tgtEl>
                                        <p:attrNameLst>
                                          <p:attrName>ppt_x</p:attrName>
                                        </p:attrNameLst>
                                      </p:cBhvr>
                                      <p:tavLst>
                                        <p:tav tm="0">
                                          <p:val>
                                            <p:strVal val="#ppt_x"/>
                                          </p:val>
                                        </p:tav>
                                        <p:tav tm="100000">
                                          <p:val>
                                            <p:strVal val="#ppt_x"/>
                                          </p:val>
                                        </p:tav>
                                      </p:tavLst>
                                    </p:anim>
                                    <p:anim calcmode="lin" valueType="num">
                                      <p:cBhvr additive="base">
                                        <p:cTn id="31" dur="500" fill="hold"/>
                                        <p:tgtEl>
                                          <p:spTgt spid="1536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0" grpId="0" autoUpdateAnimBg="0"/>
      <p:bldP spid="15364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type="subTitle" idx="1"/>
          </p:nvPr>
        </p:nvSpPr>
        <p:spPr>
          <a:xfrm>
            <a:off x="838200" y="908720"/>
            <a:ext cx="7772400" cy="1066800"/>
          </a:xfrm>
        </p:spPr>
        <p:txBody>
          <a:bodyPr rtlCol="0">
            <a:normAutofit/>
          </a:bodyPr>
          <a:lstStyle/>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求下图所示二端口的传输参数，并求输出端口开路时转移函数</a:t>
            </a:r>
          </a:p>
          <a:p>
            <a:pPr algn="just" eaLnBrk="1" fontAlgn="auto" hangingPunct="1">
              <a:spcAft>
                <a:spcPts val="0"/>
              </a:spcAft>
              <a:buFont typeface="Arial" panose="020B0604020202020204" pitchFamily="34" charset="0"/>
              <a:buNone/>
              <a:defRPr/>
            </a:pPr>
            <a:r>
              <a:rPr lang="zh-CN" altLang="en-US" sz="2000" b="1" dirty="0">
                <a:solidFill>
                  <a:schemeClr val="tx1"/>
                </a:solidFill>
                <a:latin typeface="宋体" panose="02010600030101010101" pitchFamily="2" charset="-122"/>
              </a:rPr>
              <a:t>          </a:t>
            </a:r>
          </a:p>
        </p:txBody>
      </p:sp>
      <p:graphicFrame>
        <p:nvGraphicFramePr>
          <p:cNvPr id="155657" name="Object 9"/>
          <p:cNvGraphicFramePr>
            <a:graphicFrameLocks noChangeAspect="1"/>
          </p:cNvGraphicFramePr>
          <p:nvPr/>
        </p:nvGraphicFramePr>
        <p:xfrm>
          <a:off x="-36513" y="188913"/>
          <a:ext cx="9144001" cy="579437"/>
        </p:xfrm>
        <a:graphic>
          <a:graphicData uri="http://schemas.openxmlformats.org/presentationml/2006/ole">
            <mc:AlternateContent xmlns:mc="http://schemas.openxmlformats.org/markup-compatibility/2006">
              <mc:Choice xmlns:v="urn:schemas-microsoft-com:vml" Requires="v">
                <p:oleObj spid="_x0000_s41590" name="Visio" r:id="rId3" imgW="6832600" imgH="444500" progId="Visio.Drawing.11">
                  <p:embed/>
                </p:oleObj>
              </mc:Choice>
              <mc:Fallback>
                <p:oleObj name="Visio" r:id="rId3" imgW="6832600" imgH="444500" progId="Visio.Drawing.11">
                  <p:embed/>
                  <p:pic>
                    <p:nvPicPr>
                      <p:cNvPr id="0" name="图片 41572"/>
                      <p:cNvPicPr>
                        <a:picLocks noChangeAspect="1" noChangeArrowheads="1"/>
                      </p:cNvPicPr>
                      <p:nvPr/>
                    </p:nvPicPr>
                    <p:blipFill>
                      <a:blip r:embed="rId4"/>
                      <a:srcRect/>
                      <a:stretch>
                        <a:fillRect/>
                      </a:stretch>
                    </p:blipFill>
                    <p:spPr bwMode="auto">
                      <a:xfrm>
                        <a:off x="-36513" y="188913"/>
                        <a:ext cx="9144001"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5711" name="Group 63"/>
          <p:cNvGrpSpPr/>
          <p:nvPr/>
        </p:nvGrpSpPr>
        <p:grpSpPr bwMode="auto">
          <a:xfrm>
            <a:off x="937009" y="1412776"/>
            <a:ext cx="6897104" cy="420585"/>
            <a:chOff x="591" y="981"/>
            <a:chExt cx="4247" cy="253"/>
          </a:xfrm>
        </p:grpSpPr>
        <p:graphicFrame>
          <p:nvGraphicFramePr>
            <p:cNvPr id="35861" name="Object 37"/>
            <p:cNvGraphicFramePr>
              <a:graphicFrameLocks noChangeAspect="1"/>
            </p:cNvGraphicFramePr>
            <p:nvPr/>
          </p:nvGraphicFramePr>
          <p:xfrm>
            <a:off x="591" y="981"/>
            <a:ext cx="731" cy="222"/>
          </p:xfrm>
          <a:graphic>
            <a:graphicData uri="http://schemas.openxmlformats.org/presentationml/2006/ole">
              <mc:AlternateContent xmlns:mc="http://schemas.openxmlformats.org/markup-compatibility/2006">
                <mc:Choice xmlns:v="urn:schemas-microsoft-com:vml" Requires="v">
                  <p:oleObj spid="_x0000_s41591" name="Equation" r:id="rId5" imgW="19507200" imgH="5486400" progId="Equation.DSMT4">
                    <p:embed/>
                  </p:oleObj>
                </mc:Choice>
                <mc:Fallback>
                  <p:oleObj name="Equation" r:id="rId5" imgW="19507200" imgH="5486400" progId="Equation.DSMT4">
                    <p:embed/>
                    <p:pic>
                      <p:nvPicPr>
                        <p:cNvPr id="0" name="图片 41573"/>
                        <p:cNvPicPr>
                          <a:picLocks noChangeAspect="1" noChangeArrowheads="1"/>
                        </p:cNvPicPr>
                        <p:nvPr/>
                      </p:nvPicPr>
                      <p:blipFill>
                        <a:blip r:embed="rId6"/>
                        <a:srcRect/>
                        <a:stretch>
                          <a:fillRect/>
                        </a:stretch>
                      </p:blipFill>
                      <p:spPr bwMode="auto">
                        <a:xfrm>
                          <a:off x="591" y="981"/>
                          <a:ext cx="731" cy="222"/>
                        </a:xfrm>
                        <a:prstGeom prst="rect">
                          <a:avLst/>
                        </a:prstGeom>
                        <a:noFill/>
                        <a:ln>
                          <a:noFill/>
                        </a:ln>
                      </p:spPr>
                    </p:pic>
                  </p:oleObj>
                </mc:Fallback>
              </mc:AlternateContent>
            </a:graphicData>
          </a:graphic>
        </p:graphicFrame>
        <p:graphicFrame>
          <p:nvGraphicFramePr>
            <p:cNvPr id="35862" name="Object 39"/>
            <p:cNvGraphicFramePr>
              <a:graphicFrameLocks noChangeAspect="1"/>
            </p:cNvGraphicFramePr>
            <p:nvPr/>
          </p:nvGraphicFramePr>
          <p:xfrm>
            <a:off x="1382" y="997"/>
            <a:ext cx="500" cy="221"/>
          </p:xfrm>
          <a:graphic>
            <a:graphicData uri="http://schemas.openxmlformats.org/presentationml/2006/ole">
              <mc:AlternateContent xmlns:mc="http://schemas.openxmlformats.org/markup-compatibility/2006">
                <mc:Choice xmlns:v="urn:schemas-microsoft-com:vml" Requires="v">
                  <p:oleObj spid="_x0000_s41592" name="Equation" r:id="rId7" imgW="13411200" imgH="5486400" progId="Equation.DSMT4">
                    <p:embed/>
                  </p:oleObj>
                </mc:Choice>
                <mc:Fallback>
                  <p:oleObj name="Equation" r:id="rId7" imgW="13411200" imgH="5486400" progId="Equation.DSMT4">
                    <p:embed/>
                    <p:pic>
                      <p:nvPicPr>
                        <p:cNvPr id="0" name="图片 41574"/>
                        <p:cNvPicPr>
                          <a:picLocks noChangeAspect="1" noChangeArrowheads="1"/>
                        </p:cNvPicPr>
                        <p:nvPr/>
                      </p:nvPicPr>
                      <p:blipFill>
                        <a:blip r:embed="rId8"/>
                        <a:srcRect/>
                        <a:stretch>
                          <a:fillRect/>
                        </a:stretch>
                      </p:blipFill>
                      <p:spPr bwMode="auto">
                        <a:xfrm>
                          <a:off x="1382" y="997"/>
                          <a:ext cx="50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3" name="Object 41"/>
            <p:cNvGraphicFramePr>
              <a:graphicFrameLocks noChangeAspect="1"/>
            </p:cNvGraphicFramePr>
            <p:nvPr/>
          </p:nvGraphicFramePr>
          <p:xfrm>
            <a:off x="1951" y="985"/>
            <a:ext cx="667" cy="244"/>
          </p:xfrm>
          <a:graphic>
            <a:graphicData uri="http://schemas.openxmlformats.org/presentationml/2006/ole">
              <mc:AlternateContent xmlns:mc="http://schemas.openxmlformats.org/markup-compatibility/2006">
                <mc:Choice xmlns:v="urn:schemas-microsoft-com:vml" Requires="v">
                  <p:oleObj spid="_x0000_s41593" name="Equation" r:id="rId9" imgW="16154400" imgH="5486400" progId="Equation.DSMT4">
                    <p:embed/>
                  </p:oleObj>
                </mc:Choice>
                <mc:Fallback>
                  <p:oleObj name="Equation" r:id="rId9" imgW="16154400" imgH="5486400" progId="Equation.DSMT4">
                    <p:embed/>
                    <p:pic>
                      <p:nvPicPr>
                        <p:cNvPr id="0" name="图片 41575"/>
                        <p:cNvPicPr>
                          <a:picLocks noChangeAspect="1" noChangeArrowheads="1"/>
                        </p:cNvPicPr>
                        <p:nvPr/>
                      </p:nvPicPr>
                      <p:blipFill>
                        <a:blip r:embed="rId10"/>
                        <a:srcRect/>
                        <a:stretch>
                          <a:fillRect/>
                        </a:stretch>
                      </p:blipFill>
                      <p:spPr bwMode="auto">
                        <a:xfrm>
                          <a:off x="1951" y="985"/>
                          <a:ext cx="66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4" name="Object 43"/>
            <p:cNvGraphicFramePr>
              <a:graphicFrameLocks noChangeAspect="1"/>
            </p:cNvGraphicFramePr>
            <p:nvPr/>
          </p:nvGraphicFramePr>
          <p:xfrm>
            <a:off x="2696" y="987"/>
            <a:ext cx="838" cy="227"/>
          </p:xfrm>
          <a:graphic>
            <a:graphicData uri="http://schemas.openxmlformats.org/presentationml/2006/ole">
              <mc:AlternateContent xmlns:mc="http://schemas.openxmlformats.org/markup-compatibility/2006">
                <mc:Choice xmlns:v="urn:schemas-microsoft-com:vml" Requires="v">
                  <p:oleObj spid="_x0000_s41594" name="Equation" r:id="rId11" imgW="21945600" imgH="5486400" progId="Equation.DSMT4">
                    <p:embed/>
                  </p:oleObj>
                </mc:Choice>
                <mc:Fallback>
                  <p:oleObj name="Equation" r:id="rId11" imgW="21945600" imgH="5486400" progId="Equation.DSMT4">
                    <p:embed/>
                    <p:pic>
                      <p:nvPicPr>
                        <p:cNvPr id="0" name="图片 41576"/>
                        <p:cNvPicPr>
                          <a:picLocks noChangeAspect="1" noChangeArrowheads="1"/>
                        </p:cNvPicPr>
                        <p:nvPr/>
                      </p:nvPicPr>
                      <p:blipFill>
                        <a:blip r:embed="rId12"/>
                        <a:srcRect/>
                        <a:stretch>
                          <a:fillRect/>
                        </a:stretch>
                      </p:blipFill>
                      <p:spPr bwMode="auto">
                        <a:xfrm>
                          <a:off x="2696" y="987"/>
                          <a:ext cx="83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5" name="Object 45"/>
            <p:cNvGraphicFramePr>
              <a:graphicFrameLocks noChangeAspect="1"/>
            </p:cNvGraphicFramePr>
            <p:nvPr/>
          </p:nvGraphicFramePr>
          <p:xfrm>
            <a:off x="3583" y="983"/>
            <a:ext cx="689" cy="251"/>
          </p:xfrm>
          <a:graphic>
            <a:graphicData uri="http://schemas.openxmlformats.org/presentationml/2006/ole">
              <mc:AlternateContent xmlns:mc="http://schemas.openxmlformats.org/markup-compatibility/2006">
                <mc:Choice xmlns:v="urn:schemas-microsoft-com:vml" Requires="v">
                  <p:oleObj spid="_x0000_s41595" name="Equation" r:id="rId13" imgW="16154400" imgH="5486400" progId="Equation.DSMT4">
                    <p:embed/>
                  </p:oleObj>
                </mc:Choice>
                <mc:Fallback>
                  <p:oleObj name="Equation" r:id="rId13" imgW="16154400" imgH="5486400" progId="Equation.DSMT4">
                    <p:embed/>
                    <p:pic>
                      <p:nvPicPr>
                        <p:cNvPr id="0" name="图片 41577"/>
                        <p:cNvPicPr>
                          <a:picLocks noChangeAspect="1" noChangeArrowheads="1"/>
                        </p:cNvPicPr>
                        <p:nvPr/>
                      </p:nvPicPr>
                      <p:blipFill>
                        <a:blip r:embed="rId14"/>
                        <a:srcRect/>
                        <a:stretch>
                          <a:fillRect/>
                        </a:stretch>
                      </p:blipFill>
                      <p:spPr bwMode="auto">
                        <a:xfrm>
                          <a:off x="3583" y="983"/>
                          <a:ext cx="68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6" name="Object 47"/>
            <p:cNvGraphicFramePr>
              <a:graphicFrameLocks noChangeAspect="1"/>
            </p:cNvGraphicFramePr>
            <p:nvPr/>
          </p:nvGraphicFramePr>
          <p:xfrm>
            <a:off x="4330" y="989"/>
            <a:ext cx="508" cy="218"/>
          </p:xfrm>
          <a:graphic>
            <a:graphicData uri="http://schemas.openxmlformats.org/presentationml/2006/ole">
              <mc:AlternateContent xmlns:mc="http://schemas.openxmlformats.org/markup-compatibility/2006">
                <mc:Choice xmlns:v="urn:schemas-microsoft-com:vml" Requires="v">
                  <p:oleObj spid="_x0000_s41596" name="Equation" r:id="rId15" imgW="13716000" imgH="5486400" progId="Equation.DSMT4">
                    <p:embed/>
                  </p:oleObj>
                </mc:Choice>
                <mc:Fallback>
                  <p:oleObj name="Equation" r:id="rId15" imgW="13716000" imgH="5486400" progId="Equation.DSMT4">
                    <p:embed/>
                    <p:pic>
                      <p:nvPicPr>
                        <p:cNvPr id="0" name="图片 41578"/>
                        <p:cNvPicPr>
                          <a:picLocks noChangeAspect="1" noChangeArrowheads="1"/>
                        </p:cNvPicPr>
                        <p:nvPr/>
                      </p:nvPicPr>
                      <p:blipFill>
                        <a:blip r:embed="rId16"/>
                        <a:srcRect/>
                        <a:stretch>
                          <a:fillRect/>
                        </a:stretch>
                      </p:blipFill>
                      <p:spPr bwMode="auto">
                        <a:xfrm>
                          <a:off x="4330" y="989"/>
                          <a:ext cx="50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55697" name="Object 49"/>
          <p:cNvGraphicFramePr>
            <a:graphicFrameLocks noChangeAspect="1"/>
          </p:cNvGraphicFramePr>
          <p:nvPr/>
        </p:nvGraphicFramePr>
        <p:xfrm>
          <a:off x="4648200" y="2012950"/>
          <a:ext cx="4267200" cy="1249363"/>
        </p:xfrm>
        <a:graphic>
          <a:graphicData uri="http://schemas.openxmlformats.org/presentationml/2006/ole">
            <mc:AlternateContent xmlns:mc="http://schemas.openxmlformats.org/markup-compatibility/2006">
              <mc:Choice xmlns:v="urn:schemas-microsoft-com:vml" Requires="v">
                <p:oleObj spid="_x0000_s41597" name="Visio" r:id="rId17" imgW="3873500" imgH="1143000" progId="Visio.Drawing.11">
                  <p:embed/>
                </p:oleObj>
              </mc:Choice>
              <mc:Fallback>
                <p:oleObj name="Visio" r:id="rId17" imgW="3873500" imgH="1143000" progId="Visio.Drawing.11">
                  <p:embed/>
                  <p:pic>
                    <p:nvPicPr>
                      <p:cNvPr id="0" name="图片 41579"/>
                      <p:cNvPicPr>
                        <a:picLocks noChangeAspect="1" noChangeArrowheads="1"/>
                      </p:cNvPicPr>
                      <p:nvPr/>
                    </p:nvPicPr>
                    <p:blipFill>
                      <a:blip r:embed="rId18"/>
                      <a:srcRect/>
                      <a:stretch>
                        <a:fillRect/>
                      </a:stretch>
                    </p:blipFill>
                    <p:spPr bwMode="auto">
                      <a:xfrm>
                        <a:off x="4648200" y="2012950"/>
                        <a:ext cx="426720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5712" name="Group 64"/>
          <p:cNvGrpSpPr/>
          <p:nvPr/>
        </p:nvGrpSpPr>
        <p:grpSpPr bwMode="auto">
          <a:xfrm>
            <a:off x="35496" y="1916832"/>
            <a:ext cx="4449763" cy="4832351"/>
            <a:chOff x="144" y="1248"/>
            <a:chExt cx="2803" cy="3044"/>
          </a:xfrm>
        </p:grpSpPr>
        <p:graphicFrame>
          <p:nvGraphicFramePr>
            <p:cNvPr id="35855" name="Object 4"/>
            <p:cNvGraphicFramePr>
              <a:graphicFrameLocks noChangeAspect="1"/>
            </p:cNvGraphicFramePr>
            <p:nvPr/>
          </p:nvGraphicFramePr>
          <p:xfrm>
            <a:off x="192" y="1248"/>
            <a:ext cx="355" cy="232"/>
          </p:xfrm>
          <a:graphic>
            <a:graphicData uri="http://schemas.openxmlformats.org/presentationml/2006/ole">
              <mc:AlternateContent xmlns:mc="http://schemas.openxmlformats.org/markup-compatibility/2006">
                <mc:Choice xmlns:v="urn:schemas-microsoft-com:vml" Requires="v">
                  <p:oleObj spid="_x0000_s41598" name="Visio" r:id="rId19" imgW="635000" imgH="431800" progId="Visio.Drawing.11">
                    <p:embed/>
                  </p:oleObj>
                </mc:Choice>
                <mc:Fallback>
                  <p:oleObj name="Visio" r:id="rId19" imgW="635000" imgH="431800" progId="Visio.Drawing.11">
                    <p:embed/>
                    <p:pic>
                      <p:nvPicPr>
                        <p:cNvPr id="0" name="图片 41580"/>
                        <p:cNvPicPr>
                          <a:picLocks noChangeAspect="1" noChangeArrowheads="1"/>
                        </p:cNvPicPr>
                        <p:nvPr/>
                      </p:nvPicPr>
                      <p:blipFill>
                        <a:blip r:embed="rId20"/>
                        <a:srcRect/>
                        <a:stretch>
                          <a:fillRect/>
                        </a:stretch>
                      </p:blipFill>
                      <p:spPr bwMode="auto">
                        <a:xfrm>
                          <a:off x="192" y="1248"/>
                          <a:ext cx="355" cy="232"/>
                        </a:xfrm>
                        <a:prstGeom prst="rect">
                          <a:avLst/>
                        </a:prstGeom>
                        <a:noFill/>
                        <a:ln>
                          <a:noFill/>
                        </a:ln>
                      </p:spPr>
                    </p:pic>
                  </p:oleObj>
                </mc:Fallback>
              </mc:AlternateContent>
            </a:graphicData>
          </a:graphic>
        </p:graphicFrame>
        <p:sp>
          <p:nvSpPr>
            <p:cNvPr id="35856" name="Rectangle 5"/>
            <p:cNvSpPr>
              <a:spLocks noChangeArrowheads="1"/>
            </p:cNvSpPr>
            <p:nvPr/>
          </p:nvSpPr>
          <p:spPr bwMode="auto">
            <a:xfrm>
              <a:off x="288" y="1564"/>
              <a:ext cx="225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宋体" panose="02010600030101010101" pitchFamily="2" charset="-122"/>
                </a:rPr>
                <a:t>将电路看成由四个二端口级联组成，各级的传输参数矩阵为</a:t>
              </a:r>
            </a:p>
          </p:txBody>
        </p:sp>
        <p:graphicFrame>
          <p:nvGraphicFramePr>
            <p:cNvPr id="35857" name="Object 51"/>
            <p:cNvGraphicFramePr>
              <a:graphicFrameLocks noChangeAspect="1"/>
            </p:cNvGraphicFramePr>
            <p:nvPr/>
          </p:nvGraphicFramePr>
          <p:xfrm>
            <a:off x="176" y="2143"/>
            <a:ext cx="2001" cy="441"/>
          </p:xfrm>
          <a:graphic>
            <a:graphicData uri="http://schemas.openxmlformats.org/presentationml/2006/ole">
              <mc:AlternateContent xmlns:mc="http://schemas.openxmlformats.org/markup-compatibility/2006">
                <mc:Choice xmlns:v="urn:schemas-microsoft-com:vml" Requires="v">
                  <p:oleObj spid="_x0000_s41599" name="Equation" r:id="rId21" imgW="54254400" imgH="11582400" progId="Equation.DSMT4">
                    <p:embed/>
                  </p:oleObj>
                </mc:Choice>
                <mc:Fallback>
                  <p:oleObj name="Equation" r:id="rId21" imgW="54254400" imgH="11582400" progId="Equation.DSMT4">
                    <p:embed/>
                    <p:pic>
                      <p:nvPicPr>
                        <p:cNvPr id="0" name="图片 41581"/>
                        <p:cNvPicPr>
                          <a:picLocks noChangeAspect="1" noChangeArrowheads="1"/>
                        </p:cNvPicPr>
                        <p:nvPr/>
                      </p:nvPicPr>
                      <p:blipFill>
                        <a:blip r:embed="rId22"/>
                        <a:srcRect/>
                        <a:stretch>
                          <a:fillRect/>
                        </a:stretch>
                      </p:blipFill>
                      <p:spPr bwMode="auto">
                        <a:xfrm>
                          <a:off x="176" y="2143"/>
                          <a:ext cx="2001"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8" name="Object 53"/>
            <p:cNvGraphicFramePr>
              <a:graphicFrameLocks noChangeAspect="1"/>
            </p:cNvGraphicFramePr>
            <p:nvPr/>
          </p:nvGraphicFramePr>
          <p:xfrm>
            <a:off x="144" y="2583"/>
            <a:ext cx="2803" cy="650"/>
          </p:xfrm>
          <a:graphic>
            <a:graphicData uri="http://schemas.openxmlformats.org/presentationml/2006/ole">
              <mc:AlternateContent xmlns:mc="http://schemas.openxmlformats.org/markup-compatibility/2006">
                <mc:Choice xmlns:v="urn:schemas-microsoft-com:vml" Requires="v">
                  <p:oleObj spid="_x0000_s41600" name="Equation" r:id="rId23" imgW="73152000" imgH="16459200" progId="Equation.DSMT4">
                    <p:embed/>
                  </p:oleObj>
                </mc:Choice>
                <mc:Fallback>
                  <p:oleObj name="Equation" r:id="rId23" imgW="73152000" imgH="16459200" progId="Equation.DSMT4">
                    <p:embed/>
                    <p:pic>
                      <p:nvPicPr>
                        <p:cNvPr id="0" name="图片 41582"/>
                        <p:cNvPicPr>
                          <a:picLocks noChangeAspect="1" noChangeArrowheads="1"/>
                        </p:cNvPicPr>
                        <p:nvPr/>
                      </p:nvPicPr>
                      <p:blipFill>
                        <a:blip r:embed="rId24"/>
                        <a:srcRect/>
                        <a:stretch>
                          <a:fillRect/>
                        </a:stretch>
                      </p:blipFill>
                      <p:spPr bwMode="auto">
                        <a:xfrm>
                          <a:off x="144" y="2583"/>
                          <a:ext cx="2803"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9" name="Object 55"/>
            <p:cNvGraphicFramePr>
              <a:graphicFrameLocks noChangeAspect="1"/>
            </p:cNvGraphicFramePr>
            <p:nvPr/>
          </p:nvGraphicFramePr>
          <p:xfrm>
            <a:off x="155" y="3232"/>
            <a:ext cx="1365" cy="470"/>
          </p:xfrm>
          <a:graphic>
            <a:graphicData uri="http://schemas.openxmlformats.org/presentationml/2006/ole">
              <mc:AlternateContent xmlns:mc="http://schemas.openxmlformats.org/markup-compatibility/2006">
                <mc:Choice xmlns:v="urn:schemas-microsoft-com:vml" Requires="v">
                  <p:oleObj spid="_x0000_s41601" name="Equation" r:id="rId25" imgW="34747200" imgH="11582400" progId="Equation.DSMT4">
                    <p:embed/>
                  </p:oleObj>
                </mc:Choice>
                <mc:Fallback>
                  <p:oleObj name="Equation" r:id="rId25" imgW="34747200" imgH="11582400" progId="Equation.DSMT4">
                    <p:embed/>
                    <p:pic>
                      <p:nvPicPr>
                        <p:cNvPr id="0" name="图片 41583"/>
                        <p:cNvPicPr>
                          <a:picLocks noChangeAspect="1" noChangeArrowheads="1"/>
                        </p:cNvPicPr>
                        <p:nvPr/>
                      </p:nvPicPr>
                      <p:blipFill>
                        <a:blip r:embed="rId26"/>
                        <a:srcRect/>
                        <a:stretch>
                          <a:fillRect/>
                        </a:stretch>
                      </p:blipFill>
                      <p:spPr bwMode="auto">
                        <a:xfrm>
                          <a:off x="155" y="3232"/>
                          <a:ext cx="1365"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0" name="Object 57"/>
            <p:cNvGraphicFramePr>
              <a:graphicFrameLocks noChangeAspect="1"/>
            </p:cNvGraphicFramePr>
            <p:nvPr/>
          </p:nvGraphicFramePr>
          <p:xfrm>
            <a:off x="155" y="3657"/>
            <a:ext cx="2060" cy="635"/>
          </p:xfrm>
          <a:graphic>
            <a:graphicData uri="http://schemas.openxmlformats.org/presentationml/2006/ole">
              <mc:AlternateContent xmlns:mc="http://schemas.openxmlformats.org/markup-compatibility/2006">
                <mc:Choice xmlns:v="urn:schemas-microsoft-com:vml" Requires="v">
                  <p:oleObj spid="_x0000_s41602" name="Equation" r:id="rId27" imgW="54864000" imgH="16459200" progId="Equation.DSMT4">
                    <p:embed/>
                  </p:oleObj>
                </mc:Choice>
                <mc:Fallback>
                  <p:oleObj name="Equation" r:id="rId27" imgW="54864000" imgH="16459200" progId="Equation.DSMT4">
                    <p:embed/>
                    <p:pic>
                      <p:nvPicPr>
                        <p:cNvPr id="0" name="图片 41584"/>
                        <p:cNvPicPr>
                          <a:picLocks noChangeAspect="1" noChangeArrowheads="1"/>
                        </p:cNvPicPr>
                        <p:nvPr/>
                      </p:nvPicPr>
                      <p:blipFill>
                        <a:blip r:embed="rId28"/>
                        <a:srcRect/>
                        <a:stretch>
                          <a:fillRect/>
                        </a:stretch>
                      </p:blipFill>
                      <p:spPr bwMode="auto">
                        <a:xfrm>
                          <a:off x="155" y="3657"/>
                          <a:ext cx="2060"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55714" name="Group 66"/>
          <p:cNvGrpSpPr/>
          <p:nvPr/>
        </p:nvGrpSpPr>
        <p:grpSpPr bwMode="auto">
          <a:xfrm>
            <a:off x="4427538" y="3680895"/>
            <a:ext cx="4760913" cy="2862265"/>
            <a:chOff x="2837" y="2089"/>
            <a:chExt cx="2999" cy="1803"/>
          </a:xfrm>
        </p:grpSpPr>
        <p:sp>
          <p:nvSpPr>
            <p:cNvPr id="35852" name="Rectangle 28"/>
            <p:cNvSpPr>
              <a:spLocks noChangeArrowheads="1"/>
            </p:cNvSpPr>
            <p:nvPr/>
          </p:nvSpPr>
          <p:spPr bwMode="auto">
            <a:xfrm>
              <a:off x="2928" y="2089"/>
              <a:ext cx="24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dirty="0">
                  <a:latin typeface="宋体" panose="02010600030101010101" pitchFamily="2" charset="-122"/>
                </a:rPr>
                <a:t>整个二端口网络传输参数矩阵为</a:t>
              </a:r>
            </a:p>
          </p:txBody>
        </p:sp>
        <p:graphicFrame>
          <p:nvGraphicFramePr>
            <p:cNvPr id="35853" name="Object 61"/>
            <p:cNvGraphicFramePr>
              <a:graphicFrameLocks noChangeAspect="1"/>
            </p:cNvGraphicFramePr>
            <p:nvPr/>
          </p:nvGraphicFramePr>
          <p:xfrm>
            <a:off x="2837" y="2429"/>
            <a:ext cx="2999" cy="554"/>
          </p:xfrm>
          <a:graphic>
            <a:graphicData uri="http://schemas.openxmlformats.org/presentationml/2006/ole">
              <mc:AlternateContent xmlns:mc="http://schemas.openxmlformats.org/markup-compatibility/2006">
                <mc:Choice xmlns:v="urn:schemas-microsoft-com:vml" Requires="v">
                  <p:oleObj spid="_x0000_s41603" name="Equation" r:id="rId29" imgW="73761600" imgH="15849600" progId="Equation.DSMT4">
                    <p:embed/>
                  </p:oleObj>
                </mc:Choice>
                <mc:Fallback>
                  <p:oleObj name="Equation" r:id="rId29" imgW="73761600" imgH="15849600" progId="Equation.DSMT4">
                    <p:embed/>
                    <p:pic>
                      <p:nvPicPr>
                        <p:cNvPr id="0" name="图片 41585"/>
                        <p:cNvPicPr>
                          <a:picLocks noChangeAspect="1" noChangeArrowheads="1"/>
                        </p:cNvPicPr>
                        <p:nvPr/>
                      </p:nvPicPr>
                      <p:blipFill>
                        <a:blip r:embed="rId30"/>
                        <a:srcRect/>
                        <a:stretch>
                          <a:fillRect/>
                        </a:stretch>
                      </p:blipFill>
                      <p:spPr bwMode="auto">
                        <a:xfrm>
                          <a:off x="2837" y="2429"/>
                          <a:ext cx="2999" cy="554"/>
                        </a:xfrm>
                        <a:prstGeom prst="rect">
                          <a:avLst/>
                        </a:prstGeom>
                        <a:noFill/>
                        <a:ln>
                          <a:noFill/>
                        </a:ln>
                      </p:spPr>
                    </p:pic>
                  </p:oleObj>
                </mc:Fallback>
              </mc:AlternateContent>
            </a:graphicData>
          </a:graphic>
        </p:graphicFrame>
        <p:graphicFrame>
          <p:nvGraphicFramePr>
            <p:cNvPr id="35854" name="Object 62"/>
            <p:cNvGraphicFramePr>
              <a:graphicFrameLocks noChangeAspect="1"/>
            </p:cNvGraphicFramePr>
            <p:nvPr/>
          </p:nvGraphicFramePr>
          <p:xfrm>
            <a:off x="2937" y="3064"/>
            <a:ext cx="2814" cy="828"/>
          </p:xfrm>
          <a:graphic>
            <a:graphicData uri="http://schemas.openxmlformats.org/presentationml/2006/ole">
              <mc:AlternateContent xmlns:mc="http://schemas.openxmlformats.org/markup-compatibility/2006">
                <mc:Choice xmlns:v="urn:schemas-microsoft-com:vml" Requires="v">
                  <p:oleObj spid="_x0000_s41604" name="Equation" r:id="rId31" imgW="71932800" imgH="20726400" progId="Equation.DSMT4">
                    <p:embed/>
                  </p:oleObj>
                </mc:Choice>
                <mc:Fallback>
                  <p:oleObj name="Equation" r:id="rId31" imgW="71932800" imgH="20726400" progId="Equation.DSMT4">
                    <p:embed/>
                    <p:pic>
                      <p:nvPicPr>
                        <p:cNvPr id="0" name="图片 41586"/>
                        <p:cNvPicPr>
                          <a:picLocks noChangeAspect="1" noChangeArrowheads="1"/>
                        </p:cNvPicPr>
                        <p:nvPr/>
                      </p:nvPicPr>
                      <p:blipFill>
                        <a:blip r:embed="rId32"/>
                        <a:srcRect/>
                        <a:stretch>
                          <a:fillRect/>
                        </a:stretch>
                      </p:blipFill>
                      <p:spPr bwMode="auto">
                        <a:xfrm>
                          <a:off x="2937" y="3064"/>
                          <a:ext cx="2814"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5657"/>
                                        </p:tgtEl>
                                        <p:attrNameLst>
                                          <p:attrName>style.visibility</p:attrName>
                                        </p:attrNameLst>
                                      </p:cBhvr>
                                      <p:to>
                                        <p:strVal val="visible"/>
                                      </p:to>
                                    </p:set>
                                    <p:animEffect transition="in" filter="dissolve">
                                      <p:cBhvr>
                                        <p:cTn id="7" dur="500"/>
                                        <p:tgtEl>
                                          <p:spTgt spid="15565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5651">
                                            <p:txEl>
                                              <p:pRg st="0" end="0"/>
                                            </p:txEl>
                                          </p:spTgt>
                                        </p:tgtEl>
                                        <p:attrNameLst>
                                          <p:attrName>style.visibility</p:attrName>
                                        </p:attrNameLst>
                                      </p:cBhvr>
                                      <p:to>
                                        <p:strVal val="visible"/>
                                      </p:to>
                                    </p:set>
                                    <p:anim calcmode="lin" valueType="num">
                                      <p:cBhvr additive="base">
                                        <p:cTn id="12" dur="500" fill="hold"/>
                                        <p:tgtEl>
                                          <p:spTgt spid="1556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5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55651">
                                            <p:txEl>
                                              <p:pRg st="1" end="1"/>
                                            </p:txEl>
                                          </p:spTgt>
                                        </p:tgtEl>
                                        <p:attrNameLst>
                                          <p:attrName>style.visibility</p:attrName>
                                        </p:attrNameLst>
                                      </p:cBhvr>
                                      <p:to>
                                        <p:strVal val="visible"/>
                                      </p:to>
                                    </p:set>
                                    <p:anim calcmode="lin" valueType="num">
                                      <p:cBhvr additive="base">
                                        <p:cTn id="18" dur="500" fill="hold"/>
                                        <p:tgtEl>
                                          <p:spTgt spid="155651">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55651">
                                            <p:txEl>
                                              <p:pRg st="1" end="1"/>
                                            </p:txEl>
                                          </p:spTgt>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1557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55697"/>
                                        </p:tgtEl>
                                        <p:attrNameLst>
                                          <p:attrName>style.visibility</p:attrName>
                                        </p:attrNameLst>
                                      </p:cBhvr>
                                      <p:to>
                                        <p:strVal val="visible"/>
                                      </p:to>
                                    </p:set>
                                    <p:anim calcmode="lin" valueType="num">
                                      <p:cBhvr additive="base">
                                        <p:cTn id="27" dur="500" fill="hold"/>
                                        <p:tgtEl>
                                          <p:spTgt spid="155697"/>
                                        </p:tgtEl>
                                        <p:attrNameLst>
                                          <p:attrName>ppt_x</p:attrName>
                                        </p:attrNameLst>
                                      </p:cBhvr>
                                      <p:tavLst>
                                        <p:tav tm="0">
                                          <p:val>
                                            <p:strVal val="1+#ppt_w/2"/>
                                          </p:val>
                                        </p:tav>
                                        <p:tav tm="100000">
                                          <p:val>
                                            <p:strVal val="#ppt_x"/>
                                          </p:val>
                                        </p:tav>
                                      </p:tavLst>
                                    </p:anim>
                                    <p:anim calcmode="lin" valueType="num">
                                      <p:cBhvr additive="base">
                                        <p:cTn id="28" dur="500" fill="hold"/>
                                        <p:tgtEl>
                                          <p:spTgt spid="15569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55712"/>
                                        </p:tgtEl>
                                        <p:attrNameLst>
                                          <p:attrName>style.visibility</p:attrName>
                                        </p:attrNameLst>
                                      </p:cBhvr>
                                      <p:to>
                                        <p:strVal val="visible"/>
                                      </p:to>
                                    </p:set>
                                    <p:anim calcmode="lin" valueType="num">
                                      <p:cBhvr additive="base">
                                        <p:cTn id="33" dur="500" fill="hold"/>
                                        <p:tgtEl>
                                          <p:spTgt spid="155712"/>
                                        </p:tgtEl>
                                        <p:attrNameLst>
                                          <p:attrName>ppt_x</p:attrName>
                                        </p:attrNameLst>
                                      </p:cBhvr>
                                      <p:tavLst>
                                        <p:tav tm="0">
                                          <p:val>
                                            <p:strVal val="0-#ppt_w/2"/>
                                          </p:val>
                                        </p:tav>
                                        <p:tav tm="100000">
                                          <p:val>
                                            <p:strVal val="#ppt_x"/>
                                          </p:val>
                                        </p:tav>
                                      </p:tavLst>
                                    </p:anim>
                                    <p:anim calcmode="lin" valueType="num">
                                      <p:cBhvr additive="base">
                                        <p:cTn id="34" dur="500" fill="hold"/>
                                        <p:tgtEl>
                                          <p:spTgt spid="15571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155714"/>
                                        </p:tgtEl>
                                        <p:attrNameLst>
                                          <p:attrName>style.visibility</p:attrName>
                                        </p:attrNameLst>
                                      </p:cBhvr>
                                      <p:to>
                                        <p:strVal val="visible"/>
                                      </p:to>
                                    </p:set>
                                    <p:anim calcmode="lin" valueType="num">
                                      <p:cBhvr additive="base">
                                        <p:cTn id="39" dur="500" fill="hold"/>
                                        <p:tgtEl>
                                          <p:spTgt spid="155714"/>
                                        </p:tgtEl>
                                        <p:attrNameLst>
                                          <p:attrName>ppt_x</p:attrName>
                                        </p:attrNameLst>
                                      </p:cBhvr>
                                      <p:tavLst>
                                        <p:tav tm="0">
                                          <p:val>
                                            <p:strVal val="1+#ppt_w/2"/>
                                          </p:val>
                                        </p:tav>
                                        <p:tav tm="100000">
                                          <p:val>
                                            <p:strVal val="#ppt_x"/>
                                          </p:val>
                                        </p:tav>
                                      </p:tavLst>
                                    </p:anim>
                                    <p:anim calcmode="lin" valueType="num">
                                      <p:cBhvr additive="base">
                                        <p:cTn id="40" dur="500" fill="hold"/>
                                        <p:tgtEl>
                                          <p:spTgt spid="1557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720" name="Group 48"/>
          <p:cNvGrpSpPr/>
          <p:nvPr/>
        </p:nvGrpSpPr>
        <p:grpSpPr bwMode="auto">
          <a:xfrm>
            <a:off x="838200" y="3201989"/>
            <a:ext cx="6902451" cy="862013"/>
            <a:chOff x="384" y="1585"/>
            <a:chExt cx="4348" cy="543"/>
          </a:xfrm>
        </p:grpSpPr>
        <p:sp>
          <p:nvSpPr>
            <p:cNvPr id="36877" name="Rectangle 28"/>
            <p:cNvSpPr>
              <a:spLocks noChangeArrowheads="1"/>
            </p:cNvSpPr>
            <p:nvPr/>
          </p:nvSpPr>
          <p:spPr bwMode="auto">
            <a:xfrm>
              <a:off x="384" y="1680"/>
              <a:ext cx="14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求得转移电压比为</a:t>
              </a:r>
            </a:p>
          </p:txBody>
        </p:sp>
        <p:graphicFrame>
          <p:nvGraphicFramePr>
            <p:cNvPr id="36878" name="Object 44"/>
            <p:cNvGraphicFramePr>
              <a:graphicFrameLocks noChangeAspect="1"/>
            </p:cNvGraphicFramePr>
            <p:nvPr/>
          </p:nvGraphicFramePr>
          <p:xfrm>
            <a:off x="1811" y="1585"/>
            <a:ext cx="2921" cy="543"/>
          </p:xfrm>
          <a:graphic>
            <a:graphicData uri="http://schemas.openxmlformats.org/presentationml/2006/ole">
              <mc:AlternateContent xmlns:mc="http://schemas.openxmlformats.org/markup-compatibility/2006">
                <mc:Choice xmlns:v="urn:schemas-microsoft-com:vml" Requires="v">
                  <p:oleObj spid="_x0000_s36284" name="Equation" r:id="rId3" imgW="67970400" imgH="12192000" progId="Equation.DSMT4">
                    <p:embed/>
                  </p:oleObj>
                </mc:Choice>
                <mc:Fallback>
                  <p:oleObj name="Equation" r:id="rId3" imgW="67970400" imgH="12192000" progId="Equation.DSMT4">
                    <p:embed/>
                    <p:pic>
                      <p:nvPicPr>
                        <p:cNvPr id="0" name="图片 36277"/>
                        <p:cNvPicPr>
                          <a:picLocks noChangeAspect="1" noChangeArrowheads="1"/>
                        </p:cNvPicPr>
                        <p:nvPr/>
                      </p:nvPicPr>
                      <p:blipFill>
                        <a:blip r:embed="rId4"/>
                        <a:srcRect/>
                        <a:stretch>
                          <a:fillRect/>
                        </a:stretch>
                      </p:blipFill>
                      <p:spPr bwMode="auto">
                        <a:xfrm>
                          <a:off x="1811" y="1585"/>
                          <a:ext cx="2921"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56722" name="Group 50"/>
          <p:cNvGrpSpPr/>
          <p:nvPr/>
        </p:nvGrpSpPr>
        <p:grpSpPr bwMode="auto">
          <a:xfrm>
            <a:off x="717550" y="2413004"/>
            <a:ext cx="4646613" cy="425451"/>
            <a:chOff x="1220" y="1712"/>
            <a:chExt cx="2927" cy="268"/>
          </a:xfrm>
        </p:grpSpPr>
        <p:graphicFrame>
          <p:nvGraphicFramePr>
            <p:cNvPr id="36875" name="Object 42"/>
            <p:cNvGraphicFramePr>
              <a:graphicFrameLocks noChangeAspect="1"/>
            </p:cNvGraphicFramePr>
            <p:nvPr/>
          </p:nvGraphicFramePr>
          <p:xfrm>
            <a:off x="1728" y="1717"/>
            <a:ext cx="2419" cy="263"/>
          </p:xfrm>
          <a:graphic>
            <a:graphicData uri="http://schemas.openxmlformats.org/presentationml/2006/ole">
              <mc:AlternateContent xmlns:mc="http://schemas.openxmlformats.org/markup-compatibility/2006">
                <mc:Choice xmlns:v="urn:schemas-microsoft-com:vml" Requires="v">
                  <p:oleObj spid="_x0000_s36285" name="Equation" r:id="rId5" imgW="55778400" imgH="5486400" progId="Equation.DSMT4">
                    <p:embed/>
                  </p:oleObj>
                </mc:Choice>
                <mc:Fallback>
                  <p:oleObj name="Equation" r:id="rId5" imgW="55778400" imgH="5486400" progId="Equation.DSMT4">
                    <p:embed/>
                    <p:pic>
                      <p:nvPicPr>
                        <p:cNvPr id="0" name="图片 36278"/>
                        <p:cNvPicPr>
                          <a:picLocks noChangeAspect="1" noChangeArrowheads="1"/>
                        </p:cNvPicPr>
                        <p:nvPr/>
                      </p:nvPicPr>
                      <p:blipFill>
                        <a:blip r:embed="rId6"/>
                        <a:srcRect/>
                        <a:stretch>
                          <a:fillRect/>
                        </a:stretch>
                      </p:blipFill>
                      <p:spPr bwMode="auto">
                        <a:xfrm>
                          <a:off x="1728" y="1717"/>
                          <a:ext cx="241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6" name="Rectangle 49"/>
            <p:cNvSpPr>
              <a:spLocks noChangeArrowheads="1"/>
            </p:cNvSpPr>
            <p:nvPr/>
          </p:nvSpPr>
          <p:spPr bwMode="auto">
            <a:xfrm>
              <a:off x="1220" y="1712"/>
              <a:ext cx="6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a:latin typeface="宋体" panose="02010600030101010101" pitchFamily="2" charset="-122"/>
                </a:rPr>
                <a:t>可得： </a:t>
              </a:r>
            </a:p>
          </p:txBody>
        </p:sp>
      </p:grpSp>
      <p:grpSp>
        <p:nvGrpSpPr>
          <p:cNvPr id="156725" name="Group 53"/>
          <p:cNvGrpSpPr/>
          <p:nvPr/>
        </p:nvGrpSpPr>
        <p:grpSpPr bwMode="auto">
          <a:xfrm>
            <a:off x="609600" y="1271588"/>
            <a:ext cx="6519863" cy="758826"/>
            <a:chOff x="384" y="801"/>
            <a:chExt cx="4107" cy="478"/>
          </a:xfrm>
        </p:grpSpPr>
        <p:sp>
          <p:nvSpPr>
            <p:cNvPr id="36872" name="Rectangle 7"/>
            <p:cNvSpPr>
              <a:spLocks noChangeArrowheads="1"/>
            </p:cNvSpPr>
            <p:nvPr/>
          </p:nvSpPr>
          <p:spPr bwMode="auto">
            <a:xfrm>
              <a:off x="384" y="816"/>
              <a:ext cx="35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r>
                <a:rPr lang="zh-CN" altLang="en-US" sz="2000">
                  <a:latin typeface="宋体" panose="02010600030101010101" pitchFamily="2" charset="-122"/>
                </a:rPr>
                <a:t>没接负载时由二端口网络传输参数方程</a:t>
              </a:r>
            </a:p>
          </p:txBody>
        </p:sp>
        <p:graphicFrame>
          <p:nvGraphicFramePr>
            <p:cNvPr id="36873" name="Object 51"/>
            <p:cNvGraphicFramePr>
              <a:graphicFrameLocks noChangeAspect="1"/>
            </p:cNvGraphicFramePr>
            <p:nvPr/>
          </p:nvGraphicFramePr>
          <p:xfrm>
            <a:off x="3255" y="801"/>
            <a:ext cx="1236" cy="240"/>
          </p:xfrm>
          <a:graphic>
            <a:graphicData uri="http://schemas.openxmlformats.org/presentationml/2006/ole">
              <mc:AlternateContent xmlns:mc="http://schemas.openxmlformats.org/markup-compatibility/2006">
                <mc:Choice xmlns:v="urn:schemas-microsoft-com:vml" Requires="v">
                  <p:oleObj spid="_x0000_s36286" name="Equation" r:id="rId7" imgW="32004000" imgH="5791200" progId="Equation.DSMT4">
                    <p:embed/>
                  </p:oleObj>
                </mc:Choice>
                <mc:Fallback>
                  <p:oleObj name="Equation" r:id="rId7" imgW="32004000" imgH="5791200" progId="Equation.DSMT4">
                    <p:embed/>
                    <p:pic>
                      <p:nvPicPr>
                        <p:cNvPr id="0" name="图片 36279"/>
                        <p:cNvPicPr>
                          <a:picLocks noChangeAspect="1" noChangeArrowheads="1"/>
                        </p:cNvPicPr>
                        <p:nvPr/>
                      </p:nvPicPr>
                      <p:blipFill>
                        <a:blip r:embed="rId8"/>
                        <a:srcRect/>
                        <a:stretch>
                          <a:fillRect/>
                        </a:stretch>
                      </p:blipFill>
                      <p:spPr bwMode="auto">
                        <a:xfrm>
                          <a:off x="3255" y="801"/>
                          <a:ext cx="12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4" name="Object 52"/>
            <p:cNvGraphicFramePr>
              <a:graphicFrameLocks noChangeAspect="1"/>
            </p:cNvGraphicFramePr>
            <p:nvPr/>
          </p:nvGraphicFramePr>
          <p:xfrm>
            <a:off x="3254" y="1041"/>
            <a:ext cx="1200" cy="238"/>
          </p:xfrm>
          <a:graphic>
            <a:graphicData uri="http://schemas.openxmlformats.org/presentationml/2006/ole">
              <mc:AlternateContent xmlns:mc="http://schemas.openxmlformats.org/markup-compatibility/2006">
                <mc:Choice xmlns:v="urn:schemas-microsoft-com:vml" Requires="v">
                  <p:oleObj spid="_x0000_s36287" name="Equation" r:id="rId9" imgW="31394400" imgH="5791200" progId="Equation.DSMT4">
                    <p:embed/>
                  </p:oleObj>
                </mc:Choice>
                <mc:Fallback>
                  <p:oleObj name="Equation" r:id="rId9" imgW="31394400" imgH="5791200" progId="Equation.DSMT4">
                    <p:embed/>
                    <p:pic>
                      <p:nvPicPr>
                        <p:cNvPr id="0" name="图片 36280"/>
                        <p:cNvPicPr>
                          <a:picLocks noChangeAspect="1" noChangeArrowheads="1"/>
                        </p:cNvPicPr>
                        <p:nvPr/>
                      </p:nvPicPr>
                      <p:blipFill>
                        <a:blip r:embed="rId10"/>
                        <a:srcRect/>
                        <a:stretch>
                          <a:fillRect/>
                        </a:stretch>
                      </p:blipFill>
                      <p:spPr bwMode="auto">
                        <a:xfrm>
                          <a:off x="3254" y="1041"/>
                          <a:ext cx="120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6725"/>
                                        </p:tgtEl>
                                        <p:attrNameLst>
                                          <p:attrName>style.visibility</p:attrName>
                                        </p:attrNameLst>
                                      </p:cBhvr>
                                      <p:to>
                                        <p:strVal val="visible"/>
                                      </p:to>
                                    </p:set>
                                    <p:anim calcmode="lin" valueType="num">
                                      <p:cBhvr additive="base">
                                        <p:cTn id="7" dur="500" fill="hold"/>
                                        <p:tgtEl>
                                          <p:spTgt spid="156725"/>
                                        </p:tgtEl>
                                        <p:attrNameLst>
                                          <p:attrName>ppt_x</p:attrName>
                                        </p:attrNameLst>
                                      </p:cBhvr>
                                      <p:tavLst>
                                        <p:tav tm="0">
                                          <p:val>
                                            <p:strVal val="0-#ppt_w/2"/>
                                          </p:val>
                                        </p:tav>
                                        <p:tav tm="100000">
                                          <p:val>
                                            <p:strVal val="#ppt_x"/>
                                          </p:val>
                                        </p:tav>
                                      </p:tavLst>
                                    </p:anim>
                                    <p:anim calcmode="lin" valueType="num">
                                      <p:cBhvr additive="base">
                                        <p:cTn id="8" dur="500" fill="hold"/>
                                        <p:tgtEl>
                                          <p:spTgt spid="15672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6722"/>
                                        </p:tgtEl>
                                        <p:attrNameLst>
                                          <p:attrName>style.visibility</p:attrName>
                                        </p:attrNameLst>
                                      </p:cBhvr>
                                      <p:to>
                                        <p:strVal val="visible"/>
                                      </p:to>
                                    </p:set>
                                    <p:anim calcmode="lin" valueType="num">
                                      <p:cBhvr additive="base">
                                        <p:cTn id="13" dur="500" fill="hold"/>
                                        <p:tgtEl>
                                          <p:spTgt spid="156722"/>
                                        </p:tgtEl>
                                        <p:attrNameLst>
                                          <p:attrName>ppt_x</p:attrName>
                                        </p:attrNameLst>
                                      </p:cBhvr>
                                      <p:tavLst>
                                        <p:tav tm="0">
                                          <p:val>
                                            <p:strVal val="0-#ppt_w/2"/>
                                          </p:val>
                                        </p:tav>
                                        <p:tav tm="100000">
                                          <p:val>
                                            <p:strVal val="#ppt_x"/>
                                          </p:val>
                                        </p:tav>
                                      </p:tavLst>
                                    </p:anim>
                                    <p:anim calcmode="lin" valueType="num">
                                      <p:cBhvr additive="base">
                                        <p:cTn id="14" dur="500" fill="hold"/>
                                        <p:tgtEl>
                                          <p:spTgt spid="1567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56720"/>
                                        </p:tgtEl>
                                        <p:attrNameLst>
                                          <p:attrName>style.visibility</p:attrName>
                                        </p:attrNameLst>
                                      </p:cBhvr>
                                      <p:to>
                                        <p:strVal val="visible"/>
                                      </p:to>
                                    </p:set>
                                    <p:anim calcmode="lin" valueType="num">
                                      <p:cBhvr additive="base">
                                        <p:cTn id="19" dur="500" fill="hold"/>
                                        <p:tgtEl>
                                          <p:spTgt spid="156720"/>
                                        </p:tgtEl>
                                        <p:attrNameLst>
                                          <p:attrName>ppt_x</p:attrName>
                                        </p:attrNameLst>
                                      </p:cBhvr>
                                      <p:tavLst>
                                        <p:tav tm="0">
                                          <p:val>
                                            <p:strVal val="0-#ppt_w/2"/>
                                          </p:val>
                                        </p:tav>
                                        <p:tav tm="100000">
                                          <p:val>
                                            <p:strVal val="#ppt_x"/>
                                          </p:val>
                                        </p:tav>
                                      </p:tavLst>
                                    </p:anim>
                                    <p:anim calcmode="lin" valueType="num">
                                      <p:cBhvr additive="base">
                                        <p:cTn id="20" dur="500" fill="hold"/>
                                        <p:tgtEl>
                                          <p:spTgt spid="1567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ZkNzQ4ZWFiZmQ4NTRhOWRkZTk3YTMwMjlmMmZhYm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1648</Words>
  <Application>Microsoft Office PowerPoint</Application>
  <PresentationFormat>全屏显示(4:3)</PresentationFormat>
  <Paragraphs>212</Paragraphs>
  <Slides>36</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6</vt:i4>
      </vt:variant>
      <vt:variant>
        <vt:lpstr>幻灯片标题</vt:lpstr>
      </vt:variant>
      <vt:variant>
        <vt:i4>36</vt:i4>
      </vt:variant>
    </vt:vector>
  </HeadingPairs>
  <TitlesOfParts>
    <vt:vector size="56" baseType="lpstr">
      <vt:lpstr>黑体</vt:lpstr>
      <vt:lpstr>华文隶书</vt:lpstr>
      <vt:lpstr>华文新魏</vt:lpstr>
      <vt:lpstr>楷体_GB2312</vt:lpstr>
      <vt:lpstr>宋体</vt:lpstr>
      <vt:lpstr>Arial</vt:lpstr>
      <vt:lpstr>Calibri</vt:lpstr>
      <vt:lpstr>Cambria Math</vt:lpstr>
      <vt:lpstr>Garamond</vt:lpstr>
      <vt:lpstr>Helvetica</vt:lpstr>
      <vt:lpstr>MT Extra</vt:lpstr>
      <vt:lpstr>Times New Roman</vt:lpstr>
      <vt:lpstr>Wingdings</vt:lpstr>
      <vt:lpstr>Office 主题</vt:lpstr>
      <vt:lpstr>图片</vt:lpstr>
      <vt:lpstr>Visio</vt:lpstr>
      <vt:lpstr>Equation</vt:lpstr>
      <vt:lpstr>Microsoft Visio 2000/2002 Drawing</vt:lpstr>
      <vt:lpstr>Equation.3</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Z参量和Y参量之间的关系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yanna</dc:creator>
  <cp:lastModifiedBy>fliu</cp:lastModifiedBy>
  <cp:revision>95</cp:revision>
  <dcterms:created xsi:type="dcterms:W3CDTF">2013-03-26T09:22:00Z</dcterms:created>
  <dcterms:modified xsi:type="dcterms:W3CDTF">2024-06-07T09:57:12Z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6F52ACDCA7724C5482AD0EAD31833FDE_12</vt:lpwstr>
  </property>
  <property fmtid="{D5CDD505-2E9C-101B-9397-08002B2CF9AE}" pid="3" name="KSOProductBuildVer">
    <vt:lpwstr>2052-12.1.0.15712</vt:lpwstr>
  </property>
</Properties>
</file>