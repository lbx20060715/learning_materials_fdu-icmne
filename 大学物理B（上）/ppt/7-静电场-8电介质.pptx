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1"/>
  </p:notesMasterIdLst>
  <p:sldIdLst>
    <p:sldId id="712" r:id="rId2"/>
    <p:sldId id="713" r:id="rId3"/>
    <p:sldId id="714" r:id="rId4"/>
    <p:sldId id="715" r:id="rId5"/>
    <p:sldId id="716" r:id="rId6"/>
    <p:sldId id="717" r:id="rId7"/>
    <p:sldId id="718" r:id="rId8"/>
    <p:sldId id="719" r:id="rId9"/>
    <p:sldId id="726" r:id="rId10"/>
    <p:sldId id="720" r:id="rId11"/>
    <p:sldId id="521" r:id="rId12"/>
    <p:sldId id="623" r:id="rId13"/>
    <p:sldId id="759" r:id="rId14"/>
    <p:sldId id="766" r:id="rId15"/>
    <p:sldId id="730" r:id="rId16"/>
    <p:sldId id="626" r:id="rId17"/>
    <p:sldId id="600" r:id="rId18"/>
    <p:sldId id="631" r:id="rId19"/>
    <p:sldId id="695" r:id="rId20"/>
    <p:sldId id="697" r:id="rId21"/>
    <p:sldId id="699" r:id="rId22"/>
    <p:sldId id="260" r:id="rId23"/>
    <p:sldId id="292" r:id="rId24"/>
    <p:sldId id="731" r:id="rId25"/>
    <p:sldId id="601" r:id="rId26"/>
    <p:sldId id="602" r:id="rId27"/>
    <p:sldId id="628" r:id="rId28"/>
    <p:sldId id="607" r:id="rId29"/>
    <p:sldId id="293" r:id="rId30"/>
    <p:sldId id="604" r:id="rId31"/>
    <p:sldId id="605" r:id="rId32"/>
    <p:sldId id="606" r:id="rId33"/>
    <p:sldId id="765" r:id="rId34"/>
    <p:sldId id="609" r:id="rId35"/>
    <p:sldId id="767" r:id="rId36"/>
    <p:sldId id="702" r:id="rId37"/>
    <p:sldId id="705" r:id="rId38"/>
    <p:sldId id="709" r:id="rId39"/>
    <p:sldId id="648" r:id="rId40"/>
    <p:sldId id="649" r:id="rId41"/>
    <p:sldId id="654" r:id="rId42"/>
    <p:sldId id="655" r:id="rId43"/>
    <p:sldId id="656" r:id="rId44"/>
    <p:sldId id="650" r:id="rId45"/>
    <p:sldId id="651" r:id="rId46"/>
    <p:sldId id="652" r:id="rId47"/>
    <p:sldId id="653" r:id="rId48"/>
    <p:sldId id="633" r:id="rId49"/>
    <p:sldId id="732" r:id="rId50"/>
  </p:sldIdLst>
  <p:sldSz cx="9144000" cy="6858000" type="screen4x3"/>
  <p:notesSz cx="6858000" cy="9144000"/>
  <p:defaultTextStyle>
    <a:defPPr>
      <a:defRPr lang="zh-CN"/>
    </a:defPPr>
    <a:lvl1pPr algn="l" rtl="0" fontAlgn="base">
      <a:spcBef>
        <a:spcPct val="20000"/>
      </a:spcBef>
      <a:spcAft>
        <a:spcPct val="0"/>
      </a:spcAft>
      <a:defRPr kumimoji="1" sz="2000" kern="1200">
        <a:solidFill>
          <a:srgbClr val="FF3300"/>
        </a:solidFill>
        <a:latin typeface="Times New Roman" pitchFamily="18" charset="0"/>
        <a:ea typeface="楷体_GB2312" pitchFamily="49" charset="-122"/>
        <a:cs typeface="+mn-cs"/>
      </a:defRPr>
    </a:lvl1pPr>
    <a:lvl2pPr marL="457200" algn="l" rtl="0" fontAlgn="base">
      <a:spcBef>
        <a:spcPct val="20000"/>
      </a:spcBef>
      <a:spcAft>
        <a:spcPct val="0"/>
      </a:spcAft>
      <a:defRPr kumimoji="1" sz="2000" kern="1200">
        <a:solidFill>
          <a:srgbClr val="FF3300"/>
        </a:solidFill>
        <a:latin typeface="Times New Roman" pitchFamily="18" charset="0"/>
        <a:ea typeface="楷体_GB2312" pitchFamily="49" charset="-122"/>
        <a:cs typeface="+mn-cs"/>
      </a:defRPr>
    </a:lvl2pPr>
    <a:lvl3pPr marL="914400" algn="l" rtl="0" fontAlgn="base">
      <a:spcBef>
        <a:spcPct val="20000"/>
      </a:spcBef>
      <a:spcAft>
        <a:spcPct val="0"/>
      </a:spcAft>
      <a:defRPr kumimoji="1" sz="2000" kern="1200">
        <a:solidFill>
          <a:srgbClr val="FF3300"/>
        </a:solidFill>
        <a:latin typeface="Times New Roman" pitchFamily="18" charset="0"/>
        <a:ea typeface="楷体_GB2312" pitchFamily="49" charset="-122"/>
        <a:cs typeface="+mn-cs"/>
      </a:defRPr>
    </a:lvl3pPr>
    <a:lvl4pPr marL="1371600" algn="l" rtl="0" fontAlgn="base">
      <a:spcBef>
        <a:spcPct val="20000"/>
      </a:spcBef>
      <a:spcAft>
        <a:spcPct val="0"/>
      </a:spcAft>
      <a:defRPr kumimoji="1" sz="2000" kern="1200">
        <a:solidFill>
          <a:srgbClr val="FF3300"/>
        </a:solidFill>
        <a:latin typeface="Times New Roman" pitchFamily="18" charset="0"/>
        <a:ea typeface="楷体_GB2312" pitchFamily="49" charset="-122"/>
        <a:cs typeface="+mn-cs"/>
      </a:defRPr>
    </a:lvl4pPr>
    <a:lvl5pPr marL="1828800" algn="l" rtl="0" fontAlgn="base">
      <a:spcBef>
        <a:spcPct val="20000"/>
      </a:spcBef>
      <a:spcAft>
        <a:spcPct val="0"/>
      </a:spcAft>
      <a:defRPr kumimoji="1" sz="2000" kern="1200">
        <a:solidFill>
          <a:srgbClr val="FF3300"/>
        </a:solidFill>
        <a:latin typeface="Times New Roman" pitchFamily="18" charset="0"/>
        <a:ea typeface="楷体_GB2312" pitchFamily="49" charset="-122"/>
        <a:cs typeface="+mn-cs"/>
      </a:defRPr>
    </a:lvl5pPr>
    <a:lvl6pPr marL="2286000" algn="l" defTabSz="914400" rtl="0" eaLnBrk="1" latinLnBrk="0" hangingPunct="1">
      <a:defRPr kumimoji="1" sz="2000" kern="1200">
        <a:solidFill>
          <a:srgbClr val="FF3300"/>
        </a:solidFill>
        <a:latin typeface="Times New Roman" pitchFamily="18" charset="0"/>
        <a:ea typeface="楷体_GB2312" pitchFamily="49" charset="-122"/>
        <a:cs typeface="+mn-cs"/>
      </a:defRPr>
    </a:lvl6pPr>
    <a:lvl7pPr marL="2743200" algn="l" defTabSz="914400" rtl="0" eaLnBrk="1" latinLnBrk="0" hangingPunct="1">
      <a:defRPr kumimoji="1" sz="2000" kern="1200">
        <a:solidFill>
          <a:srgbClr val="FF3300"/>
        </a:solidFill>
        <a:latin typeface="Times New Roman" pitchFamily="18" charset="0"/>
        <a:ea typeface="楷体_GB2312" pitchFamily="49" charset="-122"/>
        <a:cs typeface="+mn-cs"/>
      </a:defRPr>
    </a:lvl7pPr>
    <a:lvl8pPr marL="3200400" algn="l" defTabSz="914400" rtl="0" eaLnBrk="1" latinLnBrk="0" hangingPunct="1">
      <a:defRPr kumimoji="1" sz="2000" kern="1200">
        <a:solidFill>
          <a:srgbClr val="FF3300"/>
        </a:solidFill>
        <a:latin typeface="Times New Roman" pitchFamily="18" charset="0"/>
        <a:ea typeface="楷体_GB2312" pitchFamily="49" charset="-122"/>
        <a:cs typeface="+mn-cs"/>
      </a:defRPr>
    </a:lvl8pPr>
    <a:lvl9pPr marL="3657600" algn="l" defTabSz="914400" rtl="0" eaLnBrk="1" latinLnBrk="0" hangingPunct="1">
      <a:defRPr kumimoji="1" sz="2000" kern="1200">
        <a:solidFill>
          <a:srgbClr val="FF3300"/>
        </a:solidFill>
        <a:latin typeface="Times New Roman" pitchFamily="18" charset="0"/>
        <a:ea typeface="楷体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33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00"/>
    <a:srgbClr val="3333FF"/>
    <a:srgbClr val="0000CC"/>
    <a:srgbClr val="339933"/>
    <a:srgbClr val="003366"/>
    <a:srgbClr val="66FF66"/>
    <a:srgbClr val="66FFFF"/>
    <a:srgbClr val="000000"/>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79" autoAdjust="0"/>
    <p:restoredTop sz="93447" autoAdjust="0"/>
  </p:normalViewPr>
  <p:slideViewPr>
    <p:cSldViewPr>
      <p:cViewPr varScale="1">
        <p:scale>
          <a:sx n="64" d="100"/>
          <a:sy n="64" d="100"/>
        </p:scale>
        <p:origin x="692" y="52"/>
      </p:cViewPr>
      <p:guideLst>
        <p:guide orient="horz" pos="2160"/>
        <p:guide pos="2880"/>
      </p:guideLst>
    </p:cSldViewPr>
  </p:slideViewPr>
  <p:outlineViewPr>
    <p:cViewPr>
      <p:scale>
        <a:sx n="33" d="100"/>
        <a:sy n="33" d="100"/>
      </p:scale>
      <p:origin x="0" y="-3580"/>
    </p:cViewPr>
  </p:outlineViewPr>
  <p:notesTextViewPr>
    <p:cViewPr>
      <p:scale>
        <a:sx n="3" d="2"/>
        <a:sy n="3" d="2"/>
      </p:scale>
      <p:origin x="0" y="0"/>
    </p:cViewPr>
  </p:notesTextViewPr>
  <p:sorterViewPr>
    <p:cViewPr varScale="1">
      <p:scale>
        <a:sx n="1" d="1"/>
        <a:sy n="1" d="1"/>
      </p:scale>
      <p:origin x="0" y="-8224"/>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5.wmf"/><Relationship Id="rId6" Type="http://schemas.openxmlformats.org/officeDocument/2006/relationships/image" Target="../media/image10.wmf"/><Relationship Id="rId5" Type="http://schemas.openxmlformats.org/officeDocument/2006/relationships/image" Target="../media/image9.wmf"/><Relationship Id="rId4"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4.vml.rels><?xml version="1.0" encoding="UTF-8" standalone="yes"?>
<Relationships xmlns="http://schemas.openxmlformats.org/package/2006/relationships"><Relationship Id="rId8" Type="http://schemas.openxmlformats.org/officeDocument/2006/relationships/image" Target="../media/image21.wmf"/><Relationship Id="rId3" Type="http://schemas.openxmlformats.org/officeDocument/2006/relationships/image" Target="../media/image16.wmf"/><Relationship Id="rId7" Type="http://schemas.openxmlformats.org/officeDocument/2006/relationships/image" Target="../media/image20.wmf"/><Relationship Id="rId2" Type="http://schemas.openxmlformats.org/officeDocument/2006/relationships/image" Target="../media/image15.wmf"/><Relationship Id="rId1" Type="http://schemas.openxmlformats.org/officeDocument/2006/relationships/image" Target="../media/image14.wmf"/><Relationship Id="rId6" Type="http://schemas.openxmlformats.org/officeDocument/2006/relationships/image" Target="../media/image19.wmf"/><Relationship Id="rId5" Type="http://schemas.openxmlformats.org/officeDocument/2006/relationships/image" Target="../media/image18.wmf"/><Relationship Id="rId4" Type="http://schemas.openxmlformats.org/officeDocument/2006/relationships/image" Target="../media/image17.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image" Target="../media/image28.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image" Target="../media/image28.wmf"/></Relationships>
</file>

<file path=ppt/drawings/_rels/vmlDrawing9.vml.rels><?xml version="1.0" encoding="UTF-8" standalone="yes"?>
<Relationships xmlns="http://schemas.openxmlformats.org/package/2006/relationships"><Relationship Id="rId8" Type="http://schemas.openxmlformats.org/officeDocument/2006/relationships/image" Target="../media/image41.emf"/><Relationship Id="rId3" Type="http://schemas.openxmlformats.org/officeDocument/2006/relationships/image" Target="../media/image36.emf"/><Relationship Id="rId7" Type="http://schemas.openxmlformats.org/officeDocument/2006/relationships/image" Target="../media/image40.emf"/><Relationship Id="rId2" Type="http://schemas.openxmlformats.org/officeDocument/2006/relationships/image" Target="../media/image35.emf"/><Relationship Id="rId1" Type="http://schemas.openxmlformats.org/officeDocument/2006/relationships/image" Target="../media/image34.wmf"/><Relationship Id="rId6" Type="http://schemas.openxmlformats.org/officeDocument/2006/relationships/image" Target="../media/image39.emf"/><Relationship Id="rId5" Type="http://schemas.openxmlformats.org/officeDocument/2006/relationships/image" Target="../media/image38.emf"/><Relationship Id="rId4" Type="http://schemas.openxmlformats.org/officeDocument/2006/relationships/image" Target="../media/image37.wmf"/></Relationships>
</file>

<file path=ppt/drawings/_rels/vmlDrawing10.vml.rels><?xml version="1.0" encoding="UTF-8" standalone="yes"?>
<Relationships xmlns="http://schemas.openxmlformats.org/package/2006/relationships"><Relationship Id="rId8" Type="http://schemas.openxmlformats.org/officeDocument/2006/relationships/image" Target="../media/image46.emf"/><Relationship Id="rId13" Type="http://schemas.openxmlformats.org/officeDocument/2006/relationships/image" Target="../media/image51.emf"/><Relationship Id="rId3" Type="http://schemas.openxmlformats.org/officeDocument/2006/relationships/image" Target="../media/image38.emf"/><Relationship Id="rId7" Type="http://schemas.openxmlformats.org/officeDocument/2006/relationships/image" Target="../media/image45.emf"/><Relationship Id="rId12" Type="http://schemas.openxmlformats.org/officeDocument/2006/relationships/image" Target="../media/image50.emf"/><Relationship Id="rId2" Type="http://schemas.openxmlformats.org/officeDocument/2006/relationships/image" Target="../media/image36.emf"/><Relationship Id="rId1" Type="http://schemas.openxmlformats.org/officeDocument/2006/relationships/image" Target="../media/image34.wmf"/><Relationship Id="rId6" Type="http://schemas.openxmlformats.org/officeDocument/2006/relationships/image" Target="../media/image41.emf"/><Relationship Id="rId11" Type="http://schemas.openxmlformats.org/officeDocument/2006/relationships/image" Target="../media/image49.emf"/><Relationship Id="rId5" Type="http://schemas.openxmlformats.org/officeDocument/2006/relationships/image" Target="../media/image40.emf"/><Relationship Id="rId10" Type="http://schemas.openxmlformats.org/officeDocument/2006/relationships/image" Target="../media/image48.emf"/><Relationship Id="rId4" Type="http://schemas.openxmlformats.org/officeDocument/2006/relationships/image" Target="../media/image39.emf"/><Relationship Id="rId9" Type="http://schemas.openxmlformats.org/officeDocument/2006/relationships/image" Target="../media/image47.emf"/></Relationships>
</file>

<file path=ppt/drawings/_rels/vmlDrawing11.vml.rels><?xml version="1.0" encoding="UTF-8" standalone="yes"?>
<Relationships xmlns="http://schemas.openxmlformats.org/package/2006/relationships"><Relationship Id="rId8" Type="http://schemas.openxmlformats.org/officeDocument/2006/relationships/image" Target="../media/image65.wmf"/><Relationship Id="rId3" Type="http://schemas.openxmlformats.org/officeDocument/2006/relationships/image" Target="../media/image60.wmf"/><Relationship Id="rId7" Type="http://schemas.openxmlformats.org/officeDocument/2006/relationships/image" Target="../media/image64.wmf"/><Relationship Id="rId2" Type="http://schemas.openxmlformats.org/officeDocument/2006/relationships/image" Target="../media/image59.wmf"/><Relationship Id="rId1" Type="http://schemas.openxmlformats.org/officeDocument/2006/relationships/image" Target="../media/image58.wmf"/><Relationship Id="rId6" Type="http://schemas.openxmlformats.org/officeDocument/2006/relationships/image" Target="../media/image63.wmf"/><Relationship Id="rId5" Type="http://schemas.openxmlformats.org/officeDocument/2006/relationships/image" Target="../media/image62.wmf"/><Relationship Id="rId4" Type="http://schemas.openxmlformats.org/officeDocument/2006/relationships/image" Target="../media/image61.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69.wmf"/><Relationship Id="rId7" Type="http://schemas.openxmlformats.org/officeDocument/2006/relationships/image" Target="../media/image73.wmf"/><Relationship Id="rId2" Type="http://schemas.openxmlformats.org/officeDocument/2006/relationships/image" Target="../media/image68.wmf"/><Relationship Id="rId1" Type="http://schemas.openxmlformats.org/officeDocument/2006/relationships/image" Target="../media/image67.wmf"/><Relationship Id="rId6" Type="http://schemas.openxmlformats.org/officeDocument/2006/relationships/image" Target="../media/image72.wmf"/><Relationship Id="rId5" Type="http://schemas.openxmlformats.org/officeDocument/2006/relationships/image" Target="../media/image71.wmf"/><Relationship Id="rId4" Type="http://schemas.openxmlformats.org/officeDocument/2006/relationships/image" Target="../media/image70.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76.wmf"/><Relationship Id="rId2" Type="http://schemas.openxmlformats.org/officeDocument/2006/relationships/image" Target="../media/image75.wmf"/><Relationship Id="rId1" Type="http://schemas.openxmlformats.org/officeDocument/2006/relationships/image" Target="../media/image74.wmf"/><Relationship Id="rId6" Type="http://schemas.openxmlformats.org/officeDocument/2006/relationships/image" Target="../media/image79.wmf"/><Relationship Id="rId5" Type="http://schemas.openxmlformats.org/officeDocument/2006/relationships/image" Target="../media/image78.wmf"/><Relationship Id="rId4" Type="http://schemas.openxmlformats.org/officeDocument/2006/relationships/image" Target="../media/image77.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85.wmf"/><Relationship Id="rId2" Type="http://schemas.openxmlformats.org/officeDocument/2006/relationships/image" Target="../media/image84.wmf"/><Relationship Id="rId1" Type="http://schemas.openxmlformats.org/officeDocument/2006/relationships/image" Target="../media/image83.wmf"/><Relationship Id="rId6" Type="http://schemas.openxmlformats.org/officeDocument/2006/relationships/image" Target="../media/image88.wmf"/><Relationship Id="rId5" Type="http://schemas.openxmlformats.org/officeDocument/2006/relationships/image" Target="../media/image87.wmf"/><Relationship Id="rId4" Type="http://schemas.openxmlformats.org/officeDocument/2006/relationships/image" Target="../media/image86.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91.wmf"/><Relationship Id="rId1" Type="http://schemas.openxmlformats.org/officeDocument/2006/relationships/image" Target="../media/image90.wmf"/></Relationships>
</file>

<file path=ppt/drawings/_rels/vmlDrawing16.vml.rels><?xml version="1.0" encoding="UTF-8" standalone="yes"?>
<Relationships xmlns="http://schemas.openxmlformats.org/package/2006/relationships"><Relationship Id="rId8" Type="http://schemas.openxmlformats.org/officeDocument/2006/relationships/image" Target="../media/image99.wmf"/><Relationship Id="rId3" Type="http://schemas.openxmlformats.org/officeDocument/2006/relationships/image" Target="../media/image94.wmf"/><Relationship Id="rId7" Type="http://schemas.openxmlformats.org/officeDocument/2006/relationships/image" Target="../media/image98.wmf"/><Relationship Id="rId2" Type="http://schemas.openxmlformats.org/officeDocument/2006/relationships/image" Target="../media/image93.wmf"/><Relationship Id="rId1" Type="http://schemas.openxmlformats.org/officeDocument/2006/relationships/image" Target="../media/image92.wmf"/><Relationship Id="rId6" Type="http://schemas.openxmlformats.org/officeDocument/2006/relationships/image" Target="../media/image97.wmf"/><Relationship Id="rId5" Type="http://schemas.openxmlformats.org/officeDocument/2006/relationships/image" Target="../media/image96.wmf"/><Relationship Id="rId10" Type="http://schemas.openxmlformats.org/officeDocument/2006/relationships/image" Target="../media/image28.wmf"/><Relationship Id="rId4" Type="http://schemas.openxmlformats.org/officeDocument/2006/relationships/image" Target="../media/image95.wmf"/><Relationship Id="rId9" Type="http://schemas.openxmlformats.org/officeDocument/2006/relationships/image" Target="../media/image100.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114.wmf"/><Relationship Id="rId2" Type="http://schemas.openxmlformats.org/officeDocument/2006/relationships/image" Target="../media/image113.wmf"/><Relationship Id="rId1" Type="http://schemas.openxmlformats.org/officeDocument/2006/relationships/image" Target="../media/image112.wmf"/><Relationship Id="rId4" Type="http://schemas.openxmlformats.org/officeDocument/2006/relationships/image" Target="../media/image100.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117.wmf"/><Relationship Id="rId7" Type="http://schemas.openxmlformats.org/officeDocument/2006/relationships/image" Target="../media/image121.wmf"/><Relationship Id="rId2" Type="http://schemas.openxmlformats.org/officeDocument/2006/relationships/image" Target="../media/image116.wmf"/><Relationship Id="rId1" Type="http://schemas.openxmlformats.org/officeDocument/2006/relationships/image" Target="../media/image115.wmf"/><Relationship Id="rId6" Type="http://schemas.openxmlformats.org/officeDocument/2006/relationships/image" Target="../media/image120.wmf"/><Relationship Id="rId5" Type="http://schemas.openxmlformats.org/officeDocument/2006/relationships/image" Target="../media/image119.wmf"/><Relationship Id="rId4" Type="http://schemas.openxmlformats.org/officeDocument/2006/relationships/image" Target="../media/image118.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112.wmf"/><Relationship Id="rId1" Type="http://schemas.openxmlformats.org/officeDocument/2006/relationships/image" Target="../media/image122.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134.wmf"/><Relationship Id="rId7" Type="http://schemas.openxmlformats.org/officeDocument/2006/relationships/image" Target="../media/image138.wmf"/><Relationship Id="rId2" Type="http://schemas.openxmlformats.org/officeDocument/2006/relationships/image" Target="../media/image133.wmf"/><Relationship Id="rId1" Type="http://schemas.openxmlformats.org/officeDocument/2006/relationships/image" Target="../media/image132.wmf"/><Relationship Id="rId6" Type="http://schemas.openxmlformats.org/officeDocument/2006/relationships/image" Target="../media/image137.wmf"/><Relationship Id="rId5" Type="http://schemas.openxmlformats.org/officeDocument/2006/relationships/image" Target="../media/image136.wmf"/><Relationship Id="rId4" Type="http://schemas.openxmlformats.org/officeDocument/2006/relationships/image" Target="../media/image135.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142.wmf"/><Relationship Id="rId2" Type="http://schemas.openxmlformats.org/officeDocument/2006/relationships/image" Target="../media/image141.wmf"/><Relationship Id="rId1" Type="http://schemas.openxmlformats.org/officeDocument/2006/relationships/image" Target="../media/image140.wmf"/><Relationship Id="rId4" Type="http://schemas.openxmlformats.org/officeDocument/2006/relationships/image" Target="../media/image143.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147.emf"/><Relationship Id="rId2" Type="http://schemas.openxmlformats.org/officeDocument/2006/relationships/image" Target="../media/image146.wmf"/><Relationship Id="rId1" Type="http://schemas.openxmlformats.org/officeDocument/2006/relationships/image" Target="../media/image145.e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150.emf"/><Relationship Id="rId2" Type="http://schemas.openxmlformats.org/officeDocument/2006/relationships/image" Target="../media/image149.emf"/><Relationship Id="rId1" Type="http://schemas.openxmlformats.org/officeDocument/2006/relationships/image" Target="../media/image148.emf"/><Relationship Id="rId4" Type="http://schemas.openxmlformats.org/officeDocument/2006/relationships/image" Target="../media/image151.wmf"/></Relationships>
</file>

<file path=ppt/drawings/_rels/vmlDrawing24.vml.rels><?xml version="1.0" encoding="UTF-8" standalone="yes"?>
<Relationships xmlns="http://schemas.openxmlformats.org/package/2006/relationships"><Relationship Id="rId8" Type="http://schemas.openxmlformats.org/officeDocument/2006/relationships/image" Target="../media/image160.wmf"/><Relationship Id="rId3" Type="http://schemas.openxmlformats.org/officeDocument/2006/relationships/image" Target="../media/image155.wmf"/><Relationship Id="rId7" Type="http://schemas.openxmlformats.org/officeDocument/2006/relationships/image" Target="../media/image159.wmf"/><Relationship Id="rId2" Type="http://schemas.openxmlformats.org/officeDocument/2006/relationships/image" Target="../media/image154.wmf"/><Relationship Id="rId1" Type="http://schemas.openxmlformats.org/officeDocument/2006/relationships/image" Target="../media/image153.wmf"/><Relationship Id="rId6" Type="http://schemas.openxmlformats.org/officeDocument/2006/relationships/image" Target="../media/image158.wmf"/><Relationship Id="rId5" Type="http://schemas.openxmlformats.org/officeDocument/2006/relationships/image" Target="../media/image157.wmf"/><Relationship Id="rId4" Type="http://schemas.openxmlformats.org/officeDocument/2006/relationships/image" Target="../media/image156.wmf"/></Relationships>
</file>

<file path=ppt/drawings/_rels/vmlDrawing25.vml.rels><?xml version="1.0" encoding="UTF-8" standalone="yes"?>
<Relationships xmlns="http://schemas.openxmlformats.org/package/2006/relationships"><Relationship Id="rId8" Type="http://schemas.openxmlformats.org/officeDocument/2006/relationships/image" Target="../media/image156.wmf"/><Relationship Id="rId3" Type="http://schemas.openxmlformats.org/officeDocument/2006/relationships/image" Target="../media/image163.wmf"/><Relationship Id="rId7" Type="http://schemas.openxmlformats.org/officeDocument/2006/relationships/image" Target="../media/image155.wmf"/><Relationship Id="rId2" Type="http://schemas.openxmlformats.org/officeDocument/2006/relationships/image" Target="../media/image162.wmf"/><Relationship Id="rId1" Type="http://schemas.openxmlformats.org/officeDocument/2006/relationships/image" Target="../media/image161.wmf"/><Relationship Id="rId6" Type="http://schemas.openxmlformats.org/officeDocument/2006/relationships/image" Target="../media/image154.wmf"/><Relationship Id="rId5" Type="http://schemas.openxmlformats.org/officeDocument/2006/relationships/image" Target="../media/image153.wmf"/><Relationship Id="rId4" Type="http://schemas.openxmlformats.org/officeDocument/2006/relationships/image" Target="../media/image160.wmf"/><Relationship Id="rId9" Type="http://schemas.openxmlformats.org/officeDocument/2006/relationships/image" Target="../media/image157.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166.wmf"/><Relationship Id="rId2" Type="http://schemas.openxmlformats.org/officeDocument/2006/relationships/image" Target="../media/image165.wmf"/><Relationship Id="rId1" Type="http://schemas.openxmlformats.org/officeDocument/2006/relationships/image" Target="../media/image164.wmf"/></Relationships>
</file>

<file path=ppt/drawings/_rels/vmlDrawing27.vml.rels><?xml version="1.0" encoding="UTF-8" standalone="yes"?>
<Relationships xmlns="http://schemas.openxmlformats.org/package/2006/relationships"><Relationship Id="rId8" Type="http://schemas.openxmlformats.org/officeDocument/2006/relationships/image" Target="../media/image174.emf"/><Relationship Id="rId3" Type="http://schemas.openxmlformats.org/officeDocument/2006/relationships/image" Target="../media/image169.wmf"/><Relationship Id="rId7" Type="http://schemas.openxmlformats.org/officeDocument/2006/relationships/image" Target="../media/image173.wmf"/><Relationship Id="rId2" Type="http://schemas.openxmlformats.org/officeDocument/2006/relationships/image" Target="../media/image168.wmf"/><Relationship Id="rId1" Type="http://schemas.openxmlformats.org/officeDocument/2006/relationships/image" Target="../media/image167.wmf"/><Relationship Id="rId6" Type="http://schemas.openxmlformats.org/officeDocument/2006/relationships/image" Target="../media/image172.emf"/><Relationship Id="rId5" Type="http://schemas.openxmlformats.org/officeDocument/2006/relationships/image" Target="../media/image171.wmf"/><Relationship Id="rId4" Type="http://schemas.openxmlformats.org/officeDocument/2006/relationships/image" Target="../media/image170.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177.wmf"/><Relationship Id="rId2" Type="http://schemas.openxmlformats.org/officeDocument/2006/relationships/image" Target="../media/image176.wmf"/><Relationship Id="rId1" Type="http://schemas.openxmlformats.org/officeDocument/2006/relationships/image" Target="../media/image175.wmf"/><Relationship Id="rId5" Type="http://schemas.openxmlformats.org/officeDocument/2006/relationships/image" Target="../media/image179.wmf"/><Relationship Id="rId4" Type="http://schemas.openxmlformats.org/officeDocument/2006/relationships/image" Target="../media/image178.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18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4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b="1"/>
            </a:lvl1pPr>
          </a:lstStyle>
          <a:p>
            <a:pPr>
              <a:defRPr/>
            </a:pPr>
            <a:endParaRPr lang="en-US" altLang="zh-CN"/>
          </a:p>
        </p:txBody>
      </p:sp>
      <p:sp>
        <p:nvSpPr>
          <p:cNvPr id="215043"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b="1"/>
            </a:lvl1pPr>
          </a:lstStyle>
          <a:p>
            <a:pPr>
              <a:defRPr/>
            </a:pPr>
            <a:endParaRPr lang="en-US" altLang="zh-CN"/>
          </a:p>
        </p:txBody>
      </p:sp>
      <p:sp>
        <p:nvSpPr>
          <p:cNvPr id="624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15045"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15046"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b="1"/>
            </a:lvl1pPr>
          </a:lstStyle>
          <a:p>
            <a:pPr>
              <a:defRPr/>
            </a:pPr>
            <a:endParaRPr lang="en-US" altLang="zh-CN"/>
          </a:p>
        </p:txBody>
      </p:sp>
      <p:sp>
        <p:nvSpPr>
          <p:cNvPr id="215047"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b="1"/>
            </a:lvl1pPr>
          </a:lstStyle>
          <a:p>
            <a:pPr>
              <a:defRPr/>
            </a:pPr>
            <a:fld id="{C274CD63-96F0-42C0-A986-C381794363A2}" type="slidenum">
              <a:rPr lang="en-US" altLang="zh-CN"/>
              <a:pPr>
                <a:defRPr/>
              </a:pPr>
              <a:t>‹#›</a:t>
            </a:fld>
            <a:endParaRPr lang="en-US" altLang="zh-CN"/>
          </a:p>
        </p:txBody>
      </p:sp>
    </p:spTree>
    <p:extLst>
      <p:ext uri="{BB962C8B-B14F-4D97-AF65-F5344CB8AC3E}">
        <p14:creationId xmlns:p14="http://schemas.microsoft.com/office/powerpoint/2010/main" val="210399924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274CD63-96F0-42C0-A986-C381794363A2}" type="slidenum">
              <a:rPr lang="en-US" altLang="zh-CN" smtClean="0"/>
              <a:pPr>
                <a:defRPr/>
              </a:pPr>
              <a:t>15</a:t>
            </a:fld>
            <a:endParaRPr lang="en-US" altLang="zh-CN"/>
          </a:p>
        </p:txBody>
      </p:sp>
    </p:spTree>
    <p:extLst>
      <p:ext uri="{BB962C8B-B14F-4D97-AF65-F5344CB8AC3E}">
        <p14:creationId xmlns:p14="http://schemas.microsoft.com/office/powerpoint/2010/main" val="3699785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fld id="{7791430E-5805-4A43-B998-D739C4E3E85C}" type="slidenum">
              <a:rPr lang="en-US" altLang="zh-CN" sz="1200" smtClean="0"/>
              <a:pPr eaLnBrk="1" hangingPunct="1"/>
              <a:t>18</a:t>
            </a:fld>
            <a:endParaRPr lang="en-US" altLang="zh-CN" sz="1200"/>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p:spPr>
        <p:txBody>
          <a:bodyPr/>
          <a:lstStyle/>
          <a:p>
            <a:pPr eaLnBrk="1" hangingPunct="1"/>
            <a:endParaRPr lang="zh-CN" altLang="zh-CN" b="1">
              <a:ea typeface="宋体" pitchFamily="2" charset="-122"/>
            </a:endParaRPr>
          </a:p>
        </p:txBody>
      </p:sp>
    </p:spTree>
    <p:extLst>
      <p:ext uri="{BB962C8B-B14F-4D97-AF65-F5344CB8AC3E}">
        <p14:creationId xmlns:p14="http://schemas.microsoft.com/office/powerpoint/2010/main" val="13169998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fld id="{EA1737AD-A60D-49E4-ABB4-43BB6047A4EF}" type="slidenum">
              <a:rPr lang="en-US" altLang="zh-CN" sz="1200" smtClean="0"/>
              <a:pPr eaLnBrk="1" hangingPunct="1"/>
              <a:t>27</a:t>
            </a:fld>
            <a:endParaRPr lang="en-US" altLang="zh-CN" sz="1200"/>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p:spPr>
        <p:txBody>
          <a:bodyPr/>
          <a:lstStyle/>
          <a:p>
            <a:pPr eaLnBrk="1" hangingPunct="1"/>
            <a:endParaRPr lang="zh-CN" altLang="zh-CN" b="1">
              <a:ea typeface="宋体" pitchFamily="2" charset="-122"/>
            </a:endParaRPr>
          </a:p>
        </p:txBody>
      </p:sp>
    </p:spTree>
    <p:extLst>
      <p:ext uri="{BB962C8B-B14F-4D97-AF65-F5344CB8AC3E}">
        <p14:creationId xmlns:p14="http://schemas.microsoft.com/office/powerpoint/2010/main" val="10114351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BE3ADF8E-1691-4F06-BAD2-6964755F13FF}" type="slidenum">
              <a:rPr lang="en-US" altLang="zh-CN"/>
              <a:pPr>
                <a:defRPr/>
              </a:pPr>
              <a:t>‹#›</a:t>
            </a:fld>
            <a:endParaRPr lang="en-US" altLang="zh-CN"/>
          </a:p>
        </p:txBody>
      </p:sp>
    </p:spTree>
    <p:extLst>
      <p:ext uri="{BB962C8B-B14F-4D97-AF65-F5344CB8AC3E}">
        <p14:creationId xmlns:p14="http://schemas.microsoft.com/office/powerpoint/2010/main" val="1180764495"/>
      </p:ext>
    </p:extLst>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16E99268-98A3-489A-900C-8611ED8C1B7A}" type="slidenum">
              <a:rPr lang="en-US" altLang="zh-CN"/>
              <a:pPr>
                <a:defRPr/>
              </a:pPr>
              <a:t>‹#›</a:t>
            </a:fld>
            <a:endParaRPr lang="en-US" altLang="zh-CN"/>
          </a:p>
        </p:txBody>
      </p:sp>
    </p:spTree>
    <p:extLst>
      <p:ext uri="{BB962C8B-B14F-4D97-AF65-F5344CB8AC3E}">
        <p14:creationId xmlns:p14="http://schemas.microsoft.com/office/powerpoint/2010/main" val="2921777902"/>
      </p:ext>
    </p:extLst>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A543B8CC-686B-42E1-90DF-5E39A8887443}" type="slidenum">
              <a:rPr lang="en-US" altLang="zh-CN"/>
              <a:pPr>
                <a:defRPr/>
              </a:pPr>
              <a:t>‹#›</a:t>
            </a:fld>
            <a:endParaRPr lang="en-US" altLang="zh-CN"/>
          </a:p>
        </p:txBody>
      </p:sp>
    </p:spTree>
    <p:extLst>
      <p:ext uri="{BB962C8B-B14F-4D97-AF65-F5344CB8AC3E}">
        <p14:creationId xmlns:p14="http://schemas.microsoft.com/office/powerpoint/2010/main" val="2573279409"/>
      </p:ext>
    </p:extLst>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920A54E8-C1A7-4BDD-9F68-51DE232F51AF}" type="slidenum">
              <a:rPr lang="en-US" altLang="zh-CN"/>
              <a:pPr>
                <a:defRPr/>
              </a:pPr>
              <a:t>‹#›</a:t>
            </a:fld>
            <a:endParaRPr lang="en-US" altLang="zh-CN"/>
          </a:p>
        </p:txBody>
      </p:sp>
    </p:spTree>
    <p:extLst>
      <p:ext uri="{BB962C8B-B14F-4D97-AF65-F5344CB8AC3E}">
        <p14:creationId xmlns:p14="http://schemas.microsoft.com/office/powerpoint/2010/main" val="1975917211"/>
      </p:ext>
    </p:extLst>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0F658718-7237-4521-9CD6-9FF4E67F4E95}" type="slidenum">
              <a:rPr lang="en-US" altLang="zh-CN"/>
              <a:pPr>
                <a:defRPr/>
              </a:pPr>
              <a:t>‹#›</a:t>
            </a:fld>
            <a:endParaRPr lang="en-US" altLang="zh-CN"/>
          </a:p>
        </p:txBody>
      </p:sp>
    </p:spTree>
    <p:extLst>
      <p:ext uri="{BB962C8B-B14F-4D97-AF65-F5344CB8AC3E}">
        <p14:creationId xmlns:p14="http://schemas.microsoft.com/office/powerpoint/2010/main" val="3948702306"/>
      </p:ext>
    </p:extLst>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A85B39CA-44C7-4A58-BDE5-719B6D0BCD0F}" type="slidenum">
              <a:rPr lang="en-US" altLang="zh-CN"/>
              <a:pPr>
                <a:defRPr/>
              </a:pPr>
              <a:t>‹#›</a:t>
            </a:fld>
            <a:endParaRPr lang="en-US" altLang="zh-CN"/>
          </a:p>
        </p:txBody>
      </p:sp>
    </p:spTree>
    <p:extLst>
      <p:ext uri="{BB962C8B-B14F-4D97-AF65-F5344CB8AC3E}">
        <p14:creationId xmlns:p14="http://schemas.microsoft.com/office/powerpoint/2010/main" val="161650046"/>
      </p:ext>
    </p:extLst>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D2DEB414-4357-4EB1-9C87-76BE431E7390}" type="slidenum">
              <a:rPr lang="en-US" altLang="zh-CN"/>
              <a:pPr>
                <a:defRPr/>
              </a:pPr>
              <a:t>‹#›</a:t>
            </a:fld>
            <a:endParaRPr lang="en-US" altLang="zh-CN"/>
          </a:p>
        </p:txBody>
      </p:sp>
    </p:spTree>
    <p:extLst>
      <p:ext uri="{BB962C8B-B14F-4D97-AF65-F5344CB8AC3E}">
        <p14:creationId xmlns:p14="http://schemas.microsoft.com/office/powerpoint/2010/main" val="1776791318"/>
      </p:ext>
    </p:extLst>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D427B35F-6B54-4676-A008-B5EA37F92A17}" type="slidenum">
              <a:rPr lang="en-US" altLang="zh-CN"/>
              <a:pPr>
                <a:defRPr/>
              </a:pPr>
              <a:t>‹#›</a:t>
            </a:fld>
            <a:endParaRPr lang="en-US" altLang="zh-CN"/>
          </a:p>
        </p:txBody>
      </p:sp>
    </p:spTree>
    <p:extLst>
      <p:ext uri="{BB962C8B-B14F-4D97-AF65-F5344CB8AC3E}">
        <p14:creationId xmlns:p14="http://schemas.microsoft.com/office/powerpoint/2010/main" val="66048918"/>
      </p:ext>
    </p:extLst>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6012E031-6182-49E2-BB3F-03810CF18ADF}" type="slidenum">
              <a:rPr lang="en-US" altLang="zh-CN"/>
              <a:pPr>
                <a:defRPr/>
              </a:pPr>
              <a:t>‹#›</a:t>
            </a:fld>
            <a:endParaRPr lang="en-US" altLang="zh-CN"/>
          </a:p>
        </p:txBody>
      </p:sp>
    </p:spTree>
    <p:extLst>
      <p:ext uri="{BB962C8B-B14F-4D97-AF65-F5344CB8AC3E}">
        <p14:creationId xmlns:p14="http://schemas.microsoft.com/office/powerpoint/2010/main" val="2890871102"/>
      </p:ext>
    </p:extLst>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15BB352C-C934-40CC-8B96-47FE3DDC80A6}" type="slidenum">
              <a:rPr lang="en-US" altLang="zh-CN"/>
              <a:pPr>
                <a:defRPr/>
              </a:pPr>
              <a:t>‹#›</a:t>
            </a:fld>
            <a:endParaRPr lang="en-US" altLang="zh-CN"/>
          </a:p>
        </p:txBody>
      </p:sp>
    </p:spTree>
    <p:extLst>
      <p:ext uri="{BB962C8B-B14F-4D97-AF65-F5344CB8AC3E}">
        <p14:creationId xmlns:p14="http://schemas.microsoft.com/office/powerpoint/2010/main" val="1665138966"/>
      </p:ext>
    </p:extLst>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F7B8D8D9-F86A-407E-968D-0E9D24B2594F}" type="slidenum">
              <a:rPr lang="en-US" altLang="zh-CN"/>
              <a:pPr>
                <a:defRPr/>
              </a:pPr>
              <a:t>‹#›</a:t>
            </a:fld>
            <a:endParaRPr lang="en-US" altLang="zh-CN"/>
          </a:p>
        </p:txBody>
      </p:sp>
    </p:spTree>
    <p:extLst>
      <p:ext uri="{BB962C8B-B14F-4D97-AF65-F5344CB8AC3E}">
        <p14:creationId xmlns:p14="http://schemas.microsoft.com/office/powerpoint/2010/main" val="667194506"/>
      </p:ext>
    </p:extLst>
  </p:cSld>
  <p:clrMapOvr>
    <a:masterClrMapping/>
  </p:clrMapOvr>
  <p:transition>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5880E02B-7809-4C2F-9DF6-2E870CE6CC2D}" type="slidenum">
              <a:rPr lang="en-US" altLang="zh-CN"/>
              <a:pPr>
                <a:defRPr/>
              </a:pPr>
              <a:t>‹#›</a:t>
            </a:fld>
            <a:endParaRPr lang="en-US" altLang="zh-CN"/>
          </a:p>
        </p:txBody>
      </p:sp>
    </p:spTree>
    <p:extLst>
      <p:ext uri="{BB962C8B-B14F-4D97-AF65-F5344CB8AC3E}">
        <p14:creationId xmlns:p14="http://schemas.microsoft.com/office/powerpoint/2010/main" val="867158624"/>
      </p:ext>
    </p:extLst>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spcBef>
                <a:spcPct val="0"/>
              </a:spcBef>
              <a:defRPr sz="1400">
                <a:solidFill>
                  <a:schemeClr val="tx1"/>
                </a:solidFill>
                <a:ea typeface="+mn-ea"/>
              </a:defRPr>
            </a:lvl1pPr>
          </a:lstStyle>
          <a:p>
            <a:pPr>
              <a:defRPr/>
            </a:pPr>
            <a:endParaRPr lang="en-US" altLang="zh-CN"/>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spcBef>
                <a:spcPct val="0"/>
              </a:spcBef>
              <a:defRPr sz="1400">
                <a:solidFill>
                  <a:schemeClr val="tx1"/>
                </a:solidFill>
                <a:ea typeface="+mn-ea"/>
              </a:defRPr>
            </a:lvl1pPr>
          </a:lstStyle>
          <a:p>
            <a:pPr>
              <a:defRPr/>
            </a:pPr>
            <a:endParaRPr lang="en-US" altLang="zh-CN"/>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defRPr sz="1400">
                <a:solidFill>
                  <a:schemeClr val="tx1"/>
                </a:solidFill>
                <a:ea typeface="+mn-ea"/>
              </a:defRPr>
            </a:lvl1pPr>
          </a:lstStyle>
          <a:p>
            <a:pPr>
              <a:defRPr/>
            </a:pPr>
            <a:fld id="{FAED9C1F-9CB2-4A5C-99BF-5F988C369161}"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random/>
  </p:transition>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charset="-122"/>
        </a:defRPr>
      </a:lvl5pPr>
      <a:lvl6pPr marL="457200" algn="ctr" rtl="0" fontAlgn="base">
        <a:spcBef>
          <a:spcPct val="0"/>
        </a:spcBef>
        <a:spcAft>
          <a:spcPct val="0"/>
        </a:spcAft>
        <a:defRPr kumimoji="1" sz="4400">
          <a:solidFill>
            <a:schemeClr val="tx2"/>
          </a:solidFill>
          <a:latin typeface="Times New Roman" pitchFamily="18" charset="0"/>
          <a:ea typeface="宋体" charset="-122"/>
        </a:defRPr>
      </a:lvl6pPr>
      <a:lvl7pPr marL="914400" algn="ctr" rtl="0" fontAlgn="base">
        <a:spcBef>
          <a:spcPct val="0"/>
        </a:spcBef>
        <a:spcAft>
          <a:spcPct val="0"/>
        </a:spcAft>
        <a:defRPr kumimoji="1" sz="4400">
          <a:solidFill>
            <a:schemeClr val="tx2"/>
          </a:solidFill>
          <a:latin typeface="Times New Roman" pitchFamily="18" charset="0"/>
          <a:ea typeface="宋体" charset="-122"/>
        </a:defRPr>
      </a:lvl7pPr>
      <a:lvl8pPr marL="1371600" algn="ctr" rtl="0" fontAlgn="base">
        <a:spcBef>
          <a:spcPct val="0"/>
        </a:spcBef>
        <a:spcAft>
          <a:spcPct val="0"/>
        </a:spcAft>
        <a:defRPr kumimoji="1" sz="4400">
          <a:solidFill>
            <a:schemeClr val="tx2"/>
          </a:solidFill>
          <a:latin typeface="Times New Roman" pitchFamily="18" charset="0"/>
          <a:ea typeface="宋体" charset="-122"/>
        </a:defRPr>
      </a:lvl8pPr>
      <a:lvl9pPr marL="1828800" algn="ctr" rtl="0" fontAlgn="base">
        <a:spcBef>
          <a:spcPct val="0"/>
        </a:spcBef>
        <a:spcAft>
          <a:spcPct val="0"/>
        </a:spcAft>
        <a:defRPr kumimoji="1" sz="4400">
          <a:solidFill>
            <a:schemeClr val="tx2"/>
          </a:solidFill>
          <a:latin typeface="Times New Roman" pitchFamily="18" charset="0"/>
          <a:ea typeface="宋体"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3.wmf"/><Relationship Id="rId5" Type="http://schemas.openxmlformats.org/officeDocument/2006/relationships/oleObject" Target="../embeddings/oleObject2.bin"/><Relationship Id="rId4" Type="http://schemas.openxmlformats.org/officeDocument/2006/relationships/image" Target="../media/image2.wmf"/></Relationships>
</file>

<file path=ppt/slides/_rels/slide2.xml.rels><?xml version="1.0" encoding="UTF-8" standalone="yes"?>
<Relationships xmlns="http://schemas.openxmlformats.org/package/2006/relationships"><Relationship Id="rId8" Type="http://schemas.openxmlformats.org/officeDocument/2006/relationships/oleObject" Target="../embeddings/oleObject6.bin"/><Relationship Id="rId13" Type="http://schemas.openxmlformats.org/officeDocument/2006/relationships/image" Target="../media/image9.wmf"/><Relationship Id="rId3" Type="http://schemas.openxmlformats.org/officeDocument/2006/relationships/oleObject" Target="../embeddings/oleObject4.bin"/><Relationship Id="rId7" Type="http://schemas.openxmlformats.org/officeDocument/2006/relationships/image" Target="../media/image6.wmf"/><Relationship Id="rId12"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oleObject" Target="../embeddings/oleObject5.bin"/><Relationship Id="rId11" Type="http://schemas.openxmlformats.org/officeDocument/2006/relationships/image" Target="../media/image8.wmf"/><Relationship Id="rId5" Type="http://schemas.openxmlformats.org/officeDocument/2006/relationships/image" Target="../media/image11.png"/><Relationship Id="rId15" Type="http://schemas.openxmlformats.org/officeDocument/2006/relationships/image" Target="../media/image10.wmf"/><Relationship Id="rId10" Type="http://schemas.openxmlformats.org/officeDocument/2006/relationships/oleObject" Target="../embeddings/oleObject7.bin"/><Relationship Id="rId4" Type="http://schemas.openxmlformats.org/officeDocument/2006/relationships/image" Target="../media/image5.wmf"/><Relationship Id="rId9" Type="http://schemas.openxmlformats.org/officeDocument/2006/relationships/image" Target="../media/image7.wmf"/><Relationship Id="rId14" Type="http://schemas.openxmlformats.org/officeDocument/2006/relationships/oleObject" Target="../embeddings/oleObject9.bin"/></Relationships>
</file>

<file path=ppt/slides/_rels/slide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image" Target="../media/image13.wmf"/></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14.bin"/><Relationship Id="rId13" Type="http://schemas.openxmlformats.org/officeDocument/2006/relationships/oleObject" Target="../embeddings/oleObject18.bin"/><Relationship Id="rId18" Type="http://schemas.openxmlformats.org/officeDocument/2006/relationships/image" Target="../media/image19.wmf"/><Relationship Id="rId3" Type="http://schemas.openxmlformats.org/officeDocument/2006/relationships/oleObject" Target="../embeddings/oleObject11.bin"/><Relationship Id="rId21" Type="http://schemas.openxmlformats.org/officeDocument/2006/relationships/oleObject" Target="../embeddings/oleObject22.bin"/><Relationship Id="rId7" Type="http://schemas.openxmlformats.org/officeDocument/2006/relationships/oleObject" Target="../embeddings/oleObject13.bin"/><Relationship Id="rId12" Type="http://schemas.openxmlformats.org/officeDocument/2006/relationships/oleObject" Target="../embeddings/oleObject17.bin"/><Relationship Id="rId17" Type="http://schemas.openxmlformats.org/officeDocument/2006/relationships/oleObject" Target="../embeddings/oleObject20.bin"/><Relationship Id="rId2" Type="http://schemas.openxmlformats.org/officeDocument/2006/relationships/slideLayout" Target="../slideLayouts/slideLayout7.xml"/><Relationship Id="rId16" Type="http://schemas.openxmlformats.org/officeDocument/2006/relationships/image" Target="../media/image18.wmf"/><Relationship Id="rId20" Type="http://schemas.openxmlformats.org/officeDocument/2006/relationships/image" Target="../media/image20.wmf"/><Relationship Id="rId1" Type="http://schemas.openxmlformats.org/officeDocument/2006/relationships/vmlDrawing" Target="../drawings/vmlDrawing4.vml"/><Relationship Id="rId6" Type="http://schemas.openxmlformats.org/officeDocument/2006/relationships/image" Target="../media/image15.wmf"/><Relationship Id="rId11" Type="http://schemas.openxmlformats.org/officeDocument/2006/relationships/oleObject" Target="../embeddings/oleObject16.bin"/><Relationship Id="rId5" Type="http://schemas.openxmlformats.org/officeDocument/2006/relationships/oleObject" Target="../embeddings/oleObject12.bin"/><Relationship Id="rId15" Type="http://schemas.openxmlformats.org/officeDocument/2006/relationships/oleObject" Target="../embeddings/oleObject19.bin"/><Relationship Id="rId10" Type="http://schemas.openxmlformats.org/officeDocument/2006/relationships/oleObject" Target="../embeddings/oleObject15.bin"/><Relationship Id="rId19" Type="http://schemas.openxmlformats.org/officeDocument/2006/relationships/oleObject" Target="../embeddings/oleObject21.bin"/><Relationship Id="rId4" Type="http://schemas.openxmlformats.org/officeDocument/2006/relationships/image" Target="../media/image14.wmf"/><Relationship Id="rId9" Type="http://schemas.openxmlformats.org/officeDocument/2006/relationships/image" Target="../media/image16.wmf"/><Relationship Id="rId14" Type="http://schemas.openxmlformats.org/officeDocument/2006/relationships/image" Target="../media/image17.wmf"/><Relationship Id="rId22" Type="http://schemas.openxmlformats.org/officeDocument/2006/relationships/image" Target="../media/image21.w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xml"/><Relationship Id="rId1" Type="http://schemas.openxmlformats.org/officeDocument/2006/relationships/vmlDrawing" Target="../drawings/vmlDrawing5.vml"/><Relationship Id="rId6" Type="http://schemas.openxmlformats.org/officeDocument/2006/relationships/image" Target="../media/image7.wmf"/><Relationship Id="rId5" Type="http://schemas.openxmlformats.org/officeDocument/2006/relationships/oleObject" Target="../embeddings/oleObject6.bin"/><Relationship Id="rId4" Type="http://schemas.openxmlformats.org/officeDocument/2006/relationships/image" Target="../media/image6.w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23.bin"/><Relationship Id="rId7" Type="http://schemas.openxmlformats.org/officeDocument/2006/relationships/oleObject" Target="../embeddings/oleObject24.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24.jpeg"/><Relationship Id="rId5" Type="http://schemas.openxmlformats.org/officeDocument/2006/relationships/image" Target="../media/image23.jpeg"/><Relationship Id="rId4" Type="http://schemas.openxmlformats.org/officeDocument/2006/relationships/image" Target="../media/image22.wmf"/></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30.wmf"/><Relationship Id="rId3" Type="http://schemas.openxmlformats.org/officeDocument/2006/relationships/oleObject" Target="../embeddings/oleObject25.bin"/><Relationship Id="rId7" Type="http://schemas.openxmlformats.org/officeDocument/2006/relationships/oleObject" Target="../embeddings/oleObject27.bin"/><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29.wmf"/><Relationship Id="rId5" Type="http://schemas.openxmlformats.org/officeDocument/2006/relationships/oleObject" Target="../embeddings/oleObject26.bin"/><Relationship Id="rId4" Type="http://schemas.openxmlformats.org/officeDocument/2006/relationships/image" Target="../media/image28.wmf"/><Relationship Id="rId9" Type="http://schemas.openxmlformats.org/officeDocument/2006/relationships/image" Target="../media/image31.jpeg"/></Relationships>
</file>

<file path=ppt/slides/_rels/slide1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33.wmf"/><Relationship Id="rId5" Type="http://schemas.openxmlformats.org/officeDocument/2006/relationships/oleObject" Target="../embeddings/oleObject29.bin"/><Relationship Id="rId4" Type="http://schemas.openxmlformats.org/officeDocument/2006/relationships/image" Target="../media/image28.wmf"/></Relationships>
</file>

<file path=ppt/slides/_rels/slide13.xml.rels><?xml version="1.0" encoding="UTF-8" standalone="yes"?>
<Relationships xmlns="http://schemas.openxmlformats.org/package/2006/relationships"><Relationship Id="rId8" Type="http://schemas.openxmlformats.org/officeDocument/2006/relationships/image" Target="../media/image37.wmf"/><Relationship Id="rId13" Type="http://schemas.openxmlformats.org/officeDocument/2006/relationships/oleObject" Target="../embeddings/oleObject33.bin"/><Relationship Id="rId18" Type="http://schemas.openxmlformats.org/officeDocument/2006/relationships/image" Target="../media/image43.png"/><Relationship Id="rId3" Type="http://schemas.openxmlformats.org/officeDocument/2006/relationships/oleObject" Target="NULL"/><Relationship Id="rId7" Type="http://schemas.openxmlformats.org/officeDocument/2006/relationships/image" Target="../media/image36.emf"/><Relationship Id="rId12" Type="http://schemas.openxmlformats.org/officeDocument/2006/relationships/image" Target="../media/image39.emf"/><Relationship Id="rId17" Type="http://schemas.openxmlformats.org/officeDocument/2006/relationships/image" Target="../media/image42.png"/><Relationship Id="rId2" Type="http://schemas.openxmlformats.org/officeDocument/2006/relationships/slideLayout" Target="../slideLayouts/slideLayout7.xml"/><Relationship Id="rId16" Type="http://schemas.openxmlformats.org/officeDocument/2006/relationships/image" Target="../media/image41.emf"/><Relationship Id="rId1" Type="http://schemas.openxmlformats.org/officeDocument/2006/relationships/vmlDrawing" Target="../drawings/vmlDrawing9.vml"/><Relationship Id="rId6" Type="http://schemas.openxmlformats.org/officeDocument/2006/relationships/image" Target="../media/image35.emf"/><Relationship Id="rId11" Type="http://schemas.openxmlformats.org/officeDocument/2006/relationships/oleObject" Target="../embeddings/oleObject32.bin"/><Relationship Id="rId5" Type="http://schemas.openxmlformats.org/officeDocument/2006/relationships/oleObject" Target="../embeddings/oleObject30.bin"/><Relationship Id="rId15" Type="http://schemas.openxmlformats.org/officeDocument/2006/relationships/oleObject" Target="../embeddings/oleObject34.bin"/><Relationship Id="rId10" Type="http://schemas.openxmlformats.org/officeDocument/2006/relationships/image" Target="../media/image38.emf"/><Relationship Id="rId19" Type="http://schemas.openxmlformats.org/officeDocument/2006/relationships/image" Target="../media/image44.png"/><Relationship Id="rId4" Type="http://schemas.openxmlformats.org/officeDocument/2006/relationships/image" Target="../media/image34.wmf"/><Relationship Id="rId9" Type="http://schemas.openxmlformats.org/officeDocument/2006/relationships/oleObject" Target="../embeddings/oleObject31.bin"/><Relationship Id="rId14" Type="http://schemas.openxmlformats.org/officeDocument/2006/relationships/image" Target="../media/image40.emf"/></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32.bin"/><Relationship Id="rId13" Type="http://schemas.openxmlformats.org/officeDocument/2006/relationships/image" Target="../media/image41.emf"/><Relationship Id="rId18" Type="http://schemas.openxmlformats.org/officeDocument/2006/relationships/image" Target="../media/image46.emf"/><Relationship Id="rId26" Type="http://schemas.openxmlformats.org/officeDocument/2006/relationships/image" Target="../media/image50.emf"/><Relationship Id="rId3" Type="http://schemas.openxmlformats.org/officeDocument/2006/relationships/oleObject" Target="NULL"/><Relationship Id="rId21" Type="http://schemas.openxmlformats.org/officeDocument/2006/relationships/oleObject" Target="../embeddings/oleObject38.bin"/><Relationship Id="rId7" Type="http://schemas.openxmlformats.org/officeDocument/2006/relationships/image" Target="../media/image38.emf"/><Relationship Id="rId12" Type="http://schemas.openxmlformats.org/officeDocument/2006/relationships/oleObject" Target="../embeddings/oleObject34.bin"/><Relationship Id="rId17" Type="http://schemas.openxmlformats.org/officeDocument/2006/relationships/oleObject" Target="../embeddings/oleObject36.bin"/><Relationship Id="rId25" Type="http://schemas.openxmlformats.org/officeDocument/2006/relationships/oleObject" Target="../embeddings/oleObject40.bin"/><Relationship Id="rId2" Type="http://schemas.openxmlformats.org/officeDocument/2006/relationships/slideLayout" Target="../slideLayouts/slideLayout7.xml"/><Relationship Id="rId16" Type="http://schemas.openxmlformats.org/officeDocument/2006/relationships/image" Target="../media/image45.emf"/><Relationship Id="rId20" Type="http://schemas.openxmlformats.org/officeDocument/2006/relationships/image" Target="../media/image47.emf"/><Relationship Id="rId29" Type="http://schemas.openxmlformats.org/officeDocument/2006/relationships/image" Target="../media/image53.png"/><Relationship Id="rId1" Type="http://schemas.openxmlformats.org/officeDocument/2006/relationships/vmlDrawing" Target="../drawings/vmlDrawing10.vml"/><Relationship Id="rId6" Type="http://schemas.openxmlformats.org/officeDocument/2006/relationships/oleObject" Target="../embeddings/oleObject31.bin"/><Relationship Id="rId11" Type="http://schemas.openxmlformats.org/officeDocument/2006/relationships/image" Target="../media/image40.emf"/><Relationship Id="rId24" Type="http://schemas.openxmlformats.org/officeDocument/2006/relationships/image" Target="../media/image49.emf"/><Relationship Id="rId5" Type="http://schemas.openxmlformats.org/officeDocument/2006/relationships/image" Target="../media/image36.emf"/><Relationship Id="rId15" Type="http://schemas.openxmlformats.org/officeDocument/2006/relationships/oleObject" Target="../embeddings/oleObject35.bin"/><Relationship Id="rId23" Type="http://schemas.openxmlformats.org/officeDocument/2006/relationships/oleObject" Target="../embeddings/oleObject39.bin"/><Relationship Id="rId28" Type="http://schemas.openxmlformats.org/officeDocument/2006/relationships/image" Target="../media/image51.emf"/><Relationship Id="rId10" Type="http://schemas.openxmlformats.org/officeDocument/2006/relationships/oleObject" Target="../embeddings/oleObject33.bin"/><Relationship Id="rId19" Type="http://schemas.openxmlformats.org/officeDocument/2006/relationships/oleObject" Target="../embeddings/oleObject37.bin"/><Relationship Id="rId31" Type="http://schemas.openxmlformats.org/officeDocument/2006/relationships/image" Target="../media/image55.png"/><Relationship Id="rId4" Type="http://schemas.openxmlformats.org/officeDocument/2006/relationships/image" Target="../media/image34.wmf"/><Relationship Id="rId9" Type="http://schemas.openxmlformats.org/officeDocument/2006/relationships/image" Target="../media/image39.emf"/><Relationship Id="rId14" Type="http://schemas.openxmlformats.org/officeDocument/2006/relationships/image" Target="../media/image52.png"/><Relationship Id="rId22" Type="http://schemas.openxmlformats.org/officeDocument/2006/relationships/image" Target="../media/image48.emf"/><Relationship Id="rId27" Type="http://schemas.openxmlformats.org/officeDocument/2006/relationships/oleObject" Target="../embeddings/oleObject41.bin"/><Relationship Id="rId30" Type="http://schemas.openxmlformats.org/officeDocument/2006/relationships/image" Target="../media/image54.png"/></Relationships>
</file>

<file path=ppt/slides/_rels/slide1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49.png"/></Relationships>
</file>

<file path=ppt/slides/_rels/slide1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image" Target="../media/image60.wmf"/><Relationship Id="rId13" Type="http://schemas.openxmlformats.org/officeDocument/2006/relationships/oleObject" Target="../embeddings/oleObject47.bin"/><Relationship Id="rId18" Type="http://schemas.openxmlformats.org/officeDocument/2006/relationships/image" Target="../media/image65.wmf"/><Relationship Id="rId3" Type="http://schemas.openxmlformats.org/officeDocument/2006/relationships/oleObject" Target="../embeddings/oleObject42.bin"/><Relationship Id="rId7" Type="http://schemas.openxmlformats.org/officeDocument/2006/relationships/oleObject" Target="../embeddings/oleObject44.bin"/><Relationship Id="rId12" Type="http://schemas.openxmlformats.org/officeDocument/2006/relationships/image" Target="../media/image62.wmf"/><Relationship Id="rId17" Type="http://schemas.openxmlformats.org/officeDocument/2006/relationships/oleObject" Target="../embeddings/oleObject49.bin"/><Relationship Id="rId2" Type="http://schemas.openxmlformats.org/officeDocument/2006/relationships/slideLayout" Target="../slideLayouts/slideLayout7.xml"/><Relationship Id="rId16" Type="http://schemas.openxmlformats.org/officeDocument/2006/relationships/image" Target="../media/image64.wmf"/><Relationship Id="rId1" Type="http://schemas.openxmlformats.org/officeDocument/2006/relationships/vmlDrawing" Target="../drawings/vmlDrawing11.vml"/><Relationship Id="rId6" Type="http://schemas.openxmlformats.org/officeDocument/2006/relationships/image" Target="../media/image59.wmf"/><Relationship Id="rId11" Type="http://schemas.openxmlformats.org/officeDocument/2006/relationships/oleObject" Target="../embeddings/oleObject46.bin"/><Relationship Id="rId5" Type="http://schemas.openxmlformats.org/officeDocument/2006/relationships/oleObject" Target="../embeddings/oleObject43.bin"/><Relationship Id="rId15" Type="http://schemas.openxmlformats.org/officeDocument/2006/relationships/oleObject" Target="../embeddings/oleObject48.bin"/><Relationship Id="rId10" Type="http://schemas.openxmlformats.org/officeDocument/2006/relationships/image" Target="../media/image61.wmf"/><Relationship Id="rId4" Type="http://schemas.openxmlformats.org/officeDocument/2006/relationships/image" Target="../media/image58.wmf"/><Relationship Id="rId9" Type="http://schemas.openxmlformats.org/officeDocument/2006/relationships/oleObject" Target="../embeddings/oleObject45.bin"/><Relationship Id="rId14" Type="http://schemas.openxmlformats.org/officeDocument/2006/relationships/image" Target="../media/image63.wmf"/></Relationships>
</file>

<file path=ppt/slides/_rels/slide1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53.bin"/><Relationship Id="rId13" Type="http://schemas.openxmlformats.org/officeDocument/2006/relationships/oleObject" Target="../embeddings/oleObject56.bin"/><Relationship Id="rId18" Type="http://schemas.openxmlformats.org/officeDocument/2006/relationships/image" Target="../media/image73.wmf"/><Relationship Id="rId3" Type="http://schemas.openxmlformats.org/officeDocument/2006/relationships/oleObject" Target="../embeddings/oleObject50.bin"/><Relationship Id="rId7" Type="http://schemas.openxmlformats.org/officeDocument/2006/relationships/oleObject" Target="../embeddings/oleObject52.bin"/><Relationship Id="rId12" Type="http://schemas.openxmlformats.org/officeDocument/2006/relationships/image" Target="../media/image70.wmf"/><Relationship Id="rId17" Type="http://schemas.openxmlformats.org/officeDocument/2006/relationships/oleObject" Target="../embeddings/oleObject58.bin"/><Relationship Id="rId2" Type="http://schemas.openxmlformats.org/officeDocument/2006/relationships/slideLayout" Target="../slideLayouts/slideLayout7.xml"/><Relationship Id="rId16" Type="http://schemas.openxmlformats.org/officeDocument/2006/relationships/image" Target="../media/image72.wmf"/><Relationship Id="rId1" Type="http://schemas.openxmlformats.org/officeDocument/2006/relationships/vmlDrawing" Target="../drawings/vmlDrawing12.vml"/><Relationship Id="rId6" Type="http://schemas.openxmlformats.org/officeDocument/2006/relationships/image" Target="../media/image68.wmf"/><Relationship Id="rId11" Type="http://schemas.openxmlformats.org/officeDocument/2006/relationships/oleObject" Target="../embeddings/oleObject55.bin"/><Relationship Id="rId5" Type="http://schemas.openxmlformats.org/officeDocument/2006/relationships/oleObject" Target="../embeddings/oleObject51.bin"/><Relationship Id="rId15" Type="http://schemas.openxmlformats.org/officeDocument/2006/relationships/oleObject" Target="../embeddings/oleObject57.bin"/><Relationship Id="rId10" Type="http://schemas.openxmlformats.org/officeDocument/2006/relationships/oleObject" Target="../embeddings/oleObject54.bin"/><Relationship Id="rId4" Type="http://schemas.openxmlformats.org/officeDocument/2006/relationships/image" Target="../media/image67.wmf"/><Relationship Id="rId9" Type="http://schemas.openxmlformats.org/officeDocument/2006/relationships/image" Target="../media/image69.wmf"/><Relationship Id="rId14" Type="http://schemas.openxmlformats.org/officeDocument/2006/relationships/image" Target="../media/image71.wmf"/></Relationships>
</file>

<file path=ppt/slides/_rels/slide20.xml.rels><?xml version="1.0" encoding="UTF-8" standalone="yes"?>
<Relationships xmlns="http://schemas.openxmlformats.org/package/2006/relationships"><Relationship Id="rId8" Type="http://schemas.openxmlformats.org/officeDocument/2006/relationships/image" Target="../media/image76.wmf"/><Relationship Id="rId13" Type="http://schemas.openxmlformats.org/officeDocument/2006/relationships/image" Target="../media/image82.jpeg"/><Relationship Id="rId3" Type="http://schemas.openxmlformats.org/officeDocument/2006/relationships/oleObject" Target="../embeddings/oleObject59.bin"/><Relationship Id="rId7" Type="http://schemas.openxmlformats.org/officeDocument/2006/relationships/oleObject" Target="../embeddings/oleObject61.bin"/><Relationship Id="rId12" Type="http://schemas.openxmlformats.org/officeDocument/2006/relationships/image" Target="../media/image81.jpeg"/><Relationship Id="rId17" Type="http://schemas.openxmlformats.org/officeDocument/2006/relationships/image" Target="../media/image79.wmf"/><Relationship Id="rId2" Type="http://schemas.openxmlformats.org/officeDocument/2006/relationships/slideLayout" Target="../slideLayouts/slideLayout7.xml"/><Relationship Id="rId16" Type="http://schemas.openxmlformats.org/officeDocument/2006/relationships/oleObject" Target="../embeddings/oleObject64.bin"/><Relationship Id="rId1" Type="http://schemas.openxmlformats.org/officeDocument/2006/relationships/vmlDrawing" Target="../drawings/vmlDrawing13.vml"/><Relationship Id="rId6" Type="http://schemas.openxmlformats.org/officeDocument/2006/relationships/image" Target="../media/image75.wmf"/><Relationship Id="rId11" Type="http://schemas.openxmlformats.org/officeDocument/2006/relationships/image" Target="../media/image77.wmf"/><Relationship Id="rId5" Type="http://schemas.openxmlformats.org/officeDocument/2006/relationships/oleObject" Target="../embeddings/oleObject60.bin"/><Relationship Id="rId15" Type="http://schemas.openxmlformats.org/officeDocument/2006/relationships/image" Target="../media/image78.wmf"/><Relationship Id="rId10" Type="http://schemas.openxmlformats.org/officeDocument/2006/relationships/oleObject" Target="../embeddings/oleObject62.bin"/><Relationship Id="rId4" Type="http://schemas.openxmlformats.org/officeDocument/2006/relationships/image" Target="../media/image74.wmf"/><Relationship Id="rId9" Type="http://schemas.openxmlformats.org/officeDocument/2006/relationships/image" Target="../media/image80.png"/><Relationship Id="rId14" Type="http://schemas.openxmlformats.org/officeDocument/2006/relationships/oleObject" Target="../embeddings/oleObject63.bin"/></Relationships>
</file>

<file path=ppt/slides/_rels/slide21.xml.rels><?xml version="1.0" encoding="UTF-8" standalone="yes"?>
<Relationships xmlns="http://schemas.openxmlformats.org/package/2006/relationships"><Relationship Id="rId8" Type="http://schemas.openxmlformats.org/officeDocument/2006/relationships/image" Target="../media/image85.wmf"/><Relationship Id="rId13" Type="http://schemas.openxmlformats.org/officeDocument/2006/relationships/oleObject" Target="../embeddings/oleObject70.bin"/><Relationship Id="rId3" Type="http://schemas.openxmlformats.org/officeDocument/2006/relationships/oleObject" Target="../embeddings/oleObject65.bin"/><Relationship Id="rId7" Type="http://schemas.openxmlformats.org/officeDocument/2006/relationships/oleObject" Target="../embeddings/oleObject67.bin"/><Relationship Id="rId12" Type="http://schemas.openxmlformats.org/officeDocument/2006/relationships/image" Target="../media/image87.wmf"/><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image" Target="../media/image84.wmf"/><Relationship Id="rId11" Type="http://schemas.openxmlformats.org/officeDocument/2006/relationships/oleObject" Target="../embeddings/oleObject69.bin"/><Relationship Id="rId5" Type="http://schemas.openxmlformats.org/officeDocument/2006/relationships/oleObject" Target="../embeddings/oleObject66.bin"/><Relationship Id="rId15" Type="http://schemas.openxmlformats.org/officeDocument/2006/relationships/image" Target="../media/image89.jpeg"/><Relationship Id="rId10" Type="http://schemas.openxmlformats.org/officeDocument/2006/relationships/image" Target="../media/image86.wmf"/><Relationship Id="rId4" Type="http://schemas.openxmlformats.org/officeDocument/2006/relationships/image" Target="../media/image83.wmf"/><Relationship Id="rId9" Type="http://schemas.openxmlformats.org/officeDocument/2006/relationships/oleObject" Target="../embeddings/oleObject68.bin"/><Relationship Id="rId14" Type="http://schemas.openxmlformats.org/officeDocument/2006/relationships/image" Target="../media/image88.w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71.bin"/><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91.wmf"/><Relationship Id="rId5" Type="http://schemas.openxmlformats.org/officeDocument/2006/relationships/oleObject" Target="../embeddings/oleObject72.bin"/><Relationship Id="rId4" Type="http://schemas.openxmlformats.org/officeDocument/2006/relationships/image" Target="../media/image90.wmf"/></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74.bin"/><Relationship Id="rId13" Type="http://schemas.openxmlformats.org/officeDocument/2006/relationships/image" Target="../media/image105.png"/><Relationship Id="rId18" Type="http://schemas.openxmlformats.org/officeDocument/2006/relationships/image" Target="../media/image96.wmf"/><Relationship Id="rId26" Type="http://schemas.openxmlformats.org/officeDocument/2006/relationships/image" Target="../media/image100.wmf"/><Relationship Id="rId3" Type="http://schemas.openxmlformats.org/officeDocument/2006/relationships/image" Target="../media/image101.png"/><Relationship Id="rId21" Type="http://schemas.openxmlformats.org/officeDocument/2006/relationships/oleObject" Target="../embeddings/oleObject79.bin"/><Relationship Id="rId7" Type="http://schemas.openxmlformats.org/officeDocument/2006/relationships/image" Target="../media/image103.png"/><Relationship Id="rId12" Type="http://schemas.openxmlformats.org/officeDocument/2006/relationships/image" Target="../media/image104.png"/><Relationship Id="rId17" Type="http://schemas.openxmlformats.org/officeDocument/2006/relationships/oleObject" Target="../embeddings/oleObject77.bin"/><Relationship Id="rId25" Type="http://schemas.openxmlformats.org/officeDocument/2006/relationships/oleObject" Target="../embeddings/oleObject81.bin"/><Relationship Id="rId2" Type="http://schemas.openxmlformats.org/officeDocument/2006/relationships/slideLayout" Target="../slideLayouts/slideLayout7.xml"/><Relationship Id="rId16" Type="http://schemas.openxmlformats.org/officeDocument/2006/relationships/image" Target="../media/image95.wmf"/><Relationship Id="rId20" Type="http://schemas.openxmlformats.org/officeDocument/2006/relationships/image" Target="../media/image97.wmf"/><Relationship Id="rId1" Type="http://schemas.openxmlformats.org/officeDocument/2006/relationships/vmlDrawing" Target="../drawings/vmlDrawing16.vml"/><Relationship Id="rId6" Type="http://schemas.openxmlformats.org/officeDocument/2006/relationships/image" Target="../media/image92.wmf"/><Relationship Id="rId11" Type="http://schemas.openxmlformats.org/officeDocument/2006/relationships/image" Target="../media/image94.wmf"/><Relationship Id="rId24" Type="http://schemas.openxmlformats.org/officeDocument/2006/relationships/image" Target="../media/image99.wmf"/><Relationship Id="rId5" Type="http://schemas.openxmlformats.org/officeDocument/2006/relationships/oleObject" Target="../embeddings/oleObject73.bin"/><Relationship Id="rId15" Type="http://schemas.openxmlformats.org/officeDocument/2006/relationships/oleObject" Target="../embeddings/oleObject76.bin"/><Relationship Id="rId23" Type="http://schemas.openxmlformats.org/officeDocument/2006/relationships/oleObject" Target="../embeddings/oleObject80.bin"/><Relationship Id="rId28" Type="http://schemas.openxmlformats.org/officeDocument/2006/relationships/image" Target="../media/image28.wmf"/><Relationship Id="rId10" Type="http://schemas.openxmlformats.org/officeDocument/2006/relationships/oleObject" Target="../embeddings/oleObject75.bin"/><Relationship Id="rId19" Type="http://schemas.openxmlformats.org/officeDocument/2006/relationships/oleObject" Target="../embeddings/oleObject78.bin"/><Relationship Id="rId4" Type="http://schemas.openxmlformats.org/officeDocument/2006/relationships/image" Target="../media/image102.png"/><Relationship Id="rId9" Type="http://schemas.openxmlformats.org/officeDocument/2006/relationships/image" Target="../media/image93.wmf"/><Relationship Id="rId14" Type="http://schemas.openxmlformats.org/officeDocument/2006/relationships/image" Target="../media/image106.png"/><Relationship Id="rId22" Type="http://schemas.openxmlformats.org/officeDocument/2006/relationships/image" Target="../media/image98.wmf"/><Relationship Id="rId27" Type="http://schemas.openxmlformats.org/officeDocument/2006/relationships/oleObject" Target="../embeddings/oleObject82.bin"/></Relationships>
</file>

<file path=ppt/slides/_rels/slide24.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7.xml"/><Relationship Id="rId4" Type="http://schemas.openxmlformats.org/officeDocument/2006/relationships/image" Target="../media/image109.png"/></Relationships>
</file>

<file path=ppt/slides/_rels/slide25.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85.bin"/><Relationship Id="rId3" Type="http://schemas.openxmlformats.org/officeDocument/2006/relationships/notesSlide" Target="../notesSlides/notesSlide3.xml"/><Relationship Id="rId7" Type="http://schemas.openxmlformats.org/officeDocument/2006/relationships/image" Target="../media/image113.wmf"/><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oleObject" Target="../embeddings/oleObject84.bin"/><Relationship Id="rId11" Type="http://schemas.openxmlformats.org/officeDocument/2006/relationships/image" Target="../media/image100.wmf"/><Relationship Id="rId5" Type="http://schemas.openxmlformats.org/officeDocument/2006/relationships/image" Target="../media/image112.wmf"/><Relationship Id="rId10" Type="http://schemas.openxmlformats.org/officeDocument/2006/relationships/oleObject" Target="../embeddings/oleObject86.bin"/><Relationship Id="rId4" Type="http://schemas.openxmlformats.org/officeDocument/2006/relationships/oleObject" Target="../embeddings/oleObject83.bin"/><Relationship Id="rId9" Type="http://schemas.openxmlformats.org/officeDocument/2006/relationships/image" Target="../media/image114.wmf"/></Relationships>
</file>

<file path=ppt/slides/_rels/slide28.xml.rels><?xml version="1.0" encoding="UTF-8" standalone="yes"?>
<Relationships xmlns="http://schemas.openxmlformats.org/package/2006/relationships"><Relationship Id="rId8" Type="http://schemas.openxmlformats.org/officeDocument/2006/relationships/image" Target="../media/image117.wmf"/><Relationship Id="rId13" Type="http://schemas.openxmlformats.org/officeDocument/2006/relationships/oleObject" Target="../embeddings/oleObject92.bin"/><Relationship Id="rId3" Type="http://schemas.openxmlformats.org/officeDocument/2006/relationships/oleObject" Target="../embeddings/oleObject87.bin"/><Relationship Id="rId7" Type="http://schemas.openxmlformats.org/officeDocument/2006/relationships/oleObject" Target="../embeddings/oleObject89.bin"/><Relationship Id="rId12" Type="http://schemas.openxmlformats.org/officeDocument/2006/relationships/image" Target="../media/image119.wmf"/><Relationship Id="rId2" Type="http://schemas.openxmlformats.org/officeDocument/2006/relationships/slideLayout" Target="../slideLayouts/slideLayout7.xml"/><Relationship Id="rId16" Type="http://schemas.openxmlformats.org/officeDocument/2006/relationships/image" Target="../media/image121.wmf"/><Relationship Id="rId1" Type="http://schemas.openxmlformats.org/officeDocument/2006/relationships/vmlDrawing" Target="../drawings/vmlDrawing18.vml"/><Relationship Id="rId6" Type="http://schemas.openxmlformats.org/officeDocument/2006/relationships/image" Target="../media/image116.wmf"/><Relationship Id="rId11" Type="http://schemas.openxmlformats.org/officeDocument/2006/relationships/oleObject" Target="../embeddings/oleObject91.bin"/><Relationship Id="rId5" Type="http://schemas.openxmlformats.org/officeDocument/2006/relationships/oleObject" Target="../embeddings/oleObject88.bin"/><Relationship Id="rId15" Type="http://schemas.openxmlformats.org/officeDocument/2006/relationships/oleObject" Target="../embeddings/oleObject93.bin"/><Relationship Id="rId10" Type="http://schemas.openxmlformats.org/officeDocument/2006/relationships/image" Target="../media/image118.wmf"/><Relationship Id="rId4" Type="http://schemas.openxmlformats.org/officeDocument/2006/relationships/image" Target="../media/image115.wmf"/><Relationship Id="rId9" Type="http://schemas.openxmlformats.org/officeDocument/2006/relationships/oleObject" Target="../embeddings/oleObject90.bin"/><Relationship Id="rId14" Type="http://schemas.openxmlformats.org/officeDocument/2006/relationships/image" Target="../media/image120.wmf"/></Relationships>
</file>

<file path=ppt/slides/_rels/slide29.xml.rels><?xml version="1.0" encoding="UTF-8" standalone="yes"?>
<Relationships xmlns="http://schemas.openxmlformats.org/package/2006/relationships"><Relationship Id="rId8" Type="http://schemas.openxmlformats.org/officeDocument/2006/relationships/image" Target="../media/image126.png"/><Relationship Id="rId13" Type="http://schemas.openxmlformats.org/officeDocument/2006/relationships/image" Target="../media/image112.wmf"/><Relationship Id="rId3" Type="http://schemas.openxmlformats.org/officeDocument/2006/relationships/image" Target="../media/image123.png"/><Relationship Id="rId7" Type="http://schemas.openxmlformats.org/officeDocument/2006/relationships/image" Target="../media/image122.wmf"/><Relationship Id="rId12" Type="http://schemas.openxmlformats.org/officeDocument/2006/relationships/oleObject" Target="../embeddings/oleObject83.bin"/><Relationship Id="rId2"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oleObject" Target="../embeddings/oleObject94.bin"/><Relationship Id="rId11" Type="http://schemas.openxmlformats.org/officeDocument/2006/relationships/image" Target="../media/image129.png"/><Relationship Id="rId5" Type="http://schemas.openxmlformats.org/officeDocument/2006/relationships/image" Target="../media/image125.png"/><Relationship Id="rId10" Type="http://schemas.openxmlformats.org/officeDocument/2006/relationships/image" Target="../media/image128.png"/><Relationship Id="rId4" Type="http://schemas.openxmlformats.org/officeDocument/2006/relationships/image" Target="../media/image124.png"/><Relationship Id="rId9" Type="http://schemas.openxmlformats.org/officeDocument/2006/relationships/image" Target="../media/image127.png"/></Relationships>
</file>

<file path=ppt/slides/_rels/slide30.xml.rels><?xml version="1.0" encoding="UTF-8" standalone="yes"?>
<Relationships xmlns="http://schemas.openxmlformats.org/package/2006/relationships"><Relationship Id="rId3" Type="http://schemas.openxmlformats.org/officeDocument/2006/relationships/image" Target="../media/image131.jpeg"/><Relationship Id="rId2" Type="http://schemas.openxmlformats.org/officeDocument/2006/relationships/image" Target="../media/image130.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8" Type="http://schemas.openxmlformats.org/officeDocument/2006/relationships/image" Target="../media/image133.wmf"/><Relationship Id="rId13" Type="http://schemas.openxmlformats.org/officeDocument/2006/relationships/oleObject" Target="../embeddings/oleObject99.bin"/><Relationship Id="rId18" Type="http://schemas.openxmlformats.org/officeDocument/2006/relationships/image" Target="../media/image138.wmf"/><Relationship Id="rId3" Type="http://schemas.openxmlformats.org/officeDocument/2006/relationships/image" Target="../media/image130.jpeg"/><Relationship Id="rId7" Type="http://schemas.openxmlformats.org/officeDocument/2006/relationships/oleObject" Target="../embeddings/oleObject96.bin"/><Relationship Id="rId12" Type="http://schemas.openxmlformats.org/officeDocument/2006/relationships/image" Target="../media/image135.wmf"/><Relationship Id="rId17" Type="http://schemas.openxmlformats.org/officeDocument/2006/relationships/oleObject" Target="../embeddings/oleObject101.bin"/><Relationship Id="rId2" Type="http://schemas.openxmlformats.org/officeDocument/2006/relationships/slideLayout" Target="../slideLayouts/slideLayout7.xml"/><Relationship Id="rId16" Type="http://schemas.openxmlformats.org/officeDocument/2006/relationships/image" Target="../media/image137.wmf"/><Relationship Id="rId1" Type="http://schemas.openxmlformats.org/officeDocument/2006/relationships/vmlDrawing" Target="../drawings/vmlDrawing20.vml"/><Relationship Id="rId6" Type="http://schemas.openxmlformats.org/officeDocument/2006/relationships/image" Target="../media/image132.wmf"/><Relationship Id="rId11" Type="http://schemas.openxmlformats.org/officeDocument/2006/relationships/oleObject" Target="../embeddings/oleObject98.bin"/><Relationship Id="rId5" Type="http://schemas.openxmlformats.org/officeDocument/2006/relationships/oleObject" Target="../embeddings/oleObject95.bin"/><Relationship Id="rId15" Type="http://schemas.openxmlformats.org/officeDocument/2006/relationships/oleObject" Target="../embeddings/oleObject100.bin"/><Relationship Id="rId10" Type="http://schemas.openxmlformats.org/officeDocument/2006/relationships/image" Target="../media/image134.wmf"/><Relationship Id="rId19" Type="http://schemas.openxmlformats.org/officeDocument/2006/relationships/image" Target="../media/image139.png"/><Relationship Id="rId4" Type="http://schemas.openxmlformats.org/officeDocument/2006/relationships/image" Target="../media/image131.jpeg"/><Relationship Id="rId9" Type="http://schemas.openxmlformats.org/officeDocument/2006/relationships/oleObject" Target="../embeddings/oleObject97.bin"/><Relationship Id="rId14" Type="http://schemas.openxmlformats.org/officeDocument/2006/relationships/image" Target="../media/image136.wmf"/></Relationships>
</file>

<file path=ppt/slides/_rels/slide32.xml.rels><?xml version="1.0" encoding="UTF-8" standalone="yes"?>
<Relationships xmlns="http://schemas.openxmlformats.org/package/2006/relationships"><Relationship Id="rId8" Type="http://schemas.openxmlformats.org/officeDocument/2006/relationships/image" Target="../media/image141.wmf"/><Relationship Id="rId13" Type="http://schemas.openxmlformats.org/officeDocument/2006/relationships/image" Target="../media/image123.png"/><Relationship Id="rId3" Type="http://schemas.openxmlformats.org/officeDocument/2006/relationships/image" Target="../media/image130.jpeg"/><Relationship Id="rId7" Type="http://schemas.openxmlformats.org/officeDocument/2006/relationships/oleObject" Target="../embeddings/oleObject103.bin"/><Relationship Id="rId12" Type="http://schemas.openxmlformats.org/officeDocument/2006/relationships/image" Target="../media/image143.wmf"/><Relationship Id="rId2" Type="http://schemas.openxmlformats.org/officeDocument/2006/relationships/slideLayout" Target="../slideLayouts/slideLayout7.xml"/><Relationship Id="rId1" Type="http://schemas.openxmlformats.org/officeDocument/2006/relationships/vmlDrawing" Target="../drawings/vmlDrawing21.vml"/><Relationship Id="rId6" Type="http://schemas.openxmlformats.org/officeDocument/2006/relationships/image" Target="../media/image140.wmf"/><Relationship Id="rId11" Type="http://schemas.openxmlformats.org/officeDocument/2006/relationships/oleObject" Target="../embeddings/oleObject105.bin"/><Relationship Id="rId5" Type="http://schemas.openxmlformats.org/officeDocument/2006/relationships/oleObject" Target="../embeddings/oleObject102.bin"/><Relationship Id="rId15" Type="http://schemas.openxmlformats.org/officeDocument/2006/relationships/image" Target="../media/image128.png"/><Relationship Id="rId10" Type="http://schemas.openxmlformats.org/officeDocument/2006/relationships/image" Target="../media/image142.wmf"/><Relationship Id="rId4" Type="http://schemas.openxmlformats.org/officeDocument/2006/relationships/image" Target="../media/image131.jpeg"/><Relationship Id="rId9" Type="http://schemas.openxmlformats.org/officeDocument/2006/relationships/oleObject" Target="../embeddings/oleObject104.bin"/><Relationship Id="rId14" Type="http://schemas.openxmlformats.org/officeDocument/2006/relationships/image" Target="../media/image139.png"/></Relationships>
</file>

<file path=ppt/slides/_rels/slide33.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image" Target="../media/image144.png"/><Relationship Id="rId1" Type="http://schemas.openxmlformats.org/officeDocument/2006/relationships/slideLayout" Target="../slideLayouts/slideLayout7.xml"/><Relationship Id="rId4" Type="http://schemas.openxmlformats.org/officeDocument/2006/relationships/image" Target="../media/image123.png"/></Relationships>
</file>

<file path=ppt/slides/_rels/slide34.xml.rels><?xml version="1.0" encoding="UTF-8" standalone="yes"?>
<Relationships xmlns="http://schemas.openxmlformats.org/package/2006/relationships"><Relationship Id="rId8" Type="http://schemas.openxmlformats.org/officeDocument/2006/relationships/image" Target="../media/image147.emf"/><Relationship Id="rId3" Type="http://schemas.openxmlformats.org/officeDocument/2006/relationships/oleObject" Target="../embeddings/oleObject106.bin"/><Relationship Id="rId7" Type="http://schemas.openxmlformats.org/officeDocument/2006/relationships/oleObject" Target="../embeddings/oleObject108.bin"/><Relationship Id="rId2" Type="http://schemas.openxmlformats.org/officeDocument/2006/relationships/slideLayout" Target="../slideLayouts/slideLayout7.xml"/><Relationship Id="rId1" Type="http://schemas.openxmlformats.org/officeDocument/2006/relationships/vmlDrawing" Target="../drawings/vmlDrawing22.vml"/><Relationship Id="rId6" Type="http://schemas.openxmlformats.org/officeDocument/2006/relationships/image" Target="../media/image146.wmf"/><Relationship Id="rId5" Type="http://schemas.openxmlformats.org/officeDocument/2006/relationships/oleObject" Target="../embeddings/oleObject107.bin"/><Relationship Id="rId4" Type="http://schemas.openxmlformats.org/officeDocument/2006/relationships/image" Target="../media/image145.emf"/></Relationships>
</file>

<file path=ppt/slides/_rels/slide35.xml.rels><?xml version="1.0" encoding="UTF-8" standalone="yes"?>
<Relationships xmlns="http://schemas.openxmlformats.org/package/2006/relationships"><Relationship Id="rId8" Type="http://schemas.openxmlformats.org/officeDocument/2006/relationships/image" Target="../media/image150.emf"/><Relationship Id="rId3" Type="http://schemas.openxmlformats.org/officeDocument/2006/relationships/oleObject" Target="../embeddings/oleObject109.bin"/><Relationship Id="rId7" Type="http://schemas.openxmlformats.org/officeDocument/2006/relationships/oleObject" Target="../embeddings/oleObject111.bin"/><Relationship Id="rId12" Type="http://schemas.openxmlformats.org/officeDocument/2006/relationships/image" Target="../media/image152.png"/><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image" Target="../media/image149.emf"/><Relationship Id="rId11" Type="http://schemas.openxmlformats.org/officeDocument/2006/relationships/image" Target="../media/image139.png"/><Relationship Id="rId5" Type="http://schemas.openxmlformats.org/officeDocument/2006/relationships/oleObject" Target="../embeddings/oleObject110.bin"/><Relationship Id="rId10" Type="http://schemas.openxmlformats.org/officeDocument/2006/relationships/image" Target="../media/image151.wmf"/><Relationship Id="rId4" Type="http://schemas.openxmlformats.org/officeDocument/2006/relationships/image" Target="../media/image148.emf"/><Relationship Id="rId9" Type="http://schemas.openxmlformats.org/officeDocument/2006/relationships/oleObject" Target="../embeddings/oleObject112.bin"/></Relationships>
</file>

<file path=ppt/slides/_rels/slide36.xml.rels><?xml version="1.0" encoding="UTF-8" standalone="yes"?>
<Relationships xmlns="http://schemas.openxmlformats.org/package/2006/relationships"><Relationship Id="rId8" Type="http://schemas.openxmlformats.org/officeDocument/2006/relationships/image" Target="../media/image155.wmf"/><Relationship Id="rId13" Type="http://schemas.openxmlformats.org/officeDocument/2006/relationships/image" Target="../media/image157.wmf"/><Relationship Id="rId18" Type="http://schemas.openxmlformats.org/officeDocument/2006/relationships/oleObject" Target="../embeddings/oleObject121.bin"/><Relationship Id="rId3" Type="http://schemas.openxmlformats.org/officeDocument/2006/relationships/oleObject" Target="../embeddings/oleObject113.bin"/><Relationship Id="rId7" Type="http://schemas.openxmlformats.org/officeDocument/2006/relationships/oleObject" Target="../embeddings/oleObject115.bin"/><Relationship Id="rId12" Type="http://schemas.openxmlformats.org/officeDocument/2006/relationships/oleObject" Target="../embeddings/oleObject118.bin"/><Relationship Id="rId17" Type="http://schemas.openxmlformats.org/officeDocument/2006/relationships/image" Target="../media/image159.wmf"/><Relationship Id="rId2" Type="http://schemas.openxmlformats.org/officeDocument/2006/relationships/slideLayout" Target="../slideLayouts/slideLayout1.xml"/><Relationship Id="rId16" Type="http://schemas.openxmlformats.org/officeDocument/2006/relationships/oleObject" Target="../embeddings/oleObject120.bin"/><Relationship Id="rId1" Type="http://schemas.openxmlformats.org/officeDocument/2006/relationships/vmlDrawing" Target="../drawings/vmlDrawing24.vml"/><Relationship Id="rId6" Type="http://schemas.openxmlformats.org/officeDocument/2006/relationships/image" Target="../media/image154.wmf"/><Relationship Id="rId11" Type="http://schemas.openxmlformats.org/officeDocument/2006/relationships/image" Target="../media/image156.wmf"/><Relationship Id="rId5" Type="http://schemas.openxmlformats.org/officeDocument/2006/relationships/oleObject" Target="../embeddings/oleObject114.bin"/><Relationship Id="rId15" Type="http://schemas.openxmlformats.org/officeDocument/2006/relationships/image" Target="../media/image158.wmf"/><Relationship Id="rId10" Type="http://schemas.openxmlformats.org/officeDocument/2006/relationships/oleObject" Target="../embeddings/oleObject117.bin"/><Relationship Id="rId19" Type="http://schemas.openxmlformats.org/officeDocument/2006/relationships/image" Target="../media/image160.wmf"/><Relationship Id="rId4" Type="http://schemas.openxmlformats.org/officeDocument/2006/relationships/image" Target="../media/image153.wmf"/><Relationship Id="rId9" Type="http://schemas.openxmlformats.org/officeDocument/2006/relationships/oleObject" Target="../embeddings/oleObject116.bin"/><Relationship Id="rId14" Type="http://schemas.openxmlformats.org/officeDocument/2006/relationships/oleObject" Target="../embeddings/oleObject119.bin"/></Relationships>
</file>

<file path=ppt/slides/_rels/slide37.xml.rels><?xml version="1.0" encoding="UTF-8" standalone="yes"?>
<Relationships xmlns="http://schemas.openxmlformats.org/package/2006/relationships"><Relationship Id="rId8" Type="http://schemas.openxmlformats.org/officeDocument/2006/relationships/image" Target="../media/image163.wmf"/><Relationship Id="rId13" Type="http://schemas.openxmlformats.org/officeDocument/2006/relationships/oleObject" Target="../embeddings/oleObject114.bin"/><Relationship Id="rId18" Type="http://schemas.openxmlformats.org/officeDocument/2006/relationships/oleObject" Target="../embeddings/oleObject117.bin"/><Relationship Id="rId3" Type="http://schemas.openxmlformats.org/officeDocument/2006/relationships/oleObject" Target="../embeddings/oleObject122.bin"/><Relationship Id="rId21" Type="http://schemas.openxmlformats.org/officeDocument/2006/relationships/image" Target="../media/image157.wmf"/><Relationship Id="rId7" Type="http://schemas.openxmlformats.org/officeDocument/2006/relationships/oleObject" Target="../embeddings/oleObject124.bin"/><Relationship Id="rId12" Type="http://schemas.openxmlformats.org/officeDocument/2006/relationships/image" Target="../media/image153.wmf"/><Relationship Id="rId17" Type="http://schemas.openxmlformats.org/officeDocument/2006/relationships/oleObject" Target="../embeddings/oleObject116.bin"/><Relationship Id="rId2" Type="http://schemas.openxmlformats.org/officeDocument/2006/relationships/slideLayout" Target="../slideLayouts/slideLayout7.xml"/><Relationship Id="rId16" Type="http://schemas.openxmlformats.org/officeDocument/2006/relationships/image" Target="../media/image155.wmf"/><Relationship Id="rId20" Type="http://schemas.openxmlformats.org/officeDocument/2006/relationships/oleObject" Target="../embeddings/oleObject118.bin"/><Relationship Id="rId1" Type="http://schemas.openxmlformats.org/officeDocument/2006/relationships/vmlDrawing" Target="../drawings/vmlDrawing25.vml"/><Relationship Id="rId6" Type="http://schemas.openxmlformats.org/officeDocument/2006/relationships/image" Target="../media/image162.wmf"/><Relationship Id="rId11" Type="http://schemas.openxmlformats.org/officeDocument/2006/relationships/oleObject" Target="../embeddings/oleObject113.bin"/><Relationship Id="rId5" Type="http://schemas.openxmlformats.org/officeDocument/2006/relationships/oleObject" Target="../embeddings/oleObject123.bin"/><Relationship Id="rId15" Type="http://schemas.openxmlformats.org/officeDocument/2006/relationships/oleObject" Target="../embeddings/oleObject115.bin"/><Relationship Id="rId10" Type="http://schemas.openxmlformats.org/officeDocument/2006/relationships/image" Target="../media/image160.wmf"/><Relationship Id="rId19" Type="http://schemas.openxmlformats.org/officeDocument/2006/relationships/image" Target="../media/image156.wmf"/><Relationship Id="rId4" Type="http://schemas.openxmlformats.org/officeDocument/2006/relationships/image" Target="../media/image161.wmf"/><Relationship Id="rId9" Type="http://schemas.openxmlformats.org/officeDocument/2006/relationships/oleObject" Target="../embeddings/oleObject125.bin"/><Relationship Id="rId14" Type="http://schemas.openxmlformats.org/officeDocument/2006/relationships/image" Target="../media/image154.wmf"/></Relationships>
</file>

<file path=ppt/slides/_rels/slide38.xml.rels><?xml version="1.0" encoding="UTF-8" standalone="yes"?>
<Relationships xmlns="http://schemas.openxmlformats.org/package/2006/relationships"><Relationship Id="rId8" Type="http://schemas.openxmlformats.org/officeDocument/2006/relationships/image" Target="../media/image166.wmf"/><Relationship Id="rId3" Type="http://schemas.openxmlformats.org/officeDocument/2006/relationships/oleObject" Target="../embeddings/oleObject126.bin"/><Relationship Id="rId7" Type="http://schemas.openxmlformats.org/officeDocument/2006/relationships/oleObject" Target="../embeddings/oleObject128.bin"/><Relationship Id="rId2" Type="http://schemas.openxmlformats.org/officeDocument/2006/relationships/slideLayout" Target="../slideLayouts/slideLayout7.xml"/><Relationship Id="rId1" Type="http://schemas.openxmlformats.org/officeDocument/2006/relationships/vmlDrawing" Target="../drawings/vmlDrawing26.vml"/><Relationship Id="rId6" Type="http://schemas.openxmlformats.org/officeDocument/2006/relationships/image" Target="../media/image165.wmf"/><Relationship Id="rId5" Type="http://schemas.openxmlformats.org/officeDocument/2006/relationships/oleObject" Target="../embeddings/oleObject127.bin"/><Relationship Id="rId4" Type="http://schemas.openxmlformats.org/officeDocument/2006/relationships/image" Target="../media/image164.wmf"/></Relationships>
</file>

<file path=ppt/slides/_rels/slide39.xml.rels><?xml version="1.0" encoding="UTF-8" standalone="yes"?>
<Relationships xmlns="http://schemas.openxmlformats.org/package/2006/relationships"><Relationship Id="rId8" Type="http://schemas.openxmlformats.org/officeDocument/2006/relationships/image" Target="../media/image169.wmf"/><Relationship Id="rId13" Type="http://schemas.openxmlformats.org/officeDocument/2006/relationships/oleObject" Target="../embeddings/oleObject134.bin"/><Relationship Id="rId18" Type="http://schemas.openxmlformats.org/officeDocument/2006/relationships/image" Target="../media/image174.emf"/><Relationship Id="rId3" Type="http://schemas.openxmlformats.org/officeDocument/2006/relationships/oleObject" Target="../embeddings/oleObject129.bin"/><Relationship Id="rId7" Type="http://schemas.openxmlformats.org/officeDocument/2006/relationships/oleObject" Target="../embeddings/oleObject131.bin"/><Relationship Id="rId12" Type="http://schemas.openxmlformats.org/officeDocument/2006/relationships/image" Target="../media/image171.wmf"/><Relationship Id="rId17" Type="http://schemas.openxmlformats.org/officeDocument/2006/relationships/oleObject" Target="../embeddings/oleObject136.bin"/><Relationship Id="rId2" Type="http://schemas.openxmlformats.org/officeDocument/2006/relationships/slideLayout" Target="../slideLayouts/slideLayout7.xml"/><Relationship Id="rId16" Type="http://schemas.openxmlformats.org/officeDocument/2006/relationships/image" Target="../media/image173.wmf"/><Relationship Id="rId1" Type="http://schemas.openxmlformats.org/officeDocument/2006/relationships/vmlDrawing" Target="../drawings/vmlDrawing27.vml"/><Relationship Id="rId6" Type="http://schemas.openxmlformats.org/officeDocument/2006/relationships/image" Target="../media/image168.wmf"/><Relationship Id="rId11" Type="http://schemas.openxmlformats.org/officeDocument/2006/relationships/oleObject" Target="../embeddings/oleObject133.bin"/><Relationship Id="rId5" Type="http://schemas.openxmlformats.org/officeDocument/2006/relationships/oleObject" Target="../embeddings/oleObject130.bin"/><Relationship Id="rId15" Type="http://schemas.openxmlformats.org/officeDocument/2006/relationships/oleObject" Target="../embeddings/oleObject135.bin"/><Relationship Id="rId10" Type="http://schemas.openxmlformats.org/officeDocument/2006/relationships/image" Target="../media/image170.wmf"/><Relationship Id="rId19" Type="http://schemas.openxmlformats.org/officeDocument/2006/relationships/image" Target="../media/image175.png"/><Relationship Id="rId4" Type="http://schemas.openxmlformats.org/officeDocument/2006/relationships/image" Target="../media/image167.wmf"/><Relationship Id="rId9" Type="http://schemas.openxmlformats.org/officeDocument/2006/relationships/oleObject" Target="../embeddings/oleObject132.bin"/><Relationship Id="rId14" Type="http://schemas.openxmlformats.org/officeDocument/2006/relationships/image" Target="../media/image172.emf"/></Relationships>
</file>

<file path=ppt/slides/_rels/slide40.xml.rels><?xml version="1.0" encoding="UTF-8" standalone="yes"?>
<Relationships xmlns="http://schemas.openxmlformats.org/package/2006/relationships"><Relationship Id="rId8" Type="http://schemas.openxmlformats.org/officeDocument/2006/relationships/image" Target="../media/image177.wmf"/><Relationship Id="rId3" Type="http://schemas.openxmlformats.org/officeDocument/2006/relationships/oleObject" Target="../embeddings/oleObject137.bin"/><Relationship Id="rId7" Type="http://schemas.openxmlformats.org/officeDocument/2006/relationships/oleObject" Target="../embeddings/oleObject139.bin"/><Relationship Id="rId12" Type="http://schemas.openxmlformats.org/officeDocument/2006/relationships/image" Target="../media/image179.wmf"/><Relationship Id="rId2" Type="http://schemas.openxmlformats.org/officeDocument/2006/relationships/slideLayout" Target="../slideLayouts/slideLayout7.xml"/><Relationship Id="rId1" Type="http://schemas.openxmlformats.org/officeDocument/2006/relationships/vmlDrawing" Target="../drawings/vmlDrawing28.vml"/><Relationship Id="rId6" Type="http://schemas.openxmlformats.org/officeDocument/2006/relationships/image" Target="../media/image176.wmf"/><Relationship Id="rId11" Type="http://schemas.openxmlformats.org/officeDocument/2006/relationships/oleObject" Target="../embeddings/oleObject141.bin"/><Relationship Id="rId5" Type="http://schemas.openxmlformats.org/officeDocument/2006/relationships/oleObject" Target="../embeddings/oleObject138.bin"/><Relationship Id="rId10" Type="http://schemas.openxmlformats.org/officeDocument/2006/relationships/image" Target="../media/image178.wmf"/><Relationship Id="rId4" Type="http://schemas.openxmlformats.org/officeDocument/2006/relationships/image" Target="../media/image175.wmf"/><Relationship Id="rId9" Type="http://schemas.openxmlformats.org/officeDocument/2006/relationships/oleObject" Target="../embeddings/oleObject140.bin"/></Relationships>
</file>

<file path=ppt/slides/_rels/slide41.xml.rels><?xml version="1.0" encoding="UTF-8" standalone="yes"?>
<Relationships xmlns="http://schemas.openxmlformats.org/package/2006/relationships"><Relationship Id="rId3" Type="http://schemas.openxmlformats.org/officeDocument/2006/relationships/image" Target="../media/image181.png"/><Relationship Id="rId2" Type="http://schemas.openxmlformats.org/officeDocument/2006/relationships/image" Target="../media/image180.png"/><Relationship Id="rId1" Type="http://schemas.openxmlformats.org/officeDocument/2006/relationships/slideLayout" Target="../slideLayouts/slideLayout7.xml"/><Relationship Id="rId5" Type="http://schemas.openxmlformats.org/officeDocument/2006/relationships/image" Target="../media/image183.png"/><Relationship Id="rId4" Type="http://schemas.openxmlformats.org/officeDocument/2006/relationships/image" Target="../media/image182.png"/></Relationships>
</file>

<file path=ppt/slides/_rels/slide42.xml.rels><?xml version="1.0" encoding="UTF-8" standalone="yes"?>
<Relationships xmlns="http://schemas.openxmlformats.org/package/2006/relationships"><Relationship Id="rId2" Type="http://schemas.openxmlformats.org/officeDocument/2006/relationships/image" Target="../media/image184.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185.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187.png"/><Relationship Id="rId2" Type="http://schemas.openxmlformats.org/officeDocument/2006/relationships/slideLayout" Target="../slideLayouts/slideLayout7.xml"/><Relationship Id="rId1" Type="http://schemas.openxmlformats.org/officeDocument/2006/relationships/vmlDrawing" Target="../drawings/vmlDrawing29.vml"/><Relationship Id="rId5" Type="http://schemas.openxmlformats.org/officeDocument/2006/relationships/image" Target="../media/image186.wmf"/><Relationship Id="rId4" Type="http://schemas.openxmlformats.org/officeDocument/2006/relationships/oleObject" Target="../embeddings/oleObject142.bin"/></Relationships>
</file>

<file path=ppt/slides/_rels/slide45.xml.rels><?xml version="1.0" encoding="UTF-8" standalone="yes"?>
<Relationships xmlns="http://schemas.openxmlformats.org/package/2006/relationships"><Relationship Id="rId2" Type="http://schemas.openxmlformats.org/officeDocument/2006/relationships/image" Target="../media/image188.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89.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190.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50" name="Group 46"/>
          <p:cNvGrpSpPr>
            <a:grpSpLocks/>
          </p:cNvGrpSpPr>
          <p:nvPr/>
        </p:nvGrpSpPr>
        <p:grpSpPr bwMode="auto">
          <a:xfrm>
            <a:off x="179388" y="3956050"/>
            <a:ext cx="3971925" cy="1849438"/>
            <a:chOff x="3024" y="708"/>
            <a:chExt cx="2388" cy="1165"/>
          </a:xfrm>
        </p:grpSpPr>
        <p:sp>
          <p:nvSpPr>
            <p:cNvPr id="2096" name="Rectangle 12"/>
            <p:cNvSpPr>
              <a:spLocks noChangeArrowheads="1"/>
            </p:cNvSpPr>
            <p:nvPr/>
          </p:nvSpPr>
          <p:spPr bwMode="auto">
            <a:xfrm>
              <a:off x="3024" y="864"/>
              <a:ext cx="1908" cy="96"/>
            </a:xfrm>
            <a:prstGeom prst="rect">
              <a:avLst/>
            </a:prstGeom>
            <a:solidFill>
              <a:srgbClr val="FF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500" b="1"/>
            </a:p>
          </p:txBody>
        </p:sp>
        <p:sp>
          <p:nvSpPr>
            <p:cNvPr id="2097" name="Rectangle 13"/>
            <p:cNvSpPr>
              <a:spLocks noChangeArrowheads="1"/>
            </p:cNvSpPr>
            <p:nvPr/>
          </p:nvSpPr>
          <p:spPr bwMode="auto">
            <a:xfrm>
              <a:off x="3024" y="1752"/>
              <a:ext cx="1908" cy="96"/>
            </a:xfrm>
            <a:prstGeom prst="rect">
              <a:avLst/>
            </a:prstGeom>
            <a:solidFill>
              <a:srgbClr val="FF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500" b="1"/>
            </a:p>
          </p:txBody>
        </p:sp>
        <p:sp>
          <p:nvSpPr>
            <p:cNvPr id="2098" name="Text Box 14"/>
            <p:cNvSpPr txBox="1">
              <a:spLocks noChangeArrowheads="1"/>
            </p:cNvSpPr>
            <p:nvPr/>
          </p:nvSpPr>
          <p:spPr bwMode="auto">
            <a:xfrm>
              <a:off x="4896" y="708"/>
              <a:ext cx="504" cy="3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r>
                <a:rPr lang="en-US" altLang="zh-CN" sz="2500" b="1">
                  <a:solidFill>
                    <a:schemeClr val="hlink"/>
                  </a:solidFill>
                </a:rPr>
                <a:t>+</a:t>
              </a:r>
              <a:r>
                <a:rPr lang="en-US" altLang="zh-CN" sz="2500" b="1" i="1">
                  <a:solidFill>
                    <a:schemeClr val="hlink"/>
                  </a:solidFill>
                  <a:sym typeface="Symbol" pitchFamily="18" charset="2"/>
                </a:rPr>
                <a:t>  </a:t>
              </a:r>
              <a:endParaRPr lang="en-US" altLang="zh-CN" sz="2500" b="1">
                <a:solidFill>
                  <a:schemeClr val="hlink"/>
                </a:solidFill>
              </a:endParaRPr>
            </a:p>
          </p:txBody>
        </p:sp>
        <p:sp>
          <p:nvSpPr>
            <p:cNvPr id="2099" name="Text Box 15"/>
            <p:cNvSpPr txBox="1">
              <a:spLocks noChangeArrowheads="1"/>
            </p:cNvSpPr>
            <p:nvPr/>
          </p:nvSpPr>
          <p:spPr bwMode="auto">
            <a:xfrm>
              <a:off x="4908" y="1572"/>
              <a:ext cx="504" cy="3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r>
                <a:rPr lang="en-US" altLang="zh-CN" sz="2500" b="1">
                  <a:solidFill>
                    <a:schemeClr val="hlink"/>
                  </a:solidFill>
                </a:rPr>
                <a:t>-</a:t>
              </a:r>
              <a:r>
                <a:rPr lang="en-US" altLang="zh-CN" sz="2500" b="1" i="1">
                  <a:solidFill>
                    <a:schemeClr val="hlink"/>
                  </a:solidFill>
                  <a:sym typeface="Symbol" pitchFamily="18" charset="2"/>
                </a:rPr>
                <a:t> </a:t>
              </a:r>
              <a:endParaRPr lang="en-US" altLang="zh-CN" sz="2500" b="1">
                <a:solidFill>
                  <a:schemeClr val="hlink"/>
                </a:solidFill>
              </a:endParaRPr>
            </a:p>
          </p:txBody>
        </p:sp>
      </p:grpSp>
      <p:sp>
        <p:nvSpPr>
          <p:cNvPr id="2051" name="Text Box 24"/>
          <p:cNvSpPr txBox="1">
            <a:spLocks noChangeArrowheads="1"/>
          </p:cNvSpPr>
          <p:nvPr/>
        </p:nvSpPr>
        <p:spPr bwMode="auto">
          <a:xfrm>
            <a:off x="6040438" y="4483100"/>
            <a:ext cx="3309937" cy="477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r>
              <a:rPr lang="en-US" altLang="zh-CN" sz="2500" b="1">
                <a:solidFill>
                  <a:schemeClr val="hlink"/>
                </a:solidFill>
                <a:sym typeface="Symbol" pitchFamily="18" charset="2"/>
              </a:rPr>
              <a:t>—</a:t>
            </a:r>
            <a:r>
              <a:rPr lang="zh-CN" altLang="en-US" sz="2500" b="1">
                <a:solidFill>
                  <a:schemeClr val="hlink"/>
                </a:solidFill>
                <a:sym typeface="Symbol" pitchFamily="18" charset="2"/>
              </a:rPr>
              <a:t>相对介电常数</a:t>
            </a:r>
            <a:endParaRPr lang="zh-CN" altLang="en-US" sz="2500" b="1">
              <a:solidFill>
                <a:schemeClr val="hlink"/>
              </a:solidFill>
            </a:endParaRPr>
          </a:p>
        </p:txBody>
      </p:sp>
      <p:graphicFrame>
        <p:nvGraphicFramePr>
          <p:cNvPr id="2052" name="Object 22"/>
          <p:cNvGraphicFramePr>
            <a:graphicFrameLocks noChangeAspect="1"/>
          </p:cNvGraphicFramePr>
          <p:nvPr/>
        </p:nvGraphicFramePr>
        <p:xfrm>
          <a:off x="4932363" y="5037138"/>
          <a:ext cx="3127375" cy="1200150"/>
        </p:xfrm>
        <a:graphic>
          <a:graphicData uri="http://schemas.openxmlformats.org/presentationml/2006/ole">
            <mc:AlternateContent xmlns:mc="http://schemas.openxmlformats.org/markup-compatibility/2006">
              <mc:Choice xmlns:v="urn:schemas-microsoft-com:vml" Requires="v">
                <p:oleObj spid="_x0000_s2313" name="公式" r:id="rId3" imgW="1129810" imgH="444307" progId="Equation.3">
                  <p:embed/>
                </p:oleObj>
              </mc:Choice>
              <mc:Fallback>
                <p:oleObj name="公式" r:id="rId3" imgW="1129810" imgH="444307" progId="Equation.3">
                  <p:embed/>
                  <p:pic>
                    <p:nvPicPr>
                      <p:cNvPr id="0" name="Object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32363" y="5037138"/>
                        <a:ext cx="3127375" cy="1200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53" name="Rectangle 55"/>
          <p:cNvSpPr>
            <a:spLocks noChangeArrowheads="1"/>
          </p:cNvSpPr>
          <p:nvPr/>
        </p:nvSpPr>
        <p:spPr bwMode="auto">
          <a:xfrm>
            <a:off x="5000625" y="6244555"/>
            <a:ext cx="2990850" cy="477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r>
              <a:rPr kumimoji="0" lang="zh-CN" altLang="en-US" sz="2500" b="1">
                <a:solidFill>
                  <a:srgbClr val="FF0000"/>
                </a:solidFill>
                <a:latin typeface="黑体" pitchFamily="49" charset="-122"/>
              </a:rPr>
              <a:t>电场被削弱：</a:t>
            </a:r>
          </a:p>
        </p:txBody>
      </p:sp>
      <p:sp>
        <p:nvSpPr>
          <p:cNvPr id="2054" name="Rectangle 2"/>
          <p:cNvSpPr txBox="1">
            <a:spLocks noChangeArrowheads="1"/>
          </p:cNvSpPr>
          <p:nvPr/>
        </p:nvSpPr>
        <p:spPr bwMode="auto">
          <a:xfrm>
            <a:off x="819150" y="317500"/>
            <a:ext cx="7753350"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1139825" indent="-1139825"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0"/>
              </a:spcBef>
            </a:pPr>
            <a:r>
              <a:rPr lang="en-US" altLang="zh-CN" sz="4000" b="1" dirty="0">
                <a:solidFill>
                  <a:srgbClr val="080808"/>
                </a:solidFill>
                <a:ea typeface="黑体" pitchFamily="49" charset="-122"/>
              </a:rPr>
              <a:t>§7- 8  </a:t>
            </a:r>
            <a:r>
              <a:rPr lang="zh-CN" altLang="en-US" sz="4000" b="1" dirty="0">
                <a:solidFill>
                  <a:srgbClr val="080808"/>
                </a:solidFill>
                <a:ea typeface="黑体" pitchFamily="49" charset="-122"/>
              </a:rPr>
              <a:t>静电场中的电介质</a:t>
            </a:r>
            <a:endParaRPr lang="zh-CN" altLang="en-US" sz="4000" b="1" dirty="0">
              <a:solidFill>
                <a:srgbClr val="080808"/>
              </a:solidFill>
              <a:latin typeface="宋体" pitchFamily="2" charset="-122"/>
              <a:ea typeface="宋体" pitchFamily="2" charset="-122"/>
            </a:endParaRPr>
          </a:p>
        </p:txBody>
      </p:sp>
      <p:graphicFrame>
        <p:nvGraphicFramePr>
          <p:cNvPr id="2055" name="Object 23"/>
          <p:cNvGraphicFramePr>
            <a:graphicFrameLocks noChangeAspect="1"/>
          </p:cNvGraphicFramePr>
          <p:nvPr/>
        </p:nvGraphicFramePr>
        <p:xfrm>
          <a:off x="4849813" y="4378325"/>
          <a:ext cx="1057275" cy="574675"/>
        </p:xfrm>
        <a:graphic>
          <a:graphicData uri="http://schemas.openxmlformats.org/presentationml/2006/ole">
            <mc:AlternateContent xmlns:mc="http://schemas.openxmlformats.org/markup-compatibility/2006">
              <mc:Choice xmlns:v="urn:schemas-microsoft-com:vml" Requires="v">
                <p:oleObj spid="_x0000_s2314" name="Equation" r:id="rId5" imgW="393359" imgH="215713" progId="Equation.3">
                  <p:embed/>
                </p:oleObj>
              </mc:Choice>
              <mc:Fallback>
                <p:oleObj name="Equation" r:id="rId5" imgW="393359" imgH="215713" progId="Equation.3">
                  <p:embed/>
                  <p:pic>
                    <p:nvPicPr>
                      <p:cNvPr id="0" name="Object 2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49813" y="4378325"/>
                        <a:ext cx="1057275" cy="574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056" name="Group 2"/>
          <p:cNvGrpSpPr>
            <a:grpSpLocks/>
          </p:cNvGrpSpPr>
          <p:nvPr/>
        </p:nvGrpSpPr>
        <p:grpSpPr bwMode="auto">
          <a:xfrm>
            <a:off x="306388" y="1246188"/>
            <a:ext cx="2433637" cy="2709862"/>
            <a:chOff x="3408" y="720"/>
            <a:chExt cx="2352" cy="2256"/>
          </a:xfrm>
        </p:grpSpPr>
        <p:sp>
          <p:nvSpPr>
            <p:cNvPr id="2070" name="Rectangle 3"/>
            <p:cNvSpPr>
              <a:spLocks noChangeArrowheads="1"/>
            </p:cNvSpPr>
            <p:nvPr/>
          </p:nvSpPr>
          <p:spPr bwMode="auto">
            <a:xfrm>
              <a:off x="3408" y="720"/>
              <a:ext cx="2352" cy="225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071" name="Group 4"/>
            <p:cNvGrpSpPr>
              <a:grpSpLocks/>
            </p:cNvGrpSpPr>
            <p:nvPr/>
          </p:nvGrpSpPr>
          <p:grpSpPr bwMode="auto">
            <a:xfrm>
              <a:off x="3552" y="864"/>
              <a:ext cx="2208" cy="1872"/>
              <a:chOff x="3744" y="1200"/>
              <a:chExt cx="2208" cy="1872"/>
            </a:xfrm>
          </p:grpSpPr>
          <p:sp>
            <p:nvSpPr>
              <p:cNvPr id="2072" name="Oval 5"/>
              <p:cNvSpPr>
                <a:spLocks noChangeArrowheads="1"/>
              </p:cNvSpPr>
              <p:nvPr/>
            </p:nvSpPr>
            <p:spPr bwMode="auto">
              <a:xfrm>
                <a:off x="3744" y="2064"/>
                <a:ext cx="672" cy="624"/>
              </a:xfrm>
              <a:prstGeom prst="ellipse">
                <a:avLst/>
              </a:prstGeom>
              <a:solidFill>
                <a:srgbClr val="CCFFFF">
                  <a:alpha val="50195"/>
                </a:srgbClr>
              </a:solidFill>
              <a:ln w="254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73" name="Line 6"/>
              <p:cNvSpPr>
                <a:spLocks noChangeShapeType="1"/>
              </p:cNvSpPr>
              <p:nvPr/>
            </p:nvSpPr>
            <p:spPr bwMode="auto">
              <a:xfrm flipV="1">
                <a:off x="3840" y="2352"/>
                <a:ext cx="336" cy="96"/>
              </a:xfrm>
              <a:prstGeom prst="line">
                <a:avLst/>
              </a:prstGeom>
              <a:noFill/>
              <a:ln w="38100">
                <a:solidFill>
                  <a:schemeClr val="bg2"/>
                </a:solidFill>
                <a:prstDash val="sysDot"/>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74" name="Rectangle 7" descr="瓦形"/>
              <p:cNvSpPr>
                <a:spLocks noChangeArrowheads="1"/>
              </p:cNvSpPr>
              <p:nvPr/>
            </p:nvSpPr>
            <p:spPr bwMode="auto">
              <a:xfrm>
                <a:off x="3888" y="2880"/>
                <a:ext cx="432" cy="96"/>
              </a:xfrm>
              <a:prstGeom prst="rect">
                <a:avLst/>
              </a:prstGeom>
              <a:pattFill prst="shingle">
                <a:fgClr>
                  <a:schemeClr val="accent1"/>
                </a:fgClr>
                <a:bgClr>
                  <a:schemeClr val="bg1"/>
                </a:bgClr>
              </a:pattFill>
              <a:ln w="28575"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75" name="Line 8"/>
              <p:cNvSpPr>
                <a:spLocks noChangeShapeType="1"/>
              </p:cNvSpPr>
              <p:nvPr/>
            </p:nvSpPr>
            <p:spPr bwMode="auto">
              <a:xfrm rot="355055" flipV="1">
                <a:off x="3936" y="2256"/>
                <a:ext cx="240" cy="336"/>
              </a:xfrm>
              <a:prstGeom prst="line">
                <a:avLst/>
              </a:prstGeom>
              <a:noFill/>
              <a:ln w="38100">
                <a:solidFill>
                  <a:srgbClr val="FF0000"/>
                </a:solidFill>
                <a:miter lim="800000"/>
                <a:headEnd type="triangle"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2076" name="Group 9"/>
              <p:cNvGrpSpPr>
                <a:grpSpLocks/>
              </p:cNvGrpSpPr>
              <p:nvPr/>
            </p:nvGrpSpPr>
            <p:grpSpPr bwMode="auto">
              <a:xfrm>
                <a:off x="4032" y="1200"/>
                <a:ext cx="1920" cy="1872"/>
                <a:chOff x="4032" y="1200"/>
                <a:chExt cx="1920" cy="1872"/>
              </a:xfrm>
            </p:grpSpPr>
            <p:sp>
              <p:nvSpPr>
                <p:cNvPr id="2077" name="Text Box 10"/>
                <p:cNvSpPr txBox="1">
                  <a:spLocks noChangeArrowheads="1"/>
                </p:cNvSpPr>
                <p:nvPr/>
              </p:nvSpPr>
              <p:spPr bwMode="auto">
                <a:xfrm>
                  <a:off x="5280" y="1365"/>
                  <a:ext cx="6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50000"/>
                    </a:spcBef>
                  </a:pPr>
                  <a:r>
                    <a:rPr lang="en-US" altLang="zh-CN" sz="2400" b="1" i="1">
                      <a:solidFill>
                        <a:schemeClr val="tx1"/>
                      </a:solidFill>
                      <a:ea typeface="宋体" pitchFamily="2" charset="-122"/>
                    </a:rPr>
                    <a:t>- q</a:t>
                  </a:r>
                  <a:r>
                    <a:rPr lang="en-US" altLang="zh-CN" sz="2400" b="1" i="1" baseline="-25000">
                      <a:solidFill>
                        <a:schemeClr val="tx1"/>
                      </a:solidFill>
                      <a:ea typeface="宋体" pitchFamily="2" charset="-122"/>
                    </a:rPr>
                    <a:t>0</a:t>
                  </a:r>
                  <a:endParaRPr lang="en-US" altLang="zh-CN" sz="2400" b="1" i="1">
                    <a:solidFill>
                      <a:schemeClr val="tx1"/>
                    </a:solidFill>
                    <a:ea typeface="宋体" pitchFamily="2" charset="-122"/>
                  </a:endParaRPr>
                </a:p>
              </p:txBody>
            </p:sp>
            <p:grpSp>
              <p:nvGrpSpPr>
                <p:cNvPr id="2078" name="Group 11"/>
                <p:cNvGrpSpPr>
                  <a:grpSpLocks/>
                </p:cNvGrpSpPr>
                <p:nvPr/>
              </p:nvGrpSpPr>
              <p:grpSpPr bwMode="auto">
                <a:xfrm>
                  <a:off x="4032" y="1200"/>
                  <a:ext cx="1584" cy="1872"/>
                  <a:chOff x="4032" y="1200"/>
                  <a:chExt cx="1584" cy="1872"/>
                </a:xfrm>
              </p:grpSpPr>
              <p:sp>
                <p:nvSpPr>
                  <p:cNvPr id="2079" name="Line 12"/>
                  <p:cNvSpPr>
                    <a:spLocks noChangeShapeType="1"/>
                  </p:cNvSpPr>
                  <p:nvPr/>
                </p:nvSpPr>
                <p:spPr bwMode="auto">
                  <a:xfrm flipV="1">
                    <a:off x="4080" y="1776"/>
                    <a:ext cx="0" cy="576"/>
                  </a:xfrm>
                  <a:prstGeom prst="line">
                    <a:avLst/>
                  </a:prstGeom>
                  <a:noFill/>
                  <a:ln w="28575"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80" name="Oval 13"/>
                  <p:cNvSpPr>
                    <a:spLocks noChangeArrowheads="1"/>
                  </p:cNvSpPr>
                  <p:nvPr/>
                </p:nvSpPr>
                <p:spPr bwMode="auto">
                  <a:xfrm>
                    <a:off x="4032" y="1728"/>
                    <a:ext cx="96" cy="48"/>
                  </a:xfrm>
                  <a:prstGeom prst="ellipse">
                    <a:avLst/>
                  </a:prstGeom>
                  <a:gradFill rotWithShape="0">
                    <a:gsLst>
                      <a:gs pos="0">
                        <a:srgbClr val="FFCC00"/>
                      </a:gs>
                      <a:gs pos="100000">
                        <a:srgbClr val="765E00"/>
                      </a:gs>
                    </a:gsLst>
                    <a:path path="shape">
                      <a:fillToRect l="50000" t="50000" r="50000" b="50000"/>
                    </a:path>
                  </a:gra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1" name="Line 14"/>
                  <p:cNvSpPr>
                    <a:spLocks noChangeShapeType="1"/>
                  </p:cNvSpPr>
                  <p:nvPr/>
                </p:nvSpPr>
                <p:spPr bwMode="auto">
                  <a:xfrm>
                    <a:off x="4128" y="1776"/>
                    <a:ext cx="624" cy="0"/>
                  </a:xfrm>
                  <a:prstGeom prst="line">
                    <a:avLst/>
                  </a:prstGeom>
                  <a:noFill/>
                  <a:ln w="28575"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82" name="Line 15"/>
                  <p:cNvSpPr>
                    <a:spLocks noChangeShapeType="1"/>
                  </p:cNvSpPr>
                  <p:nvPr/>
                </p:nvSpPr>
                <p:spPr bwMode="auto">
                  <a:xfrm>
                    <a:off x="4752" y="1248"/>
                    <a:ext cx="0" cy="1104"/>
                  </a:xfrm>
                  <a:prstGeom prst="line">
                    <a:avLst/>
                  </a:prstGeom>
                  <a:noFill/>
                  <a:ln w="381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83" name="Line 16"/>
                  <p:cNvSpPr>
                    <a:spLocks noChangeShapeType="1"/>
                  </p:cNvSpPr>
                  <p:nvPr/>
                </p:nvSpPr>
                <p:spPr bwMode="auto">
                  <a:xfrm>
                    <a:off x="5280" y="1248"/>
                    <a:ext cx="0" cy="1104"/>
                  </a:xfrm>
                  <a:prstGeom prst="line">
                    <a:avLst/>
                  </a:prstGeom>
                  <a:noFill/>
                  <a:ln w="381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84" name="Rectangle 17"/>
                  <p:cNvSpPr>
                    <a:spLocks noChangeArrowheads="1"/>
                  </p:cNvSpPr>
                  <p:nvPr/>
                </p:nvSpPr>
                <p:spPr bwMode="auto">
                  <a:xfrm>
                    <a:off x="4080" y="2688"/>
                    <a:ext cx="48" cy="288"/>
                  </a:xfrm>
                  <a:prstGeom prst="rect">
                    <a:avLst/>
                  </a:prstGeom>
                  <a:gradFill rotWithShape="0">
                    <a:gsLst>
                      <a:gs pos="0">
                        <a:srgbClr val="765E00"/>
                      </a:gs>
                      <a:gs pos="50000">
                        <a:srgbClr val="FFCC00"/>
                      </a:gs>
                      <a:gs pos="100000">
                        <a:srgbClr val="765E00"/>
                      </a:gs>
                    </a:gsLst>
                    <a:lin ang="0" scaled="1"/>
                  </a:gradFill>
                  <a:ln>
                    <a:noFill/>
                  </a:ln>
                  <a:effectLst/>
                  <a:extLst>
                    <a:ext uri="{91240B29-F687-4F45-9708-019B960494DF}">
                      <a14:hiddenLine xmlns:a14="http://schemas.microsoft.com/office/drawing/2010/main" w="28575"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5" name="Line 18"/>
                  <p:cNvSpPr>
                    <a:spLocks noChangeShapeType="1"/>
                  </p:cNvSpPr>
                  <p:nvPr/>
                </p:nvSpPr>
                <p:spPr bwMode="auto">
                  <a:xfrm>
                    <a:off x="4128" y="2832"/>
                    <a:ext cx="1488" cy="0"/>
                  </a:xfrm>
                  <a:prstGeom prst="line">
                    <a:avLst/>
                  </a:prstGeom>
                  <a:noFill/>
                  <a:ln w="28575"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86" name="Line 19"/>
                  <p:cNvSpPr>
                    <a:spLocks noChangeShapeType="1"/>
                  </p:cNvSpPr>
                  <p:nvPr/>
                </p:nvSpPr>
                <p:spPr bwMode="auto">
                  <a:xfrm>
                    <a:off x="5280" y="1776"/>
                    <a:ext cx="336" cy="0"/>
                  </a:xfrm>
                  <a:prstGeom prst="line">
                    <a:avLst/>
                  </a:prstGeom>
                  <a:noFill/>
                  <a:ln w="28575"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87" name="Line 20"/>
                  <p:cNvSpPr>
                    <a:spLocks noChangeShapeType="1"/>
                  </p:cNvSpPr>
                  <p:nvPr/>
                </p:nvSpPr>
                <p:spPr bwMode="auto">
                  <a:xfrm>
                    <a:off x="5616" y="1776"/>
                    <a:ext cx="0" cy="1056"/>
                  </a:xfrm>
                  <a:prstGeom prst="line">
                    <a:avLst/>
                  </a:prstGeom>
                  <a:noFill/>
                  <a:ln w="28575"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88" name="Line 21"/>
                  <p:cNvSpPr>
                    <a:spLocks noChangeShapeType="1"/>
                  </p:cNvSpPr>
                  <p:nvPr/>
                </p:nvSpPr>
                <p:spPr bwMode="auto">
                  <a:xfrm>
                    <a:off x="4944" y="2832"/>
                    <a:ext cx="0" cy="144"/>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89" name="Line 22"/>
                  <p:cNvSpPr>
                    <a:spLocks noChangeShapeType="1"/>
                  </p:cNvSpPr>
                  <p:nvPr/>
                </p:nvSpPr>
                <p:spPr bwMode="auto">
                  <a:xfrm>
                    <a:off x="4848" y="2976"/>
                    <a:ext cx="192" cy="0"/>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90" name="Line 23"/>
                  <p:cNvSpPr>
                    <a:spLocks noChangeShapeType="1"/>
                  </p:cNvSpPr>
                  <p:nvPr/>
                </p:nvSpPr>
                <p:spPr bwMode="auto">
                  <a:xfrm>
                    <a:off x="4896" y="3024"/>
                    <a:ext cx="96" cy="0"/>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91" name="Line 24"/>
                  <p:cNvSpPr>
                    <a:spLocks noChangeShapeType="1"/>
                  </p:cNvSpPr>
                  <p:nvPr/>
                </p:nvSpPr>
                <p:spPr bwMode="auto">
                  <a:xfrm>
                    <a:off x="4944" y="3072"/>
                    <a:ext cx="0" cy="0"/>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92" name="Line 25"/>
                  <p:cNvSpPr>
                    <a:spLocks noChangeShapeType="1"/>
                  </p:cNvSpPr>
                  <p:nvPr/>
                </p:nvSpPr>
                <p:spPr bwMode="auto">
                  <a:xfrm>
                    <a:off x="4896" y="3072"/>
                    <a:ext cx="96" cy="0"/>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93" name="Text Box 26"/>
                  <p:cNvSpPr txBox="1">
                    <a:spLocks noChangeArrowheads="1"/>
                  </p:cNvSpPr>
                  <p:nvPr/>
                </p:nvSpPr>
                <p:spPr bwMode="auto">
                  <a:xfrm>
                    <a:off x="4320" y="1344"/>
                    <a:ext cx="52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50000"/>
                      </a:spcBef>
                    </a:pPr>
                    <a:r>
                      <a:rPr lang="en-US" altLang="zh-CN" sz="2400" b="1" i="1">
                        <a:solidFill>
                          <a:schemeClr val="tx1"/>
                        </a:solidFill>
                        <a:ea typeface="宋体" pitchFamily="2" charset="-122"/>
                      </a:rPr>
                      <a:t>q</a:t>
                    </a:r>
                    <a:r>
                      <a:rPr lang="en-US" altLang="zh-CN" sz="2400" b="1" i="1" baseline="-25000">
                        <a:solidFill>
                          <a:schemeClr val="tx1"/>
                        </a:solidFill>
                        <a:ea typeface="宋体" pitchFamily="2" charset="-122"/>
                      </a:rPr>
                      <a:t>0</a:t>
                    </a:r>
                    <a:endParaRPr lang="en-US" altLang="zh-CN" sz="2400" b="1" i="1">
                      <a:solidFill>
                        <a:schemeClr val="tx1"/>
                      </a:solidFill>
                      <a:ea typeface="宋体" pitchFamily="2" charset="-122"/>
                    </a:endParaRPr>
                  </a:p>
                </p:txBody>
              </p:sp>
              <p:sp>
                <p:nvSpPr>
                  <p:cNvPr id="2094" name="Rectangle 27" descr="宽上对角线"/>
                  <p:cNvSpPr>
                    <a:spLocks noChangeArrowheads="1"/>
                  </p:cNvSpPr>
                  <p:nvPr/>
                </p:nvSpPr>
                <p:spPr bwMode="auto">
                  <a:xfrm>
                    <a:off x="4800" y="1200"/>
                    <a:ext cx="432" cy="1200"/>
                  </a:xfrm>
                  <a:prstGeom prst="rect">
                    <a:avLst/>
                  </a:prstGeom>
                  <a:pattFill prst="wdUpDiag">
                    <a:fgClr>
                      <a:schemeClr val="tx1"/>
                    </a:fgClr>
                    <a:bgClr>
                      <a:srgbClr val="007370"/>
                    </a:bgClr>
                  </a:patt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5" name="Line 28"/>
                  <p:cNvSpPr>
                    <a:spLocks noChangeShapeType="1"/>
                  </p:cNvSpPr>
                  <p:nvPr/>
                </p:nvSpPr>
                <p:spPr bwMode="auto">
                  <a:xfrm>
                    <a:off x="4080" y="2304"/>
                    <a:ext cx="0" cy="384"/>
                  </a:xfrm>
                  <a:prstGeom prst="line">
                    <a:avLst/>
                  </a:prstGeom>
                  <a:noFill/>
                  <a:ln w="12700">
                    <a:solidFill>
                      <a:schemeClr val="tx1"/>
                    </a:solidFill>
                    <a:prstDash val="sysDot"/>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grpSp>
      </p:grpSp>
      <p:sp>
        <p:nvSpPr>
          <p:cNvPr id="2057" name="Text Box 29"/>
          <p:cNvSpPr txBox="1">
            <a:spLocks noChangeArrowheads="1"/>
          </p:cNvSpPr>
          <p:nvPr/>
        </p:nvSpPr>
        <p:spPr bwMode="auto">
          <a:xfrm>
            <a:off x="3435349" y="1428239"/>
            <a:ext cx="5021262" cy="177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just" eaLnBrk="1" hangingPunct="1">
              <a:lnSpc>
                <a:spcPct val="130000"/>
              </a:lnSpc>
              <a:spcBef>
                <a:spcPct val="0"/>
              </a:spcBef>
            </a:pPr>
            <a:r>
              <a:rPr lang="zh-CN" altLang="en-US" sz="2800" b="1">
                <a:solidFill>
                  <a:srgbClr val="000000"/>
                </a:solidFill>
                <a:ea typeface="宋体" pitchFamily="2" charset="-122"/>
              </a:rPr>
              <a:t>如图实验，在</a:t>
            </a:r>
            <a:r>
              <a:rPr lang="en-US" altLang="zh-CN" sz="2800" b="1">
                <a:solidFill>
                  <a:srgbClr val="000000"/>
                </a:solidFill>
                <a:ea typeface="宋体" pitchFamily="2" charset="-122"/>
              </a:rPr>
              <a:t>q</a:t>
            </a:r>
            <a:r>
              <a:rPr lang="en-US" altLang="zh-CN" sz="2800" b="1" baseline="-25000">
                <a:solidFill>
                  <a:srgbClr val="000000"/>
                </a:solidFill>
                <a:ea typeface="宋体" pitchFamily="2" charset="-122"/>
              </a:rPr>
              <a:t>0</a:t>
            </a:r>
            <a:r>
              <a:rPr lang="zh-CN" altLang="en-US" sz="2800" b="1">
                <a:solidFill>
                  <a:srgbClr val="000000"/>
                </a:solidFill>
                <a:ea typeface="宋体" pitchFamily="2" charset="-122"/>
              </a:rPr>
              <a:t>不变的情况下，插入电介质后，两极板间的电势降低，电容增加</a:t>
            </a:r>
            <a:r>
              <a:rPr lang="en-US" altLang="zh-CN" sz="2800" b="1">
                <a:solidFill>
                  <a:srgbClr val="000000"/>
                </a:solidFill>
                <a:ea typeface="宋体" pitchFamily="2" charset="-122"/>
              </a:rPr>
              <a:t>.</a:t>
            </a:r>
          </a:p>
        </p:txBody>
      </p:sp>
      <p:sp>
        <p:nvSpPr>
          <p:cNvPr id="2058" name="Text Box 52"/>
          <p:cNvSpPr txBox="1">
            <a:spLocks noChangeArrowheads="1"/>
          </p:cNvSpPr>
          <p:nvPr/>
        </p:nvSpPr>
        <p:spPr bwMode="auto">
          <a:xfrm>
            <a:off x="198438" y="4846638"/>
            <a:ext cx="1162050" cy="476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r>
              <a:rPr lang="en-US" altLang="zh-CN" sz="2500" b="1" i="1">
                <a:solidFill>
                  <a:srgbClr val="FF0000"/>
                </a:solidFill>
              </a:rPr>
              <a:t>E</a:t>
            </a:r>
            <a:r>
              <a:rPr lang="en-US" altLang="zh-CN" sz="2500" b="1" baseline="-25000">
                <a:solidFill>
                  <a:srgbClr val="FF0000"/>
                </a:solidFill>
              </a:rPr>
              <a:t>0</a:t>
            </a:r>
            <a:r>
              <a:rPr lang="zh-CN" altLang="en-US" sz="2500" b="1">
                <a:solidFill>
                  <a:srgbClr val="FF0000"/>
                </a:solidFill>
              </a:rPr>
              <a:t>，</a:t>
            </a:r>
            <a:r>
              <a:rPr lang="en-US" altLang="zh-CN" sz="2500" b="1" i="1">
                <a:solidFill>
                  <a:srgbClr val="FF0000"/>
                </a:solidFill>
              </a:rPr>
              <a:t>U</a:t>
            </a:r>
            <a:r>
              <a:rPr lang="en-US" altLang="zh-CN" sz="2500" b="1" baseline="-25000">
                <a:solidFill>
                  <a:srgbClr val="FF0000"/>
                </a:solidFill>
              </a:rPr>
              <a:t>0</a:t>
            </a:r>
          </a:p>
        </p:txBody>
      </p:sp>
      <p:cxnSp>
        <p:nvCxnSpPr>
          <p:cNvPr id="2059" name="直接箭头连接符 2"/>
          <p:cNvCxnSpPr>
            <a:cxnSpLocks noChangeShapeType="1"/>
          </p:cNvCxnSpPr>
          <p:nvPr/>
        </p:nvCxnSpPr>
        <p:spPr bwMode="auto">
          <a:xfrm>
            <a:off x="635000" y="4292600"/>
            <a:ext cx="0" cy="1333500"/>
          </a:xfrm>
          <a:prstGeom prst="straightConnector1">
            <a:avLst/>
          </a:prstGeom>
          <a:noFill/>
          <a:ln w="38100" algn="ctr">
            <a:solidFill>
              <a:srgbClr val="FF00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60" name="直接箭头连接符 56"/>
          <p:cNvCxnSpPr>
            <a:cxnSpLocks noChangeShapeType="1"/>
          </p:cNvCxnSpPr>
          <p:nvPr/>
        </p:nvCxnSpPr>
        <p:spPr bwMode="auto">
          <a:xfrm>
            <a:off x="1403350" y="4327525"/>
            <a:ext cx="0" cy="1333500"/>
          </a:xfrm>
          <a:prstGeom prst="straightConnector1">
            <a:avLst/>
          </a:prstGeom>
          <a:noFill/>
          <a:ln w="38100" algn="ctr">
            <a:solidFill>
              <a:srgbClr val="FF00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61" name="直接箭头连接符 57"/>
          <p:cNvCxnSpPr>
            <a:cxnSpLocks noChangeShapeType="1"/>
          </p:cNvCxnSpPr>
          <p:nvPr/>
        </p:nvCxnSpPr>
        <p:spPr bwMode="auto">
          <a:xfrm>
            <a:off x="2219325" y="4294188"/>
            <a:ext cx="0" cy="1333500"/>
          </a:xfrm>
          <a:prstGeom prst="straightConnector1">
            <a:avLst/>
          </a:prstGeom>
          <a:noFill/>
          <a:ln w="38100" algn="ctr">
            <a:solidFill>
              <a:srgbClr val="FF00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62" name="直接箭头连接符 58"/>
          <p:cNvCxnSpPr>
            <a:cxnSpLocks noChangeShapeType="1"/>
          </p:cNvCxnSpPr>
          <p:nvPr/>
        </p:nvCxnSpPr>
        <p:spPr bwMode="auto">
          <a:xfrm>
            <a:off x="2987675" y="4356100"/>
            <a:ext cx="0" cy="1333500"/>
          </a:xfrm>
          <a:prstGeom prst="straightConnector1">
            <a:avLst/>
          </a:prstGeom>
          <a:noFill/>
          <a:ln w="38100" algn="ctr">
            <a:solidFill>
              <a:srgbClr val="FF00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29430" name="Group 54"/>
          <p:cNvGrpSpPr>
            <a:grpSpLocks/>
          </p:cNvGrpSpPr>
          <p:nvPr/>
        </p:nvGrpSpPr>
        <p:grpSpPr bwMode="auto">
          <a:xfrm>
            <a:off x="179512" y="4351337"/>
            <a:ext cx="4432616" cy="1333499"/>
            <a:chOff x="3708" y="2225"/>
            <a:chExt cx="2684" cy="756"/>
          </a:xfrm>
        </p:grpSpPr>
        <p:sp>
          <p:nvSpPr>
            <p:cNvPr id="2068" name="Text Box 53" descr="5%"/>
            <p:cNvSpPr txBox="1">
              <a:spLocks noChangeArrowheads="1"/>
            </p:cNvSpPr>
            <p:nvPr/>
          </p:nvSpPr>
          <p:spPr bwMode="auto">
            <a:xfrm>
              <a:off x="5663" y="2378"/>
              <a:ext cx="729" cy="301"/>
            </a:xfrm>
            <a:prstGeom prst="rect">
              <a:avLst/>
            </a:prstGeom>
            <a:pattFill prst="pct5">
              <a:fgClr>
                <a:schemeClr val="bg2"/>
              </a:fgClr>
              <a:bgClr>
                <a:srgbClr val="FFFFFF"/>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r>
                <a:rPr lang="zh-CN" altLang="en-US" sz="2500" b="1">
                  <a:solidFill>
                    <a:schemeClr val="bg2"/>
                  </a:solidFill>
                </a:rPr>
                <a:t>电介质</a:t>
              </a:r>
            </a:p>
          </p:txBody>
        </p:sp>
        <p:sp>
          <p:nvSpPr>
            <p:cNvPr id="2069" name="Rectangle 51" descr="5%"/>
            <p:cNvSpPr>
              <a:spLocks noChangeArrowheads="1"/>
            </p:cNvSpPr>
            <p:nvPr/>
          </p:nvSpPr>
          <p:spPr bwMode="auto">
            <a:xfrm>
              <a:off x="3708" y="2225"/>
              <a:ext cx="1918" cy="756"/>
            </a:xfrm>
            <a:prstGeom prst="rect">
              <a:avLst/>
            </a:prstGeom>
            <a:pattFill prst="pct75">
              <a:fgClr>
                <a:schemeClr val="bg2"/>
              </a:fgClr>
              <a:bgClr>
                <a:srgbClr val="00B050"/>
              </a:bgClr>
            </a:patt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500" b="1"/>
            </a:p>
          </p:txBody>
        </p:sp>
      </p:grpSp>
      <p:sp>
        <p:nvSpPr>
          <p:cNvPr id="229428" name="Text Box 52"/>
          <p:cNvSpPr txBox="1">
            <a:spLocks noChangeArrowheads="1"/>
          </p:cNvSpPr>
          <p:nvPr/>
        </p:nvSpPr>
        <p:spPr bwMode="auto">
          <a:xfrm>
            <a:off x="1717675" y="4694238"/>
            <a:ext cx="1162050" cy="4778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r>
              <a:rPr lang="en-US" altLang="zh-CN" sz="2500" b="1" i="1">
                <a:solidFill>
                  <a:schemeClr val="bg1"/>
                </a:solidFill>
              </a:rPr>
              <a:t>E</a:t>
            </a:r>
            <a:r>
              <a:rPr lang="zh-CN" altLang="en-US" sz="2500" b="1">
                <a:solidFill>
                  <a:schemeClr val="bg1"/>
                </a:solidFill>
              </a:rPr>
              <a:t>，</a:t>
            </a:r>
            <a:r>
              <a:rPr lang="en-US" altLang="zh-CN" sz="2500" b="1" i="1">
                <a:solidFill>
                  <a:schemeClr val="bg1"/>
                </a:solidFill>
              </a:rPr>
              <a:t>U</a:t>
            </a:r>
          </a:p>
        </p:txBody>
      </p:sp>
      <p:cxnSp>
        <p:nvCxnSpPr>
          <p:cNvPr id="60" name="直接箭头连接符 59"/>
          <p:cNvCxnSpPr>
            <a:cxnSpLocks noChangeShapeType="1"/>
          </p:cNvCxnSpPr>
          <p:nvPr/>
        </p:nvCxnSpPr>
        <p:spPr bwMode="auto">
          <a:xfrm flipH="1">
            <a:off x="753382" y="4356100"/>
            <a:ext cx="26081" cy="1333500"/>
          </a:xfrm>
          <a:prstGeom prst="straightConnector1">
            <a:avLst/>
          </a:prstGeom>
          <a:noFill/>
          <a:ln w="38100" algn="ctr">
            <a:solidFill>
              <a:srgbClr val="FFFF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 name="直接箭头连接符 60"/>
          <p:cNvCxnSpPr>
            <a:cxnSpLocks noChangeShapeType="1"/>
            <a:stCxn id="2069" idx="0"/>
          </p:cNvCxnSpPr>
          <p:nvPr/>
        </p:nvCxnSpPr>
        <p:spPr bwMode="auto">
          <a:xfrm flipH="1">
            <a:off x="1744787" y="4351337"/>
            <a:ext cx="18510" cy="1260476"/>
          </a:xfrm>
          <a:prstGeom prst="straightConnector1">
            <a:avLst/>
          </a:prstGeom>
          <a:noFill/>
          <a:ln w="38100" algn="ctr">
            <a:solidFill>
              <a:srgbClr val="FFFF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2" name="直接箭头连接符 61"/>
          <p:cNvCxnSpPr>
            <a:cxnSpLocks noChangeShapeType="1"/>
          </p:cNvCxnSpPr>
          <p:nvPr/>
        </p:nvCxnSpPr>
        <p:spPr bwMode="auto">
          <a:xfrm>
            <a:off x="2740025" y="4356100"/>
            <a:ext cx="0" cy="1257300"/>
          </a:xfrm>
          <a:prstGeom prst="straightConnector1">
            <a:avLst/>
          </a:prstGeom>
          <a:noFill/>
          <a:ln w="38100" algn="ctr">
            <a:solidFill>
              <a:srgbClr val="FFFF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52" name="Object 8">
            <a:extLst>
              <a:ext uri="{FF2B5EF4-FFF2-40B4-BE49-F238E27FC236}">
                <a16:creationId xmlns:a16="http://schemas.microsoft.com/office/drawing/2014/main" id="{1AB57BB3-A051-49EB-B5B3-5E4C800B4F0C}"/>
              </a:ext>
            </a:extLst>
          </p:cNvPr>
          <p:cNvGraphicFramePr>
            <a:graphicFrameLocks noChangeAspect="1"/>
          </p:cNvGraphicFramePr>
          <p:nvPr>
            <p:extLst>
              <p:ext uri="{D42A27DB-BD31-4B8C-83A1-F6EECF244321}">
                <p14:modId xmlns:p14="http://schemas.microsoft.com/office/powerpoint/2010/main" val="2906003384"/>
              </p:ext>
            </p:extLst>
          </p:nvPr>
        </p:nvGraphicFramePr>
        <p:xfrm>
          <a:off x="5853696" y="3137436"/>
          <a:ext cx="2602916" cy="925578"/>
        </p:xfrm>
        <a:graphic>
          <a:graphicData uri="http://schemas.openxmlformats.org/presentationml/2006/ole">
            <mc:AlternateContent xmlns:mc="http://schemas.openxmlformats.org/markup-compatibility/2006">
              <mc:Choice xmlns:v="urn:schemas-microsoft-com:vml" Requires="v">
                <p:oleObj spid="_x0000_s2315" name="Equation" r:id="rId7" imgW="1244600" imgH="444500" progId="Equation.DSMT4">
                  <p:embed/>
                </p:oleObj>
              </mc:Choice>
              <mc:Fallback>
                <p:oleObj name="Equation" r:id="rId7" imgW="1244600" imgH="444500" progId="Equation.DSMT4">
                  <p:embed/>
                  <p:pic>
                    <p:nvPicPr>
                      <p:cNvPr id="437256"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53696" y="3137436"/>
                        <a:ext cx="2602916" cy="925578"/>
                      </a:xfrm>
                      <a:prstGeom prst="rect">
                        <a:avLst/>
                      </a:prstGeom>
                      <a:gradFill rotWithShape="0">
                        <a:gsLst>
                          <a:gs pos="0">
                            <a:schemeClr val="accent1"/>
                          </a:gs>
                          <a:gs pos="50000">
                            <a:srgbClr val="FFFFFF"/>
                          </a:gs>
                          <a:gs pos="100000">
                            <a:schemeClr val="accent1"/>
                          </a:gs>
                        </a:gsLst>
                        <a:lin ang="5400000" scaled="1"/>
                      </a:gradFill>
                      <a:ln>
                        <a:noFill/>
                      </a:ln>
                      <a:effectLs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942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943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42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87" name="Text Box 87"/>
          <p:cNvSpPr txBox="1">
            <a:spLocks noChangeArrowheads="1"/>
          </p:cNvSpPr>
          <p:nvPr/>
        </p:nvSpPr>
        <p:spPr bwMode="auto">
          <a:xfrm>
            <a:off x="681038" y="44450"/>
            <a:ext cx="6483350"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r>
              <a:rPr lang="zh-CN" altLang="en-US" sz="4000" b="1">
                <a:solidFill>
                  <a:srgbClr val="993300"/>
                </a:solidFill>
                <a:ea typeface="华文新魏" pitchFamily="2" charset="-122"/>
              </a:rPr>
              <a:t>如何解释上述实验结果？</a:t>
            </a:r>
          </a:p>
        </p:txBody>
      </p:sp>
      <p:sp>
        <p:nvSpPr>
          <p:cNvPr id="230488" name="Rectangle 88"/>
          <p:cNvSpPr>
            <a:spLocks noChangeArrowheads="1"/>
          </p:cNvSpPr>
          <p:nvPr/>
        </p:nvSpPr>
        <p:spPr bwMode="auto">
          <a:xfrm>
            <a:off x="433388" y="5448300"/>
            <a:ext cx="8415337" cy="573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just">
              <a:lnSpc>
                <a:spcPct val="125000"/>
              </a:lnSpc>
            </a:pPr>
            <a:r>
              <a:rPr kumimoji="0" lang="en-US" altLang="zh-CN" sz="2500" b="1">
                <a:solidFill>
                  <a:schemeClr val="hlink"/>
                </a:solidFill>
                <a:latin typeface="黑体" pitchFamily="49" charset="-122"/>
              </a:rPr>
              <a:t>  </a:t>
            </a:r>
            <a:r>
              <a:rPr kumimoji="0" lang="zh-CN" altLang="en-US" sz="2500" b="1">
                <a:solidFill>
                  <a:schemeClr val="hlink"/>
                </a:solidFill>
                <a:latin typeface="黑体" pitchFamily="49" charset="-122"/>
              </a:rPr>
              <a:t>束缚电荷的电场</a:t>
            </a:r>
            <a:r>
              <a:rPr kumimoji="0" lang="en-US" altLang="zh-CN" sz="2500" b="1" i="1">
                <a:solidFill>
                  <a:schemeClr val="hlink"/>
                </a:solidFill>
              </a:rPr>
              <a:t>E</a:t>
            </a:r>
            <a:r>
              <a:rPr kumimoji="0" lang="en-US" altLang="zh-CN" sz="2500" b="1" baseline="30000">
                <a:solidFill>
                  <a:schemeClr val="hlink"/>
                </a:solidFill>
                <a:latin typeface="黑体" pitchFamily="49" charset="-122"/>
              </a:rPr>
              <a:t>′</a:t>
            </a:r>
            <a:r>
              <a:rPr kumimoji="0" lang="zh-CN" altLang="en-US" sz="2500" b="1">
                <a:solidFill>
                  <a:schemeClr val="hlink"/>
                </a:solidFill>
                <a:latin typeface="黑体" pitchFamily="49" charset="-122"/>
              </a:rPr>
              <a:t>不能全部抵消</a:t>
            </a:r>
            <a:r>
              <a:rPr kumimoji="0" lang="en-US" altLang="zh-CN" sz="2500" b="1" i="1">
                <a:solidFill>
                  <a:schemeClr val="hlink"/>
                </a:solidFill>
              </a:rPr>
              <a:t>E</a:t>
            </a:r>
            <a:r>
              <a:rPr kumimoji="0" lang="en-US" altLang="zh-CN" sz="2500" b="1" baseline="-25000">
                <a:solidFill>
                  <a:schemeClr val="hlink"/>
                </a:solidFill>
                <a:latin typeface="黑体" pitchFamily="49" charset="-122"/>
              </a:rPr>
              <a:t>0</a:t>
            </a:r>
            <a:r>
              <a:rPr kumimoji="0" lang="zh-CN" altLang="en-US" sz="2500" b="1">
                <a:solidFill>
                  <a:schemeClr val="hlink"/>
                </a:solidFill>
                <a:latin typeface="黑体" pitchFamily="49" charset="-122"/>
              </a:rPr>
              <a:t>，只能削弱总场</a:t>
            </a:r>
            <a:r>
              <a:rPr kumimoji="0" lang="en-US" altLang="zh-CN" sz="2500" b="1" i="1">
                <a:solidFill>
                  <a:schemeClr val="hlink"/>
                </a:solidFill>
              </a:rPr>
              <a:t>E.  </a:t>
            </a:r>
            <a:endParaRPr kumimoji="0" lang="en-US" altLang="zh-CN" sz="2500" b="1">
              <a:solidFill>
                <a:schemeClr val="hlink"/>
              </a:solidFill>
              <a:latin typeface="黑体" pitchFamily="49" charset="-122"/>
            </a:endParaRPr>
          </a:p>
        </p:txBody>
      </p:sp>
      <p:sp>
        <p:nvSpPr>
          <p:cNvPr id="230507" name="Rectangle 107"/>
          <p:cNvSpPr>
            <a:spLocks noChangeArrowheads="1"/>
          </p:cNvSpPr>
          <p:nvPr/>
        </p:nvSpPr>
        <p:spPr bwMode="auto">
          <a:xfrm>
            <a:off x="433388" y="5757863"/>
            <a:ext cx="5973762" cy="80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25000"/>
              </a:lnSpc>
            </a:pPr>
            <a:r>
              <a:rPr kumimoji="0" lang="zh-CN" altLang="en-US" sz="4000" b="1">
                <a:solidFill>
                  <a:srgbClr val="993300"/>
                </a:solidFill>
                <a:ea typeface="华文新魏" pitchFamily="2" charset="-122"/>
              </a:rPr>
              <a:t>机制与导体有何不同</a:t>
            </a:r>
            <a:r>
              <a:rPr kumimoji="0" lang="zh-CN" altLang="en-US" sz="4000" b="1">
                <a:solidFill>
                  <a:srgbClr val="993300"/>
                </a:solidFill>
                <a:latin typeface="黑体" pitchFamily="49" charset="-122"/>
                <a:ea typeface="华文新魏" pitchFamily="2" charset="-122"/>
              </a:rPr>
              <a:t>？</a:t>
            </a:r>
          </a:p>
        </p:txBody>
      </p:sp>
      <p:sp>
        <p:nvSpPr>
          <p:cNvPr id="230525" name="Rectangle 125"/>
          <p:cNvSpPr>
            <a:spLocks noChangeArrowheads="1"/>
          </p:cNvSpPr>
          <p:nvPr/>
        </p:nvSpPr>
        <p:spPr bwMode="auto">
          <a:xfrm>
            <a:off x="765175" y="698500"/>
            <a:ext cx="2735263"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r>
              <a:rPr kumimoji="0" lang="zh-CN" altLang="en-US" sz="2500" b="1">
                <a:solidFill>
                  <a:schemeClr val="bg2"/>
                </a:solidFill>
              </a:rPr>
              <a:t>导体情况：</a:t>
            </a:r>
          </a:p>
        </p:txBody>
      </p:sp>
      <p:sp>
        <p:nvSpPr>
          <p:cNvPr id="230526" name="Rectangle 126"/>
          <p:cNvSpPr>
            <a:spLocks noChangeArrowheads="1"/>
          </p:cNvSpPr>
          <p:nvPr/>
        </p:nvSpPr>
        <p:spPr bwMode="auto">
          <a:xfrm>
            <a:off x="310051" y="5049801"/>
            <a:ext cx="8688263" cy="4905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gn="just">
              <a:lnSpc>
                <a:spcPct val="125000"/>
              </a:lnSpc>
            </a:pPr>
            <a:r>
              <a:rPr lang="en-US" altLang="zh-CN" sz="2300" b="1">
                <a:solidFill>
                  <a:schemeClr val="hlink"/>
                </a:solidFill>
                <a:latin typeface="Bookman Old Style" pitchFamily="18" charset="0"/>
              </a:rPr>
              <a:t> </a:t>
            </a:r>
            <a:r>
              <a:rPr lang="zh-CN" altLang="en-US" sz="2300" b="1">
                <a:solidFill>
                  <a:schemeClr val="hlink"/>
                </a:solidFill>
                <a:latin typeface="Bookman Old Style" pitchFamily="18" charset="0"/>
              </a:rPr>
              <a:t>端面出现电荷－</a:t>
            </a:r>
            <a:r>
              <a:rPr lang="zh-CN" altLang="en-US" sz="2300" b="1">
                <a:solidFill>
                  <a:srgbClr val="993300"/>
                </a:solidFill>
                <a:latin typeface="Bookman Old Style" pitchFamily="18" charset="0"/>
              </a:rPr>
              <a:t>“</a:t>
            </a:r>
            <a:r>
              <a:rPr kumimoji="0" lang="zh-CN" altLang="en-US" sz="2300" b="1">
                <a:solidFill>
                  <a:srgbClr val="993300"/>
                </a:solidFill>
                <a:latin typeface="黑体" pitchFamily="49" charset="-122"/>
              </a:rPr>
              <a:t>束缚电荷</a:t>
            </a:r>
            <a:r>
              <a:rPr kumimoji="0" lang="zh-CN" altLang="en-US" sz="2300" b="1">
                <a:solidFill>
                  <a:srgbClr val="993300"/>
                </a:solidFill>
              </a:rPr>
              <a:t>”（</a:t>
            </a:r>
            <a:r>
              <a:rPr kumimoji="0" lang="en-US" altLang="zh-CN" sz="2300" b="1">
                <a:solidFill>
                  <a:srgbClr val="993300"/>
                </a:solidFill>
              </a:rPr>
              <a:t>bound charge</a:t>
            </a:r>
            <a:r>
              <a:rPr kumimoji="0" lang="zh-CN" altLang="en-US" sz="2300" b="1">
                <a:solidFill>
                  <a:srgbClr val="993300"/>
                </a:solidFill>
              </a:rPr>
              <a:t>）</a:t>
            </a:r>
            <a:r>
              <a:rPr kumimoji="0" lang="zh-CN" altLang="en-US" sz="2300" b="1">
                <a:solidFill>
                  <a:schemeClr val="hlink"/>
                </a:solidFill>
                <a:latin typeface="黑体" pitchFamily="49" charset="-122"/>
              </a:rPr>
              <a:t>或</a:t>
            </a:r>
            <a:r>
              <a:rPr kumimoji="0" lang="zh-CN" altLang="en-US" sz="2300" b="1">
                <a:solidFill>
                  <a:srgbClr val="993300"/>
                </a:solidFill>
              </a:rPr>
              <a:t>“</a:t>
            </a:r>
            <a:r>
              <a:rPr kumimoji="0" lang="zh-CN" altLang="en-US" sz="2300" b="1">
                <a:solidFill>
                  <a:srgbClr val="993300"/>
                </a:solidFill>
                <a:latin typeface="黑体" pitchFamily="49" charset="-122"/>
              </a:rPr>
              <a:t>极化电荷</a:t>
            </a:r>
            <a:r>
              <a:rPr kumimoji="0" lang="zh-CN" altLang="en-US" sz="2300" b="1">
                <a:solidFill>
                  <a:srgbClr val="993300"/>
                </a:solidFill>
              </a:rPr>
              <a:t>”</a:t>
            </a:r>
            <a:r>
              <a:rPr kumimoji="0" lang="zh-CN" altLang="en-US" sz="2300" b="1">
                <a:solidFill>
                  <a:srgbClr val="993300"/>
                </a:solidFill>
                <a:latin typeface="黑体" pitchFamily="49" charset="-122"/>
              </a:rPr>
              <a:t>。</a:t>
            </a:r>
            <a:endParaRPr kumimoji="0" lang="zh-CN" altLang="en-US" sz="2300" b="1">
              <a:solidFill>
                <a:schemeClr val="hlink"/>
              </a:solidFill>
              <a:latin typeface="黑体" pitchFamily="49" charset="-122"/>
            </a:endParaRPr>
          </a:p>
        </p:txBody>
      </p:sp>
      <p:sp>
        <p:nvSpPr>
          <p:cNvPr id="230527" name="Rectangle 127"/>
          <p:cNvSpPr>
            <a:spLocks noChangeArrowheads="1"/>
          </p:cNvSpPr>
          <p:nvPr/>
        </p:nvSpPr>
        <p:spPr bwMode="auto">
          <a:xfrm>
            <a:off x="5566450" y="689554"/>
            <a:ext cx="2735263" cy="477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r>
              <a:rPr kumimoji="0" lang="zh-CN" altLang="en-US" sz="2500" b="1">
                <a:solidFill>
                  <a:srgbClr val="000099"/>
                </a:solidFill>
              </a:rPr>
              <a:t>电介质情况：</a:t>
            </a:r>
          </a:p>
        </p:txBody>
      </p:sp>
      <p:graphicFrame>
        <p:nvGraphicFramePr>
          <p:cNvPr id="2" name="对象 1"/>
          <p:cNvGraphicFramePr>
            <a:graphicFrameLocks noChangeAspect="1"/>
          </p:cNvGraphicFramePr>
          <p:nvPr>
            <p:extLst>
              <p:ext uri="{D42A27DB-BD31-4B8C-83A1-F6EECF244321}">
                <p14:modId xmlns:p14="http://schemas.microsoft.com/office/powerpoint/2010/main" val="4082177792"/>
              </p:ext>
            </p:extLst>
          </p:nvPr>
        </p:nvGraphicFramePr>
        <p:xfrm>
          <a:off x="5656263" y="3690938"/>
          <a:ext cx="2125662" cy="674687"/>
        </p:xfrm>
        <a:graphic>
          <a:graphicData uri="http://schemas.openxmlformats.org/presentationml/2006/ole">
            <mc:AlternateContent xmlns:mc="http://schemas.openxmlformats.org/markup-compatibility/2006">
              <mc:Choice xmlns:v="urn:schemas-microsoft-com:vml" Requires="v">
                <p:oleObj spid="_x0000_s3456" name="Equation" r:id="rId3" imgW="799920" imgH="253800" progId="Equation.DSMT4">
                  <p:embed/>
                </p:oleObj>
              </mc:Choice>
              <mc:Fallback>
                <p:oleObj name="Equation" r:id="rId3" imgW="799920" imgH="253800" progId="Equation.DSMT4">
                  <p:embed/>
                  <p:pic>
                    <p:nvPicPr>
                      <p:cNvPr id="0" name="对象 1"/>
                      <p:cNvPicPr>
                        <a:picLocks noChangeAspect="1" noChangeArrowheads="1"/>
                      </p:cNvPicPr>
                      <p:nvPr/>
                    </p:nvPicPr>
                    <p:blipFill>
                      <a:blip r:embed="rId4"/>
                      <a:srcRect/>
                      <a:stretch>
                        <a:fillRect/>
                      </a:stretch>
                    </p:blipFill>
                    <p:spPr bwMode="auto">
                      <a:xfrm>
                        <a:off x="5656263" y="3690938"/>
                        <a:ext cx="2125662" cy="674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3" name="图片 2"/>
          <p:cNvPicPr>
            <a:picLocks noChangeAspect="1"/>
          </p:cNvPicPr>
          <p:nvPr/>
        </p:nvPicPr>
        <p:blipFill>
          <a:blip r:embed="rId5"/>
          <a:stretch>
            <a:fillRect/>
          </a:stretch>
        </p:blipFill>
        <p:spPr>
          <a:xfrm>
            <a:off x="4644008" y="1242628"/>
            <a:ext cx="4426080" cy="2633700"/>
          </a:xfrm>
          <a:prstGeom prst="rect">
            <a:avLst/>
          </a:prstGeom>
        </p:spPr>
      </p:pic>
      <p:grpSp>
        <p:nvGrpSpPr>
          <p:cNvPr id="10" name="Group 2">
            <a:extLst>
              <a:ext uri="{FF2B5EF4-FFF2-40B4-BE49-F238E27FC236}">
                <a16:creationId xmlns:a16="http://schemas.microsoft.com/office/drawing/2014/main" id="{4727606A-FA35-4E10-90BC-D9CF6511BD78}"/>
              </a:ext>
            </a:extLst>
          </p:cNvPr>
          <p:cNvGrpSpPr>
            <a:grpSpLocks/>
          </p:cNvGrpSpPr>
          <p:nvPr/>
        </p:nvGrpSpPr>
        <p:grpSpPr bwMode="auto">
          <a:xfrm>
            <a:off x="269685" y="1174750"/>
            <a:ext cx="2152029" cy="3276600"/>
            <a:chOff x="3840" y="864"/>
            <a:chExt cx="1920" cy="2064"/>
          </a:xfrm>
        </p:grpSpPr>
        <p:sp>
          <p:nvSpPr>
            <p:cNvPr id="11" name="Rectangle 3">
              <a:extLst>
                <a:ext uri="{FF2B5EF4-FFF2-40B4-BE49-F238E27FC236}">
                  <a16:creationId xmlns:a16="http://schemas.microsoft.com/office/drawing/2014/main" id="{480F7764-E83C-4B8F-BA46-C4B3F8B7144B}"/>
                </a:ext>
              </a:extLst>
            </p:cNvPr>
            <p:cNvSpPr>
              <a:spLocks noChangeArrowheads="1"/>
            </p:cNvSpPr>
            <p:nvPr/>
          </p:nvSpPr>
          <p:spPr bwMode="auto">
            <a:xfrm>
              <a:off x="3840" y="864"/>
              <a:ext cx="1920" cy="206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2" name="Group 4">
              <a:extLst>
                <a:ext uri="{FF2B5EF4-FFF2-40B4-BE49-F238E27FC236}">
                  <a16:creationId xmlns:a16="http://schemas.microsoft.com/office/drawing/2014/main" id="{277FECAD-5C38-4833-9A81-31EB48274D98}"/>
                </a:ext>
              </a:extLst>
            </p:cNvPr>
            <p:cNvGrpSpPr>
              <a:grpSpLocks/>
            </p:cNvGrpSpPr>
            <p:nvPr/>
          </p:nvGrpSpPr>
          <p:grpSpPr bwMode="auto">
            <a:xfrm>
              <a:off x="5200" y="1042"/>
              <a:ext cx="436" cy="1694"/>
              <a:chOff x="5200" y="1042"/>
              <a:chExt cx="436" cy="1694"/>
            </a:xfrm>
          </p:grpSpPr>
          <p:sp>
            <p:nvSpPr>
              <p:cNvPr id="16" name="Rectangle 5">
                <a:extLst>
                  <a:ext uri="{FF2B5EF4-FFF2-40B4-BE49-F238E27FC236}">
                    <a16:creationId xmlns:a16="http://schemas.microsoft.com/office/drawing/2014/main" id="{A1A98483-8EDA-4108-9611-5A87B9043B43}"/>
                  </a:ext>
                </a:extLst>
              </p:cNvPr>
              <p:cNvSpPr>
                <a:spLocks noChangeArrowheads="1"/>
              </p:cNvSpPr>
              <p:nvPr/>
            </p:nvSpPr>
            <p:spPr bwMode="auto">
              <a:xfrm>
                <a:off x="5280" y="1056"/>
                <a:ext cx="356" cy="1680"/>
              </a:xfrm>
              <a:prstGeom prst="rect">
                <a:avLst/>
              </a:prstGeom>
              <a:solidFill>
                <a:srgbClr val="FF33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Text Box 6">
                <a:extLst>
                  <a:ext uri="{FF2B5EF4-FFF2-40B4-BE49-F238E27FC236}">
                    <a16:creationId xmlns:a16="http://schemas.microsoft.com/office/drawing/2014/main" id="{54C12927-FA28-4178-83CF-7472DBAEBD53}"/>
                  </a:ext>
                </a:extLst>
              </p:cNvPr>
              <p:cNvSpPr txBox="1">
                <a:spLocks noChangeArrowheads="1"/>
              </p:cNvSpPr>
              <p:nvPr/>
            </p:nvSpPr>
            <p:spPr bwMode="auto">
              <a:xfrm>
                <a:off x="5200" y="1042"/>
                <a:ext cx="288" cy="1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50000"/>
                  </a:spcBef>
                </a:pPr>
                <a:r>
                  <a:rPr lang="zh-CN" altLang="en-US" sz="2800" b="1">
                    <a:solidFill>
                      <a:srgbClr val="000000"/>
                    </a:solidFill>
                    <a:ea typeface="宋体" pitchFamily="2" charset="-122"/>
                  </a:rPr>
                  <a:t>－－－－－－</a:t>
                </a:r>
              </a:p>
            </p:txBody>
          </p:sp>
        </p:grpSp>
        <p:grpSp>
          <p:nvGrpSpPr>
            <p:cNvPr id="13" name="Group 7">
              <a:extLst>
                <a:ext uri="{FF2B5EF4-FFF2-40B4-BE49-F238E27FC236}">
                  <a16:creationId xmlns:a16="http://schemas.microsoft.com/office/drawing/2014/main" id="{F793793E-56EA-44AB-B8EB-3A8173AEC044}"/>
                </a:ext>
              </a:extLst>
            </p:cNvPr>
            <p:cNvGrpSpPr>
              <a:grpSpLocks/>
            </p:cNvGrpSpPr>
            <p:nvPr/>
          </p:nvGrpSpPr>
          <p:grpSpPr bwMode="auto">
            <a:xfrm>
              <a:off x="3990" y="1056"/>
              <a:ext cx="378" cy="1680"/>
              <a:chOff x="3990" y="1056"/>
              <a:chExt cx="378" cy="1680"/>
            </a:xfrm>
          </p:grpSpPr>
          <p:sp>
            <p:nvSpPr>
              <p:cNvPr id="14" name="Rectangle 8">
                <a:extLst>
                  <a:ext uri="{FF2B5EF4-FFF2-40B4-BE49-F238E27FC236}">
                    <a16:creationId xmlns:a16="http://schemas.microsoft.com/office/drawing/2014/main" id="{72562A07-6A64-46B0-A68F-636009EAA653}"/>
                  </a:ext>
                </a:extLst>
              </p:cNvPr>
              <p:cNvSpPr>
                <a:spLocks noChangeArrowheads="1"/>
              </p:cNvSpPr>
              <p:nvPr/>
            </p:nvSpPr>
            <p:spPr bwMode="auto">
              <a:xfrm>
                <a:off x="3993" y="1056"/>
                <a:ext cx="375" cy="1680"/>
              </a:xfrm>
              <a:prstGeom prst="rect">
                <a:avLst/>
              </a:prstGeom>
              <a:solidFill>
                <a:srgbClr val="FF33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Text Box 9">
                <a:extLst>
                  <a:ext uri="{FF2B5EF4-FFF2-40B4-BE49-F238E27FC236}">
                    <a16:creationId xmlns:a16="http://schemas.microsoft.com/office/drawing/2014/main" id="{A5C8D927-4FC2-473E-AC4C-F6E87E56895F}"/>
                  </a:ext>
                </a:extLst>
              </p:cNvPr>
              <p:cNvSpPr txBox="1">
                <a:spLocks noChangeArrowheads="1"/>
              </p:cNvSpPr>
              <p:nvPr/>
            </p:nvSpPr>
            <p:spPr bwMode="auto">
              <a:xfrm>
                <a:off x="3990" y="1056"/>
                <a:ext cx="346" cy="1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50000"/>
                  </a:spcBef>
                </a:pPr>
                <a:r>
                  <a:rPr lang="en-US" altLang="zh-CN" sz="2800" b="1">
                    <a:solidFill>
                      <a:srgbClr val="000000"/>
                    </a:solidFill>
                    <a:ea typeface="宋体" pitchFamily="2" charset="-122"/>
                  </a:rPr>
                  <a:t>++++++</a:t>
                </a:r>
              </a:p>
            </p:txBody>
          </p:sp>
        </p:grpSp>
      </p:grpSp>
      <p:sp>
        <p:nvSpPr>
          <p:cNvPr id="18" name="Rectangle 13">
            <a:extLst>
              <a:ext uri="{FF2B5EF4-FFF2-40B4-BE49-F238E27FC236}">
                <a16:creationId xmlns:a16="http://schemas.microsoft.com/office/drawing/2014/main" id="{9E921367-3958-4AB8-BA5F-B38251028AA5}"/>
              </a:ext>
            </a:extLst>
          </p:cNvPr>
          <p:cNvSpPr>
            <a:spLocks noChangeArrowheads="1"/>
          </p:cNvSpPr>
          <p:nvPr/>
        </p:nvSpPr>
        <p:spPr bwMode="auto">
          <a:xfrm>
            <a:off x="1105124" y="1551599"/>
            <a:ext cx="594567" cy="2667000"/>
          </a:xfrm>
          <a:prstGeom prst="rect">
            <a:avLst/>
          </a:prstGeom>
          <a:solidFill>
            <a:srgbClr val="FF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Text Box 16">
            <a:extLst>
              <a:ext uri="{FF2B5EF4-FFF2-40B4-BE49-F238E27FC236}">
                <a16:creationId xmlns:a16="http://schemas.microsoft.com/office/drawing/2014/main" id="{073DC8F5-42D3-4F3B-A306-BFE3BB6D5881}"/>
              </a:ext>
            </a:extLst>
          </p:cNvPr>
          <p:cNvSpPr txBox="1">
            <a:spLocks noChangeArrowheads="1"/>
          </p:cNvSpPr>
          <p:nvPr/>
        </p:nvSpPr>
        <p:spPr bwMode="auto">
          <a:xfrm>
            <a:off x="1434249" y="1518261"/>
            <a:ext cx="269004" cy="2862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50000"/>
              </a:spcBef>
            </a:pPr>
            <a:r>
              <a:rPr lang="en-US" altLang="zh-CN" sz="3000" b="1">
                <a:solidFill>
                  <a:srgbClr val="FF0066"/>
                </a:solidFill>
                <a:ea typeface="宋体" pitchFamily="2" charset="-122"/>
              </a:rPr>
              <a:t>+</a:t>
            </a:r>
          </a:p>
          <a:p>
            <a:pPr eaLnBrk="1" hangingPunct="1">
              <a:spcBef>
                <a:spcPct val="50000"/>
              </a:spcBef>
            </a:pPr>
            <a:r>
              <a:rPr lang="en-US" altLang="zh-CN" sz="3000" b="1">
                <a:solidFill>
                  <a:srgbClr val="FF0066"/>
                </a:solidFill>
                <a:ea typeface="宋体" pitchFamily="2" charset="-122"/>
              </a:rPr>
              <a:t>   +</a:t>
            </a:r>
          </a:p>
          <a:p>
            <a:pPr eaLnBrk="1" hangingPunct="1">
              <a:spcBef>
                <a:spcPct val="50000"/>
              </a:spcBef>
            </a:pPr>
            <a:r>
              <a:rPr lang="en-US" altLang="zh-CN" sz="3000" b="1">
                <a:solidFill>
                  <a:srgbClr val="FF0066"/>
                </a:solidFill>
                <a:ea typeface="宋体" pitchFamily="2" charset="-122"/>
              </a:rPr>
              <a:t> +</a:t>
            </a:r>
          </a:p>
        </p:txBody>
      </p:sp>
      <p:grpSp>
        <p:nvGrpSpPr>
          <p:cNvPr id="22" name="Group 27">
            <a:extLst>
              <a:ext uri="{FF2B5EF4-FFF2-40B4-BE49-F238E27FC236}">
                <a16:creationId xmlns:a16="http://schemas.microsoft.com/office/drawing/2014/main" id="{CF96058E-B382-4F10-8A25-1AEF64ED170A}"/>
              </a:ext>
            </a:extLst>
          </p:cNvPr>
          <p:cNvGrpSpPr>
            <a:grpSpLocks/>
          </p:cNvGrpSpPr>
          <p:nvPr/>
        </p:nvGrpSpPr>
        <p:grpSpPr bwMode="auto">
          <a:xfrm>
            <a:off x="1123627" y="1946275"/>
            <a:ext cx="538007" cy="2667000"/>
            <a:chOff x="4464" y="1392"/>
            <a:chExt cx="624" cy="1680"/>
          </a:xfrm>
        </p:grpSpPr>
        <p:grpSp>
          <p:nvGrpSpPr>
            <p:cNvPr id="23" name="Group 28">
              <a:extLst>
                <a:ext uri="{FF2B5EF4-FFF2-40B4-BE49-F238E27FC236}">
                  <a16:creationId xmlns:a16="http://schemas.microsoft.com/office/drawing/2014/main" id="{C0EF9CF7-3780-4ADA-B668-66F0054BDDE4}"/>
                </a:ext>
              </a:extLst>
            </p:cNvPr>
            <p:cNvGrpSpPr>
              <a:grpSpLocks/>
            </p:cNvGrpSpPr>
            <p:nvPr/>
          </p:nvGrpSpPr>
          <p:grpSpPr bwMode="auto">
            <a:xfrm>
              <a:off x="4464" y="1392"/>
              <a:ext cx="624" cy="1104"/>
              <a:chOff x="4464" y="1392"/>
              <a:chExt cx="624" cy="1104"/>
            </a:xfrm>
          </p:grpSpPr>
          <p:sp>
            <p:nvSpPr>
              <p:cNvPr id="25" name="Line 29">
                <a:extLst>
                  <a:ext uri="{FF2B5EF4-FFF2-40B4-BE49-F238E27FC236}">
                    <a16:creationId xmlns:a16="http://schemas.microsoft.com/office/drawing/2014/main" id="{12A1ADC5-0E37-44AE-998C-875238601261}"/>
                  </a:ext>
                </a:extLst>
              </p:cNvPr>
              <p:cNvSpPr>
                <a:spLocks noChangeShapeType="1"/>
              </p:cNvSpPr>
              <p:nvPr/>
            </p:nvSpPr>
            <p:spPr bwMode="auto">
              <a:xfrm flipH="1">
                <a:off x="4512" y="1392"/>
                <a:ext cx="576" cy="0"/>
              </a:xfrm>
              <a:prstGeom prst="line">
                <a:avLst/>
              </a:prstGeom>
              <a:noFill/>
              <a:ln w="28575">
                <a:solidFill>
                  <a:srgbClr val="00FFFF"/>
                </a:solidFill>
                <a:prstDash val="sysDot"/>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6" name="Line 30">
                <a:extLst>
                  <a:ext uri="{FF2B5EF4-FFF2-40B4-BE49-F238E27FC236}">
                    <a16:creationId xmlns:a16="http://schemas.microsoft.com/office/drawing/2014/main" id="{3FBD300A-59E7-4344-88E8-687C49F141B2}"/>
                  </a:ext>
                </a:extLst>
              </p:cNvPr>
              <p:cNvSpPr>
                <a:spLocks noChangeShapeType="1"/>
              </p:cNvSpPr>
              <p:nvPr/>
            </p:nvSpPr>
            <p:spPr bwMode="auto">
              <a:xfrm flipH="1">
                <a:off x="4464" y="1920"/>
                <a:ext cx="624" cy="0"/>
              </a:xfrm>
              <a:prstGeom prst="line">
                <a:avLst/>
              </a:prstGeom>
              <a:noFill/>
              <a:ln w="28575">
                <a:solidFill>
                  <a:srgbClr val="00FFFF"/>
                </a:solidFill>
                <a:prstDash val="sysDot"/>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7" name="Line 31">
                <a:extLst>
                  <a:ext uri="{FF2B5EF4-FFF2-40B4-BE49-F238E27FC236}">
                    <a16:creationId xmlns:a16="http://schemas.microsoft.com/office/drawing/2014/main" id="{B388D711-532A-4F60-BD25-92ED15CFAD98}"/>
                  </a:ext>
                </a:extLst>
              </p:cNvPr>
              <p:cNvSpPr>
                <a:spLocks noChangeShapeType="1"/>
              </p:cNvSpPr>
              <p:nvPr/>
            </p:nvSpPr>
            <p:spPr bwMode="auto">
              <a:xfrm flipH="1">
                <a:off x="4512" y="2496"/>
                <a:ext cx="576" cy="0"/>
              </a:xfrm>
              <a:prstGeom prst="line">
                <a:avLst/>
              </a:prstGeom>
              <a:noFill/>
              <a:ln w="28575">
                <a:solidFill>
                  <a:srgbClr val="00FFFF"/>
                </a:solidFill>
                <a:prstDash val="sysDot"/>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aphicFrame>
          <p:nvGraphicFramePr>
            <p:cNvPr id="24" name="Object 32">
              <a:extLst>
                <a:ext uri="{FF2B5EF4-FFF2-40B4-BE49-F238E27FC236}">
                  <a16:creationId xmlns:a16="http://schemas.microsoft.com/office/drawing/2014/main" id="{15EDD76F-34AE-4F4E-9910-B21CC44F7F3F}"/>
                </a:ext>
              </a:extLst>
            </p:cNvPr>
            <p:cNvGraphicFramePr>
              <a:graphicFrameLocks noChangeAspect="1"/>
            </p:cNvGraphicFramePr>
            <p:nvPr>
              <p:extLst>
                <p:ext uri="{D42A27DB-BD31-4B8C-83A1-F6EECF244321}">
                  <p14:modId xmlns:p14="http://schemas.microsoft.com/office/powerpoint/2010/main" val="1773302613"/>
                </p:ext>
              </p:extLst>
            </p:nvPr>
          </p:nvGraphicFramePr>
          <p:xfrm>
            <a:off x="4632" y="2784"/>
            <a:ext cx="336" cy="288"/>
          </p:xfrm>
          <a:graphic>
            <a:graphicData uri="http://schemas.openxmlformats.org/presentationml/2006/ole">
              <mc:AlternateContent xmlns:mc="http://schemas.openxmlformats.org/markup-compatibility/2006">
                <mc:Choice xmlns:v="urn:schemas-microsoft-com:vml" Requires="v">
                  <p:oleObj spid="_x0000_s3457" name="公式" r:id="rId6" imgW="190417" imgH="190417" progId="Equation.3">
                    <p:embed/>
                  </p:oleObj>
                </mc:Choice>
                <mc:Fallback>
                  <p:oleObj name="公式" r:id="rId6" imgW="190417" imgH="190417" progId="Equation.3">
                    <p:embed/>
                    <p:pic>
                      <p:nvPicPr>
                        <p:cNvPr id="7188" name="Object 3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32" y="2784"/>
                          <a:ext cx="336" cy="288"/>
                        </a:xfrm>
                        <a:prstGeom prst="rect">
                          <a:avLst/>
                        </a:prstGeom>
                        <a:solidFill>
                          <a:srgbClr val="33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28" name="Group 36">
            <a:extLst>
              <a:ext uri="{FF2B5EF4-FFF2-40B4-BE49-F238E27FC236}">
                <a16:creationId xmlns:a16="http://schemas.microsoft.com/office/drawing/2014/main" id="{5817CA66-B688-4E39-BEDA-B11E51339EA9}"/>
              </a:ext>
            </a:extLst>
          </p:cNvPr>
          <p:cNvGrpSpPr>
            <a:grpSpLocks/>
          </p:cNvGrpSpPr>
          <p:nvPr/>
        </p:nvGrpSpPr>
        <p:grpSpPr bwMode="auto">
          <a:xfrm>
            <a:off x="900722" y="1095238"/>
            <a:ext cx="982984" cy="2906712"/>
            <a:chOff x="4512" y="783"/>
            <a:chExt cx="625" cy="1831"/>
          </a:xfrm>
        </p:grpSpPr>
        <p:sp>
          <p:nvSpPr>
            <p:cNvPr id="29" name="Line 18">
              <a:extLst>
                <a:ext uri="{FF2B5EF4-FFF2-40B4-BE49-F238E27FC236}">
                  <a16:creationId xmlns:a16="http://schemas.microsoft.com/office/drawing/2014/main" id="{9D448E0E-F440-4A09-9984-1EEFDF8D52C8}"/>
                </a:ext>
              </a:extLst>
            </p:cNvPr>
            <p:cNvSpPr>
              <a:spLocks noChangeShapeType="1"/>
            </p:cNvSpPr>
            <p:nvPr/>
          </p:nvSpPr>
          <p:spPr bwMode="auto">
            <a:xfrm>
              <a:off x="4512" y="1488"/>
              <a:ext cx="624" cy="0"/>
            </a:xfrm>
            <a:prstGeom prst="line">
              <a:avLst/>
            </a:prstGeom>
            <a:noFill/>
            <a:ln w="38100" cap="sq">
              <a:solidFill>
                <a:schemeClr val="tx1"/>
              </a:solidFill>
              <a:miter lim="800000"/>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30" name="Group 35">
              <a:extLst>
                <a:ext uri="{FF2B5EF4-FFF2-40B4-BE49-F238E27FC236}">
                  <a16:creationId xmlns:a16="http://schemas.microsoft.com/office/drawing/2014/main" id="{C58728CE-8C32-4CBD-939C-E53D95147480}"/>
                </a:ext>
              </a:extLst>
            </p:cNvPr>
            <p:cNvGrpSpPr>
              <a:grpSpLocks/>
            </p:cNvGrpSpPr>
            <p:nvPr/>
          </p:nvGrpSpPr>
          <p:grpSpPr bwMode="auto">
            <a:xfrm>
              <a:off x="4513" y="783"/>
              <a:ext cx="624" cy="1831"/>
              <a:chOff x="4558" y="436"/>
              <a:chExt cx="624" cy="1831"/>
            </a:xfrm>
          </p:grpSpPr>
          <p:grpSp>
            <p:nvGrpSpPr>
              <p:cNvPr id="31" name="Group 20">
                <a:extLst>
                  <a:ext uri="{FF2B5EF4-FFF2-40B4-BE49-F238E27FC236}">
                    <a16:creationId xmlns:a16="http://schemas.microsoft.com/office/drawing/2014/main" id="{3A867707-5EBE-4955-97AC-3B77B835C58E}"/>
                  </a:ext>
                </a:extLst>
              </p:cNvPr>
              <p:cNvGrpSpPr>
                <a:grpSpLocks/>
              </p:cNvGrpSpPr>
              <p:nvPr/>
            </p:nvGrpSpPr>
            <p:grpSpPr bwMode="auto">
              <a:xfrm>
                <a:off x="4558" y="875"/>
                <a:ext cx="624" cy="1392"/>
                <a:chOff x="4512" y="1248"/>
                <a:chExt cx="624" cy="1392"/>
              </a:xfrm>
            </p:grpSpPr>
            <p:sp>
              <p:nvSpPr>
                <p:cNvPr id="33" name="Line 21">
                  <a:extLst>
                    <a:ext uri="{FF2B5EF4-FFF2-40B4-BE49-F238E27FC236}">
                      <a16:creationId xmlns:a16="http://schemas.microsoft.com/office/drawing/2014/main" id="{BA0F76D8-6252-44EC-9F04-39EB53909EE5}"/>
                    </a:ext>
                  </a:extLst>
                </p:cNvPr>
                <p:cNvSpPr>
                  <a:spLocks noChangeShapeType="1"/>
                </p:cNvSpPr>
                <p:nvPr/>
              </p:nvSpPr>
              <p:spPr bwMode="auto">
                <a:xfrm>
                  <a:off x="4512" y="1248"/>
                  <a:ext cx="624" cy="0"/>
                </a:xfrm>
                <a:prstGeom prst="line">
                  <a:avLst/>
                </a:prstGeom>
                <a:noFill/>
                <a:ln w="38100" cap="sq">
                  <a:solidFill>
                    <a:schemeClr val="tx1"/>
                  </a:solidFill>
                  <a:miter lim="800000"/>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4" name="Line 22">
                  <a:extLst>
                    <a:ext uri="{FF2B5EF4-FFF2-40B4-BE49-F238E27FC236}">
                      <a16:creationId xmlns:a16="http://schemas.microsoft.com/office/drawing/2014/main" id="{B29DBF7A-1A47-4F5C-B4A9-562E4CCF9B58}"/>
                    </a:ext>
                  </a:extLst>
                </p:cNvPr>
                <p:cNvSpPr>
                  <a:spLocks noChangeShapeType="1"/>
                </p:cNvSpPr>
                <p:nvPr/>
              </p:nvSpPr>
              <p:spPr bwMode="auto">
                <a:xfrm>
                  <a:off x="4512" y="1776"/>
                  <a:ext cx="624" cy="0"/>
                </a:xfrm>
                <a:prstGeom prst="line">
                  <a:avLst/>
                </a:prstGeom>
                <a:noFill/>
                <a:ln w="38100" cap="sq">
                  <a:solidFill>
                    <a:schemeClr val="tx1"/>
                  </a:solidFill>
                  <a:miter lim="800000"/>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 name="Line 23">
                  <a:extLst>
                    <a:ext uri="{FF2B5EF4-FFF2-40B4-BE49-F238E27FC236}">
                      <a16:creationId xmlns:a16="http://schemas.microsoft.com/office/drawing/2014/main" id="{448E4455-8E84-4172-92F6-12985274E47A}"/>
                    </a:ext>
                  </a:extLst>
                </p:cNvPr>
                <p:cNvSpPr>
                  <a:spLocks noChangeShapeType="1"/>
                </p:cNvSpPr>
                <p:nvPr/>
              </p:nvSpPr>
              <p:spPr bwMode="auto">
                <a:xfrm>
                  <a:off x="4512" y="2064"/>
                  <a:ext cx="576" cy="0"/>
                </a:xfrm>
                <a:prstGeom prst="line">
                  <a:avLst/>
                </a:prstGeom>
                <a:noFill/>
                <a:ln w="38100" cap="sq">
                  <a:solidFill>
                    <a:schemeClr val="tx1"/>
                  </a:solidFill>
                  <a:miter lim="800000"/>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 name="Line 24">
                  <a:extLst>
                    <a:ext uri="{FF2B5EF4-FFF2-40B4-BE49-F238E27FC236}">
                      <a16:creationId xmlns:a16="http://schemas.microsoft.com/office/drawing/2014/main" id="{06AA2C26-7334-48BB-B420-C6F53A390A21}"/>
                    </a:ext>
                  </a:extLst>
                </p:cNvPr>
                <p:cNvSpPr>
                  <a:spLocks noChangeShapeType="1"/>
                </p:cNvSpPr>
                <p:nvPr/>
              </p:nvSpPr>
              <p:spPr bwMode="auto">
                <a:xfrm>
                  <a:off x="4512" y="2352"/>
                  <a:ext cx="576" cy="0"/>
                </a:xfrm>
                <a:prstGeom prst="line">
                  <a:avLst/>
                </a:prstGeom>
                <a:noFill/>
                <a:ln w="38100" cap="sq">
                  <a:solidFill>
                    <a:schemeClr val="tx1"/>
                  </a:solidFill>
                  <a:miter lim="800000"/>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7" name="Line 25">
                  <a:extLst>
                    <a:ext uri="{FF2B5EF4-FFF2-40B4-BE49-F238E27FC236}">
                      <a16:creationId xmlns:a16="http://schemas.microsoft.com/office/drawing/2014/main" id="{7D8F8492-58B8-4FF6-A5FC-D261CF02C6DC}"/>
                    </a:ext>
                  </a:extLst>
                </p:cNvPr>
                <p:cNvSpPr>
                  <a:spLocks noChangeShapeType="1"/>
                </p:cNvSpPr>
                <p:nvPr/>
              </p:nvSpPr>
              <p:spPr bwMode="auto">
                <a:xfrm>
                  <a:off x="4512" y="2640"/>
                  <a:ext cx="576" cy="0"/>
                </a:xfrm>
                <a:prstGeom prst="line">
                  <a:avLst/>
                </a:prstGeom>
                <a:noFill/>
                <a:ln w="38100" cap="sq">
                  <a:solidFill>
                    <a:schemeClr val="tx1"/>
                  </a:solidFill>
                  <a:miter lim="800000"/>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aphicFrame>
            <p:nvGraphicFramePr>
              <p:cNvPr id="32" name="Object 33">
                <a:extLst>
                  <a:ext uri="{FF2B5EF4-FFF2-40B4-BE49-F238E27FC236}">
                    <a16:creationId xmlns:a16="http://schemas.microsoft.com/office/drawing/2014/main" id="{687267DA-FD79-448F-A643-8E70BF965C8B}"/>
                  </a:ext>
                </a:extLst>
              </p:cNvPr>
              <p:cNvGraphicFramePr>
                <a:graphicFrameLocks noChangeAspect="1"/>
              </p:cNvGraphicFramePr>
              <p:nvPr/>
            </p:nvGraphicFramePr>
            <p:xfrm>
              <a:off x="4830" y="436"/>
              <a:ext cx="254" cy="318"/>
            </p:xfrm>
            <a:graphic>
              <a:graphicData uri="http://schemas.openxmlformats.org/presentationml/2006/ole">
                <mc:AlternateContent xmlns:mc="http://schemas.openxmlformats.org/markup-compatibility/2006">
                  <mc:Choice xmlns:v="urn:schemas-microsoft-com:vml" Requires="v">
                    <p:oleObj spid="_x0000_s3458" name="Equation" r:id="rId8" imgW="203024" imgH="253780" progId="Equation.DSMT4">
                      <p:embed/>
                    </p:oleObj>
                  </mc:Choice>
                  <mc:Fallback>
                    <p:oleObj name="Equation" r:id="rId8" imgW="203024" imgH="253780" progId="Equation.DSMT4">
                      <p:embed/>
                      <p:pic>
                        <p:nvPicPr>
                          <p:cNvPr id="7181" name="Object 3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30" y="436"/>
                            <a:ext cx="254" cy="31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sp>
        <p:nvSpPr>
          <p:cNvPr id="38" name="Text Box 16">
            <a:extLst>
              <a:ext uri="{FF2B5EF4-FFF2-40B4-BE49-F238E27FC236}">
                <a16:creationId xmlns:a16="http://schemas.microsoft.com/office/drawing/2014/main" id="{ED370C31-0F0F-4BFB-A798-B0C4B3949CA1}"/>
              </a:ext>
            </a:extLst>
          </p:cNvPr>
          <p:cNvSpPr txBox="1">
            <a:spLocks noChangeArrowheads="1"/>
          </p:cNvSpPr>
          <p:nvPr/>
        </p:nvSpPr>
        <p:spPr bwMode="auto">
          <a:xfrm>
            <a:off x="1047532" y="1464304"/>
            <a:ext cx="269004"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50000"/>
              </a:spcBef>
            </a:pPr>
            <a:r>
              <a:rPr lang="en-US" altLang="zh-CN" sz="3000" b="1">
                <a:solidFill>
                  <a:schemeClr val="bg1"/>
                </a:solidFill>
                <a:ea typeface="宋体" pitchFamily="2" charset="-122"/>
              </a:rPr>
              <a:t>-</a:t>
            </a:r>
          </a:p>
          <a:p>
            <a:pPr eaLnBrk="1" hangingPunct="1">
              <a:spcBef>
                <a:spcPct val="50000"/>
              </a:spcBef>
            </a:pPr>
            <a:r>
              <a:rPr lang="en-US" altLang="zh-CN" sz="3000" b="1">
                <a:solidFill>
                  <a:schemeClr val="bg1"/>
                </a:solidFill>
                <a:ea typeface="宋体" pitchFamily="2" charset="-122"/>
              </a:rPr>
              <a:t> -</a:t>
            </a:r>
          </a:p>
          <a:p>
            <a:pPr eaLnBrk="1" hangingPunct="1">
              <a:spcBef>
                <a:spcPct val="50000"/>
              </a:spcBef>
            </a:pPr>
            <a:r>
              <a:rPr lang="en-US" altLang="zh-CN" sz="3000" b="1">
                <a:solidFill>
                  <a:schemeClr val="bg1"/>
                </a:solidFill>
                <a:ea typeface="宋体" pitchFamily="2" charset="-122"/>
              </a:rPr>
              <a:t> -</a:t>
            </a:r>
          </a:p>
        </p:txBody>
      </p:sp>
      <p:grpSp>
        <p:nvGrpSpPr>
          <p:cNvPr id="39" name="Group 2">
            <a:extLst>
              <a:ext uri="{FF2B5EF4-FFF2-40B4-BE49-F238E27FC236}">
                <a16:creationId xmlns:a16="http://schemas.microsoft.com/office/drawing/2014/main" id="{EEE06972-6EC6-4DB3-A8E1-6933ED0CD2B6}"/>
              </a:ext>
            </a:extLst>
          </p:cNvPr>
          <p:cNvGrpSpPr>
            <a:grpSpLocks/>
          </p:cNvGrpSpPr>
          <p:nvPr/>
        </p:nvGrpSpPr>
        <p:grpSpPr bwMode="auto">
          <a:xfrm>
            <a:off x="2571998" y="1026037"/>
            <a:ext cx="2152029" cy="3276600"/>
            <a:chOff x="3840" y="864"/>
            <a:chExt cx="1920" cy="2064"/>
          </a:xfrm>
        </p:grpSpPr>
        <p:sp>
          <p:nvSpPr>
            <p:cNvPr id="40" name="Rectangle 3">
              <a:extLst>
                <a:ext uri="{FF2B5EF4-FFF2-40B4-BE49-F238E27FC236}">
                  <a16:creationId xmlns:a16="http://schemas.microsoft.com/office/drawing/2014/main" id="{CCC36C24-5952-400A-98A4-AF439A5F797E}"/>
                </a:ext>
              </a:extLst>
            </p:cNvPr>
            <p:cNvSpPr>
              <a:spLocks noChangeArrowheads="1"/>
            </p:cNvSpPr>
            <p:nvPr/>
          </p:nvSpPr>
          <p:spPr bwMode="auto">
            <a:xfrm>
              <a:off x="3840" y="864"/>
              <a:ext cx="1920" cy="206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1" name="Group 4">
              <a:extLst>
                <a:ext uri="{FF2B5EF4-FFF2-40B4-BE49-F238E27FC236}">
                  <a16:creationId xmlns:a16="http://schemas.microsoft.com/office/drawing/2014/main" id="{CF5658EE-778E-4745-98D9-D557B8E65251}"/>
                </a:ext>
              </a:extLst>
            </p:cNvPr>
            <p:cNvGrpSpPr>
              <a:grpSpLocks/>
            </p:cNvGrpSpPr>
            <p:nvPr/>
          </p:nvGrpSpPr>
          <p:grpSpPr bwMode="auto">
            <a:xfrm>
              <a:off x="5200" y="1042"/>
              <a:ext cx="436" cy="1694"/>
              <a:chOff x="5200" y="1042"/>
              <a:chExt cx="436" cy="1694"/>
            </a:xfrm>
          </p:grpSpPr>
          <p:sp>
            <p:nvSpPr>
              <p:cNvPr id="45" name="Rectangle 5">
                <a:extLst>
                  <a:ext uri="{FF2B5EF4-FFF2-40B4-BE49-F238E27FC236}">
                    <a16:creationId xmlns:a16="http://schemas.microsoft.com/office/drawing/2014/main" id="{0452BB03-B04A-4A1F-A29B-DEA83857D8A9}"/>
                  </a:ext>
                </a:extLst>
              </p:cNvPr>
              <p:cNvSpPr>
                <a:spLocks noChangeArrowheads="1"/>
              </p:cNvSpPr>
              <p:nvPr/>
            </p:nvSpPr>
            <p:spPr bwMode="auto">
              <a:xfrm>
                <a:off x="5280" y="1056"/>
                <a:ext cx="356" cy="1680"/>
              </a:xfrm>
              <a:prstGeom prst="rect">
                <a:avLst/>
              </a:prstGeom>
              <a:solidFill>
                <a:srgbClr val="FF33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Text Box 6">
                <a:extLst>
                  <a:ext uri="{FF2B5EF4-FFF2-40B4-BE49-F238E27FC236}">
                    <a16:creationId xmlns:a16="http://schemas.microsoft.com/office/drawing/2014/main" id="{33052DDF-3359-4FBB-A075-3282CF91CFD5}"/>
                  </a:ext>
                </a:extLst>
              </p:cNvPr>
              <p:cNvSpPr txBox="1">
                <a:spLocks noChangeArrowheads="1"/>
              </p:cNvSpPr>
              <p:nvPr/>
            </p:nvSpPr>
            <p:spPr bwMode="auto">
              <a:xfrm>
                <a:off x="5200" y="1042"/>
                <a:ext cx="288" cy="1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50000"/>
                  </a:spcBef>
                </a:pPr>
                <a:r>
                  <a:rPr lang="zh-CN" altLang="en-US" sz="2800" b="1">
                    <a:solidFill>
                      <a:srgbClr val="000000"/>
                    </a:solidFill>
                    <a:ea typeface="宋体" pitchFamily="2" charset="-122"/>
                  </a:rPr>
                  <a:t>－－－－－－</a:t>
                </a:r>
              </a:p>
            </p:txBody>
          </p:sp>
        </p:grpSp>
        <p:grpSp>
          <p:nvGrpSpPr>
            <p:cNvPr id="42" name="Group 7">
              <a:extLst>
                <a:ext uri="{FF2B5EF4-FFF2-40B4-BE49-F238E27FC236}">
                  <a16:creationId xmlns:a16="http://schemas.microsoft.com/office/drawing/2014/main" id="{A1588513-6EF1-44AB-972A-9DD305EA5E36}"/>
                </a:ext>
              </a:extLst>
            </p:cNvPr>
            <p:cNvGrpSpPr>
              <a:grpSpLocks/>
            </p:cNvGrpSpPr>
            <p:nvPr/>
          </p:nvGrpSpPr>
          <p:grpSpPr bwMode="auto">
            <a:xfrm>
              <a:off x="3990" y="1056"/>
              <a:ext cx="378" cy="1680"/>
              <a:chOff x="3990" y="1056"/>
              <a:chExt cx="378" cy="1680"/>
            </a:xfrm>
          </p:grpSpPr>
          <p:sp>
            <p:nvSpPr>
              <p:cNvPr id="43" name="Rectangle 8">
                <a:extLst>
                  <a:ext uri="{FF2B5EF4-FFF2-40B4-BE49-F238E27FC236}">
                    <a16:creationId xmlns:a16="http://schemas.microsoft.com/office/drawing/2014/main" id="{351074E1-87DE-4767-B3CC-A48FCF6184DF}"/>
                  </a:ext>
                </a:extLst>
              </p:cNvPr>
              <p:cNvSpPr>
                <a:spLocks noChangeArrowheads="1"/>
              </p:cNvSpPr>
              <p:nvPr/>
            </p:nvSpPr>
            <p:spPr bwMode="auto">
              <a:xfrm>
                <a:off x="3993" y="1056"/>
                <a:ext cx="375" cy="1680"/>
              </a:xfrm>
              <a:prstGeom prst="rect">
                <a:avLst/>
              </a:prstGeom>
              <a:solidFill>
                <a:srgbClr val="FF33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 name="Text Box 9">
                <a:extLst>
                  <a:ext uri="{FF2B5EF4-FFF2-40B4-BE49-F238E27FC236}">
                    <a16:creationId xmlns:a16="http://schemas.microsoft.com/office/drawing/2014/main" id="{225CE58A-4EF5-4A66-9D9D-3EE15D8592F6}"/>
                  </a:ext>
                </a:extLst>
              </p:cNvPr>
              <p:cNvSpPr txBox="1">
                <a:spLocks noChangeArrowheads="1"/>
              </p:cNvSpPr>
              <p:nvPr/>
            </p:nvSpPr>
            <p:spPr bwMode="auto">
              <a:xfrm>
                <a:off x="3990" y="1056"/>
                <a:ext cx="346" cy="1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50000"/>
                  </a:spcBef>
                </a:pPr>
                <a:r>
                  <a:rPr lang="en-US" altLang="zh-CN" sz="2800" b="1">
                    <a:solidFill>
                      <a:srgbClr val="000000"/>
                    </a:solidFill>
                    <a:ea typeface="宋体" pitchFamily="2" charset="-122"/>
                  </a:rPr>
                  <a:t>++++++</a:t>
                </a:r>
              </a:p>
            </p:txBody>
          </p:sp>
        </p:grpSp>
      </p:grpSp>
      <p:sp>
        <p:nvSpPr>
          <p:cNvPr id="47" name="Rectangle 13">
            <a:extLst>
              <a:ext uri="{FF2B5EF4-FFF2-40B4-BE49-F238E27FC236}">
                <a16:creationId xmlns:a16="http://schemas.microsoft.com/office/drawing/2014/main" id="{84A0489D-7D7E-4075-AC94-134F1981039C}"/>
              </a:ext>
            </a:extLst>
          </p:cNvPr>
          <p:cNvSpPr>
            <a:spLocks noChangeArrowheads="1"/>
          </p:cNvSpPr>
          <p:nvPr/>
        </p:nvSpPr>
        <p:spPr bwMode="auto">
          <a:xfrm>
            <a:off x="3414839" y="1402886"/>
            <a:ext cx="594567" cy="2667000"/>
          </a:xfrm>
          <a:prstGeom prst="rect">
            <a:avLst/>
          </a:prstGeom>
          <a:solidFill>
            <a:srgbClr val="FF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 name="Text Box 16">
            <a:extLst>
              <a:ext uri="{FF2B5EF4-FFF2-40B4-BE49-F238E27FC236}">
                <a16:creationId xmlns:a16="http://schemas.microsoft.com/office/drawing/2014/main" id="{41BA825A-95C1-4123-8638-5EA2FDE1FF95}"/>
              </a:ext>
            </a:extLst>
          </p:cNvPr>
          <p:cNvSpPr txBox="1">
            <a:spLocks noChangeArrowheads="1"/>
          </p:cNvSpPr>
          <p:nvPr/>
        </p:nvSpPr>
        <p:spPr bwMode="auto">
          <a:xfrm>
            <a:off x="3736562" y="1369548"/>
            <a:ext cx="269004" cy="2862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50000"/>
              </a:spcBef>
            </a:pPr>
            <a:r>
              <a:rPr lang="en-US" altLang="zh-CN" sz="3000" b="1">
                <a:solidFill>
                  <a:srgbClr val="FF0066"/>
                </a:solidFill>
                <a:ea typeface="宋体" pitchFamily="2" charset="-122"/>
              </a:rPr>
              <a:t>+</a:t>
            </a:r>
          </a:p>
          <a:p>
            <a:pPr eaLnBrk="1" hangingPunct="1">
              <a:spcBef>
                <a:spcPct val="50000"/>
              </a:spcBef>
            </a:pPr>
            <a:r>
              <a:rPr lang="en-US" altLang="zh-CN" sz="3000" b="1">
                <a:solidFill>
                  <a:srgbClr val="FF0066"/>
                </a:solidFill>
                <a:ea typeface="宋体" pitchFamily="2" charset="-122"/>
              </a:rPr>
              <a:t>   +</a:t>
            </a:r>
          </a:p>
          <a:p>
            <a:pPr eaLnBrk="1" hangingPunct="1">
              <a:spcBef>
                <a:spcPct val="50000"/>
              </a:spcBef>
            </a:pPr>
            <a:r>
              <a:rPr lang="en-US" altLang="zh-CN" sz="3000" b="1">
                <a:solidFill>
                  <a:srgbClr val="FF0066"/>
                </a:solidFill>
                <a:ea typeface="宋体" pitchFamily="2" charset="-122"/>
              </a:rPr>
              <a:t> +</a:t>
            </a:r>
          </a:p>
        </p:txBody>
      </p:sp>
      <p:grpSp>
        <p:nvGrpSpPr>
          <p:cNvPr id="58" name="Group 20">
            <a:extLst>
              <a:ext uri="{FF2B5EF4-FFF2-40B4-BE49-F238E27FC236}">
                <a16:creationId xmlns:a16="http://schemas.microsoft.com/office/drawing/2014/main" id="{59776145-0015-413E-BA3D-72459329BD34}"/>
              </a:ext>
            </a:extLst>
          </p:cNvPr>
          <p:cNvGrpSpPr>
            <a:grpSpLocks/>
          </p:cNvGrpSpPr>
          <p:nvPr/>
        </p:nvGrpSpPr>
        <p:grpSpPr bwMode="auto">
          <a:xfrm>
            <a:off x="3190565" y="1814390"/>
            <a:ext cx="228289" cy="1752600"/>
            <a:chOff x="4512" y="1248"/>
            <a:chExt cx="624" cy="1104"/>
          </a:xfrm>
        </p:grpSpPr>
        <p:sp>
          <p:nvSpPr>
            <p:cNvPr id="60" name="Line 21">
              <a:extLst>
                <a:ext uri="{FF2B5EF4-FFF2-40B4-BE49-F238E27FC236}">
                  <a16:creationId xmlns:a16="http://schemas.microsoft.com/office/drawing/2014/main" id="{A23EC34B-8EC9-4855-B373-566EE75910C8}"/>
                </a:ext>
              </a:extLst>
            </p:cNvPr>
            <p:cNvSpPr>
              <a:spLocks noChangeShapeType="1"/>
            </p:cNvSpPr>
            <p:nvPr/>
          </p:nvSpPr>
          <p:spPr bwMode="auto">
            <a:xfrm>
              <a:off x="4512" y="1248"/>
              <a:ext cx="624" cy="0"/>
            </a:xfrm>
            <a:prstGeom prst="line">
              <a:avLst/>
            </a:prstGeom>
            <a:noFill/>
            <a:ln w="38100" cap="sq">
              <a:solidFill>
                <a:schemeClr val="tx1"/>
              </a:solidFill>
              <a:miter lim="800000"/>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1" name="Line 22">
              <a:extLst>
                <a:ext uri="{FF2B5EF4-FFF2-40B4-BE49-F238E27FC236}">
                  <a16:creationId xmlns:a16="http://schemas.microsoft.com/office/drawing/2014/main" id="{230975B5-64C1-4BFF-B1C7-DCE8C88E4549}"/>
                </a:ext>
              </a:extLst>
            </p:cNvPr>
            <p:cNvSpPr>
              <a:spLocks noChangeShapeType="1"/>
            </p:cNvSpPr>
            <p:nvPr/>
          </p:nvSpPr>
          <p:spPr bwMode="auto">
            <a:xfrm>
              <a:off x="4512" y="1776"/>
              <a:ext cx="624" cy="0"/>
            </a:xfrm>
            <a:prstGeom prst="line">
              <a:avLst/>
            </a:prstGeom>
            <a:noFill/>
            <a:ln w="38100" cap="sq">
              <a:solidFill>
                <a:schemeClr val="tx1"/>
              </a:solidFill>
              <a:miter lim="800000"/>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3" name="Line 24">
              <a:extLst>
                <a:ext uri="{FF2B5EF4-FFF2-40B4-BE49-F238E27FC236}">
                  <a16:creationId xmlns:a16="http://schemas.microsoft.com/office/drawing/2014/main" id="{82820F26-2514-43B4-8A78-681CA80E8A9F}"/>
                </a:ext>
              </a:extLst>
            </p:cNvPr>
            <p:cNvSpPr>
              <a:spLocks noChangeShapeType="1"/>
            </p:cNvSpPr>
            <p:nvPr/>
          </p:nvSpPr>
          <p:spPr bwMode="auto">
            <a:xfrm>
              <a:off x="4512" y="2352"/>
              <a:ext cx="576" cy="0"/>
            </a:xfrm>
            <a:prstGeom prst="line">
              <a:avLst/>
            </a:prstGeom>
            <a:noFill/>
            <a:ln w="38100" cap="sq">
              <a:solidFill>
                <a:schemeClr val="tx1"/>
              </a:solidFill>
              <a:miter lim="800000"/>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65" name="Text Box 16">
            <a:extLst>
              <a:ext uri="{FF2B5EF4-FFF2-40B4-BE49-F238E27FC236}">
                <a16:creationId xmlns:a16="http://schemas.microsoft.com/office/drawing/2014/main" id="{596FAB03-CC5F-44AB-9C47-FAD3CD43D786}"/>
              </a:ext>
            </a:extLst>
          </p:cNvPr>
          <p:cNvSpPr txBox="1">
            <a:spLocks noChangeArrowheads="1"/>
          </p:cNvSpPr>
          <p:nvPr/>
        </p:nvSpPr>
        <p:spPr bwMode="auto">
          <a:xfrm>
            <a:off x="3349845" y="1315591"/>
            <a:ext cx="269004"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50000"/>
              </a:spcBef>
            </a:pPr>
            <a:r>
              <a:rPr lang="en-US" altLang="zh-CN" sz="3000" b="1">
                <a:solidFill>
                  <a:schemeClr val="bg1"/>
                </a:solidFill>
                <a:ea typeface="宋体" pitchFamily="2" charset="-122"/>
              </a:rPr>
              <a:t>-</a:t>
            </a:r>
          </a:p>
          <a:p>
            <a:pPr eaLnBrk="1" hangingPunct="1">
              <a:spcBef>
                <a:spcPct val="50000"/>
              </a:spcBef>
            </a:pPr>
            <a:r>
              <a:rPr lang="en-US" altLang="zh-CN" sz="3000" b="1">
                <a:solidFill>
                  <a:schemeClr val="bg1"/>
                </a:solidFill>
                <a:ea typeface="宋体" pitchFamily="2" charset="-122"/>
              </a:rPr>
              <a:t> -</a:t>
            </a:r>
          </a:p>
          <a:p>
            <a:pPr eaLnBrk="1" hangingPunct="1">
              <a:spcBef>
                <a:spcPct val="50000"/>
              </a:spcBef>
            </a:pPr>
            <a:r>
              <a:rPr lang="en-US" altLang="zh-CN" sz="3000" b="1">
                <a:solidFill>
                  <a:schemeClr val="bg1"/>
                </a:solidFill>
                <a:ea typeface="宋体" pitchFamily="2" charset="-122"/>
              </a:rPr>
              <a:t> -</a:t>
            </a:r>
          </a:p>
        </p:txBody>
      </p:sp>
      <p:grpSp>
        <p:nvGrpSpPr>
          <p:cNvPr id="80" name="Group 20">
            <a:extLst>
              <a:ext uri="{FF2B5EF4-FFF2-40B4-BE49-F238E27FC236}">
                <a16:creationId xmlns:a16="http://schemas.microsoft.com/office/drawing/2014/main" id="{A75D07C3-857B-499E-9DBD-3CB0FFFC1E53}"/>
              </a:ext>
            </a:extLst>
          </p:cNvPr>
          <p:cNvGrpSpPr>
            <a:grpSpLocks/>
          </p:cNvGrpSpPr>
          <p:nvPr/>
        </p:nvGrpSpPr>
        <p:grpSpPr bwMode="auto">
          <a:xfrm>
            <a:off x="3991682" y="1810621"/>
            <a:ext cx="228289" cy="1752600"/>
            <a:chOff x="4512" y="1248"/>
            <a:chExt cx="624" cy="1104"/>
          </a:xfrm>
        </p:grpSpPr>
        <p:sp>
          <p:nvSpPr>
            <p:cNvPr id="81" name="Line 21">
              <a:extLst>
                <a:ext uri="{FF2B5EF4-FFF2-40B4-BE49-F238E27FC236}">
                  <a16:creationId xmlns:a16="http://schemas.microsoft.com/office/drawing/2014/main" id="{A80A54D0-7BF2-43AF-AD63-46E8FA9A4FFA}"/>
                </a:ext>
              </a:extLst>
            </p:cNvPr>
            <p:cNvSpPr>
              <a:spLocks noChangeShapeType="1"/>
            </p:cNvSpPr>
            <p:nvPr/>
          </p:nvSpPr>
          <p:spPr bwMode="auto">
            <a:xfrm>
              <a:off x="4512" y="1248"/>
              <a:ext cx="624" cy="0"/>
            </a:xfrm>
            <a:prstGeom prst="line">
              <a:avLst/>
            </a:prstGeom>
            <a:noFill/>
            <a:ln w="38100" cap="sq">
              <a:solidFill>
                <a:schemeClr val="tx1"/>
              </a:solidFill>
              <a:miter lim="800000"/>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2" name="Line 22">
              <a:extLst>
                <a:ext uri="{FF2B5EF4-FFF2-40B4-BE49-F238E27FC236}">
                  <a16:creationId xmlns:a16="http://schemas.microsoft.com/office/drawing/2014/main" id="{2C64B3DB-5040-4244-8D9F-CC81A3EE7B00}"/>
                </a:ext>
              </a:extLst>
            </p:cNvPr>
            <p:cNvSpPr>
              <a:spLocks noChangeShapeType="1"/>
            </p:cNvSpPr>
            <p:nvPr/>
          </p:nvSpPr>
          <p:spPr bwMode="auto">
            <a:xfrm>
              <a:off x="4512" y="1776"/>
              <a:ext cx="624" cy="0"/>
            </a:xfrm>
            <a:prstGeom prst="line">
              <a:avLst/>
            </a:prstGeom>
            <a:noFill/>
            <a:ln w="38100" cap="sq">
              <a:solidFill>
                <a:schemeClr val="tx1"/>
              </a:solidFill>
              <a:miter lim="800000"/>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3" name="Line 24">
              <a:extLst>
                <a:ext uri="{FF2B5EF4-FFF2-40B4-BE49-F238E27FC236}">
                  <a16:creationId xmlns:a16="http://schemas.microsoft.com/office/drawing/2014/main" id="{D9549C4B-C103-4CD5-885F-E12A9A73C8E5}"/>
                </a:ext>
              </a:extLst>
            </p:cNvPr>
            <p:cNvSpPr>
              <a:spLocks noChangeShapeType="1"/>
            </p:cNvSpPr>
            <p:nvPr/>
          </p:nvSpPr>
          <p:spPr bwMode="auto">
            <a:xfrm>
              <a:off x="4512" y="2352"/>
              <a:ext cx="576" cy="0"/>
            </a:xfrm>
            <a:prstGeom prst="line">
              <a:avLst/>
            </a:prstGeom>
            <a:noFill/>
            <a:ln w="38100" cap="sq">
              <a:solidFill>
                <a:schemeClr val="tx1"/>
              </a:solidFill>
              <a:miter lim="800000"/>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aphicFrame>
        <p:nvGraphicFramePr>
          <p:cNvPr id="84" name="Object 32">
            <a:extLst>
              <a:ext uri="{FF2B5EF4-FFF2-40B4-BE49-F238E27FC236}">
                <a16:creationId xmlns:a16="http://schemas.microsoft.com/office/drawing/2014/main" id="{F1A65654-210F-4869-8429-9EED56F632C7}"/>
              </a:ext>
            </a:extLst>
          </p:cNvPr>
          <p:cNvGraphicFramePr>
            <a:graphicFrameLocks noChangeAspect="1"/>
          </p:cNvGraphicFramePr>
          <p:nvPr>
            <p:extLst>
              <p:ext uri="{D42A27DB-BD31-4B8C-83A1-F6EECF244321}">
                <p14:modId xmlns:p14="http://schemas.microsoft.com/office/powerpoint/2010/main" val="2481135537"/>
              </p:ext>
            </p:extLst>
          </p:nvPr>
        </p:nvGraphicFramePr>
        <p:xfrm>
          <a:off x="3112715" y="3987629"/>
          <a:ext cx="414177" cy="488950"/>
        </p:xfrm>
        <a:graphic>
          <a:graphicData uri="http://schemas.openxmlformats.org/presentationml/2006/ole">
            <mc:AlternateContent xmlns:mc="http://schemas.openxmlformats.org/markup-compatibility/2006">
              <mc:Choice xmlns:v="urn:schemas-microsoft-com:vml" Requires="v">
                <p:oleObj spid="_x0000_s3459" name="Equation" r:id="rId10" imgW="164880" imgH="203040" progId="Equation.DSMT4">
                  <p:embed/>
                </p:oleObj>
              </mc:Choice>
              <mc:Fallback>
                <p:oleObj name="Equation" r:id="rId10" imgW="164880" imgH="203040" progId="Equation.DSMT4">
                  <p:embed/>
                  <p:pic>
                    <p:nvPicPr>
                      <p:cNvPr id="24" name="Object 32">
                        <a:extLst>
                          <a:ext uri="{FF2B5EF4-FFF2-40B4-BE49-F238E27FC236}">
                            <a16:creationId xmlns:a16="http://schemas.microsoft.com/office/drawing/2014/main" id="{15EDD76F-34AE-4F4E-9910-B21CC44F7F3F}"/>
                          </a:ext>
                        </a:extLst>
                      </p:cNvPr>
                      <p:cNvPicPr>
                        <a:picLocks noChangeAspect="1" noChangeArrowheads="1"/>
                      </p:cNvPicPr>
                      <p:nvPr/>
                    </p:nvPicPr>
                    <p:blipFill>
                      <a:blip r:embed="rId11"/>
                      <a:srcRect/>
                      <a:stretch>
                        <a:fillRect/>
                      </a:stretch>
                    </p:blipFill>
                    <p:spPr bwMode="auto">
                      <a:xfrm>
                        <a:off x="3112715" y="3987629"/>
                        <a:ext cx="414177" cy="488950"/>
                      </a:xfrm>
                      <a:prstGeom prst="rect">
                        <a:avLst/>
                      </a:prstGeom>
                      <a:solidFill>
                        <a:srgbClr val="33CCFF"/>
                      </a:solidFill>
                      <a:ln>
                        <a:noFill/>
                      </a:ln>
                      <a:effectLst/>
                      <a:extLst/>
                    </p:spPr>
                  </p:pic>
                </p:oleObj>
              </mc:Fallback>
            </mc:AlternateContent>
          </a:graphicData>
        </a:graphic>
      </p:graphicFrame>
      <p:graphicFrame>
        <p:nvGraphicFramePr>
          <p:cNvPr id="85" name="Object 32">
            <a:extLst>
              <a:ext uri="{FF2B5EF4-FFF2-40B4-BE49-F238E27FC236}">
                <a16:creationId xmlns:a16="http://schemas.microsoft.com/office/drawing/2014/main" id="{05858206-3111-4AC7-990B-EAA121D90F11}"/>
              </a:ext>
            </a:extLst>
          </p:cNvPr>
          <p:cNvGraphicFramePr>
            <a:graphicFrameLocks noChangeAspect="1"/>
          </p:cNvGraphicFramePr>
          <p:nvPr>
            <p:extLst>
              <p:ext uri="{D42A27DB-BD31-4B8C-83A1-F6EECF244321}">
                <p14:modId xmlns:p14="http://schemas.microsoft.com/office/powerpoint/2010/main" val="3212001857"/>
              </p:ext>
            </p:extLst>
          </p:nvPr>
        </p:nvGraphicFramePr>
        <p:xfrm>
          <a:off x="4030290" y="3981279"/>
          <a:ext cx="520795" cy="487363"/>
        </p:xfrm>
        <a:graphic>
          <a:graphicData uri="http://schemas.openxmlformats.org/presentationml/2006/ole">
            <mc:AlternateContent xmlns:mc="http://schemas.openxmlformats.org/markup-compatibility/2006">
              <mc:Choice xmlns:v="urn:schemas-microsoft-com:vml" Requires="v">
                <p:oleObj spid="_x0000_s3460" name="Equation" r:id="rId12" imgW="164880" imgH="203040" progId="Equation.DSMT4">
                  <p:embed/>
                </p:oleObj>
              </mc:Choice>
              <mc:Fallback>
                <p:oleObj name="Equation" r:id="rId12" imgW="164880" imgH="203040" progId="Equation.DSMT4">
                  <p:embed/>
                  <p:pic>
                    <p:nvPicPr>
                      <p:cNvPr id="24" name="Object 32">
                        <a:extLst>
                          <a:ext uri="{FF2B5EF4-FFF2-40B4-BE49-F238E27FC236}">
                            <a16:creationId xmlns:a16="http://schemas.microsoft.com/office/drawing/2014/main" id="{15EDD76F-34AE-4F4E-9910-B21CC44F7F3F}"/>
                          </a:ext>
                        </a:extLst>
                      </p:cNvPr>
                      <p:cNvPicPr>
                        <a:picLocks noChangeAspect="1" noChangeArrowheads="1"/>
                      </p:cNvPicPr>
                      <p:nvPr/>
                    </p:nvPicPr>
                    <p:blipFill>
                      <a:blip r:embed="rId13"/>
                      <a:srcRect/>
                      <a:stretch>
                        <a:fillRect/>
                      </a:stretch>
                    </p:blipFill>
                    <p:spPr bwMode="auto">
                      <a:xfrm>
                        <a:off x="4030290" y="3981279"/>
                        <a:ext cx="520795" cy="487363"/>
                      </a:xfrm>
                      <a:prstGeom prst="rect">
                        <a:avLst/>
                      </a:prstGeom>
                      <a:solidFill>
                        <a:srgbClr val="33CCFF"/>
                      </a:solidFill>
                      <a:ln>
                        <a:noFill/>
                      </a:ln>
                      <a:effectLst/>
                      <a:extLst/>
                    </p:spPr>
                  </p:pic>
                </p:oleObj>
              </mc:Fallback>
            </mc:AlternateContent>
          </a:graphicData>
        </a:graphic>
      </p:graphicFrame>
      <p:graphicFrame>
        <p:nvGraphicFramePr>
          <p:cNvPr id="86" name="Object 32">
            <a:extLst>
              <a:ext uri="{FF2B5EF4-FFF2-40B4-BE49-F238E27FC236}">
                <a16:creationId xmlns:a16="http://schemas.microsoft.com/office/drawing/2014/main" id="{3BD439BB-07E9-402F-A45E-99058458AB8B}"/>
              </a:ext>
            </a:extLst>
          </p:cNvPr>
          <p:cNvGraphicFramePr>
            <a:graphicFrameLocks noChangeAspect="1"/>
          </p:cNvGraphicFramePr>
          <p:nvPr>
            <p:extLst>
              <p:ext uri="{D42A27DB-BD31-4B8C-83A1-F6EECF244321}">
                <p14:modId xmlns:p14="http://schemas.microsoft.com/office/powerpoint/2010/main" val="2970537685"/>
              </p:ext>
            </p:extLst>
          </p:nvPr>
        </p:nvGraphicFramePr>
        <p:xfrm>
          <a:off x="3422949" y="2275643"/>
          <a:ext cx="536813" cy="318807"/>
        </p:xfrm>
        <a:graphic>
          <a:graphicData uri="http://schemas.openxmlformats.org/presentationml/2006/ole">
            <mc:AlternateContent xmlns:mc="http://schemas.openxmlformats.org/markup-compatibility/2006">
              <mc:Choice xmlns:v="urn:schemas-microsoft-com:vml" Requires="v">
                <p:oleObj spid="_x0000_s3461" name="Equation" r:id="rId14" imgW="342720" imgH="215640" progId="Equation.DSMT4">
                  <p:embed/>
                </p:oleObj>
              </mc:Choice>
              <mc:Fallback>
                <p:oleObj name="Equation" r:id="rId14" imgW="342720" imgH="215640" progId="Equation.DSMT4">
                  <p:embed/>
                  <p:pic>
                    <p:nvPicPr>
                      <p:cNvPr id="84" name="Object 32">
                        <a:extLst>
                          <a:ext uri="{FF2B5EF4-FFF2-40B4-BE49-F238E27FC236}">
                            <a16:creationId xmlns:a16="http://schemas.microsoft.com/office/drawing/2014/main" id="{F1A65654-210F-4869-8429-9EED56F632C7}"/>
                          </a:ext>
                        </a:extLst>
                      </p:cNvPr>
                      <p:cNvPicPr>
                        <a:picLocks noChangeAspect="1" noChangeArrowheads="1"/>
                      </p:cNvPicPr>
                      <p:nvPr/>
                    </p:nvPicPr>
                    <p:blipFill>
                      <a:blip r:embed="rId15"/>
                      <a:srcRect/>
                      <a:stretch>
                        <a:fillRect/>
                      </a:stretch>
                    </p:blipFill>
                    <p:spPr bwMode="auto">
                      <a:xfrm>
                        <a:off x="3422949" y="2275643"/>
                        <a:ext cx="536813" cy="318807"/>
                      </a:xfrm>
                      <a:prstGeom prst="rect">
                        <a:avLst/>
                      </a:prstGeom>
                      <a:solidFill>
                        <a:srgbClr val="33CCFF"/>
                      </a:solidFill>
                      <a:ln>
                        <a:noFill/>
                      </a:ln>
                      <a:effectLst/>
                      <a:extLst/>
                    </p:spPr>
                  </p:pic>
                </p:oleObj>
              </mc:Fallback>
            </mc:AlternateContent>
          </a:graphicData>
        </a:graphic>
      </p:graphicFrame>
      <p:sp>
        <p:nvSpPr>
          <p:cNvPr id="87" name="Rectangle 125">
            <a:extLst>
              <a:ext uri="{FF2B5EF4-FFF2-40B4-BE49-F238E27FC236}">
                <a16:creationId xmlns:a16="http://schemas.microsoft.com/office/drawing/2014/main" id="{2079CB11-1907-4235-8C26-E90E4D53E7B5}"/>
              </a:ext>
            </a:extLst>
          </p:cNvPr>
          <p:cNvSpPr>
            <a:spLocks noChangeArrowheads="1"/>
          </p:cNvSpPr>
          <p:nvPr/>
        </p:nvSpPr>
        <p:spPr bwMode="auto">
          <a:xfrm>
            <a:off x="815889" y="4621480"/>
            <a:ext cx="3484809" cy="47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r>
              <a:rPr kumimoji="0" lang="zh-CN" altLang="en-US" sz="2500" b="1">
                <a:solidFill>
                  <a:schemeClr val="bg2"/>
                </a:solidFill>
              </a:rPr>
              <a:t>导体情况：内部</a:t>
            </a:r>
            <a:r>
              <a:rPr kumimoji="0" lang="en-US" altLang="zh-CN" sz="2500" b="1">
                <a:solidFill>
                  <a:schemeClr val="bg2"/>
                </a:solidFill>
              </a:rPr>
              <a:t>E=0</a:t>
            </a:r>
            <a:endParaRPr kumimoji="0" lang="zh-CN" altLang="en-US" sz="2500" b="1">
              <a:solidFill>
                <a:schemeClr val="bg2"/>
              </a:solidFill>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8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3052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3052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3048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305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488" grpId="0"/>
      <p:bldP spid="230507" grpId="0"/>
      <p:bldP spid="230526" grpId="0"/>
      <p:bldP spid="230527" grpId="0"/>
      <p:bldP spid="18" grpId="0" animBg="1"/>
      <p:bldP spid="21" grpId="0"/>
      <p:bldP spid="38" grpId="0"/>
      <p:bldP spid="47" grpId="0" animBg="1"/>
      <p:bldP spid="48" grpId="0"/>
      <p:bldP spid="65" grpId="0"/>
      <p:bldP spid="8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Text Box 2"/>
          <p:cNvSpPr txBox="1">
            <a:spLocks noChangeArrowheads="1"/>
          </p:cNvSpPr>
          <p:nvPr/>
        </p:nvSpPr>
        <p:spPr bwMode="auto">
          <a:xfrm>
            <a:off x="307975" y="1052513"/>
            <a:ext cx="8126413" cy="1309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just" eaLnBrk="1" hangingPunct="1">
              <a:lnSpc>
                <a:spcPct val="110000"/>
              </a:lnSpc>
            </a:pPr>
            <a:r>
              <a:rPr lang="en-US" altLang="zh-CN" sz="2500" b="1">
                <a:solidFill>
                  <a:schemeClr val="hlink"/>
                </a:solidFill>
                <a:latin typeface="黑体" pitchFamily="49" charset="-122"/>
              </a:rPr>
              <a:t>  </a:t>
            </a:r>
            <a:r>
              <a:rPr lang="zh-CN" altLang="en-US" sz="2500" b="1">
                <a:solidFill>
                  <a:schemeClr val="hlink"/>
                </a:solidFill>
                <a:latin typeface="黑体" pitchFamily="49" charset="-122"/>
              </a:rPr>
              <a:t>电中性的分子中，带负电的电子</a:t>
            </a:r>
            <a:r>
              <a:rPr lang="en-US" altLang="zh-CN" sz="2500" b="1">
                <a:solidFill>
                  <a:schemeClr val="hlink"/>
                </a:solidFill>
                <a:latin typeface="黑体" pitchFamily="49" charset="-122"/>
              </a:rPr>
              <a:t>(</a:t>
            </a:r>
            <a:r>
              <a:rPr lang="zh-CN" altLang="en-US" sz="2500" b="1">
                <a:solidFill>
                  <a:schemeClr val="hlink"/>
                </a:solidFill>
                <a:latin typeface="黑体" pitchFamily="49" charset="-122"/>
              </a:rPr>
              <a:t>或负离子</a:t>
            </a:r>
            <a:r>
              <a:rPr lang="en-US" altLang="zh-CN" sz="2500" b="1">
                <a:solidFill>
                  <a:schemeClr val="hlink"/>
                </a:solidFill>
                <a:latin typeface="黑体" pitchFamily="49" charset="-122"/>
              </a:rPr>
              <a:t>)</a:t>
            </a:r>
            <a:r>
              <a:rPr lang="zh-CN" altLang="en-US" sz="2500" b="1">
                <a:solidFill>
                  <a:schemeClr val="hlink"/>
                </a:solidFill>
                <a:latin typeface="黑体" pitchFamily="49" charset="-122"/>
              </a:rPr>
              <a:t>与带正电的原子核</a:t>
            </a:r>
            <a:r>
              <a:rPr lang="en-US" altLang="zh-CN" sz="2500" b="1">
                <a:solidFill>
                  <a:schemeClr val="hlink"/>
                </a:solidFill>
                <a:latin typeface="黑体" pitchFamily="49" charset="-122"/>
              </a:rPr>
              <a:t>(</a:t>
            </a:r>
            <a:r>
              <a:rPr lang="zh-CN" altLang="en-US" sz="2500" b="1">
                <a:solidFill>
                  <a:schemeClr val="hlink"/>
                </a:solidFill>
                <a:latin typeface="黑体" pitchFamily="49" charset="-122"/>
              </a:rPr>
              <a:t>或正离子</a:t>
            </a:r>
            <a:r>
              <a:rPr lang="en-US" altLang="zh-CN" sz="2500" b="1">
                <a:solidFill>
                  <a:schemeClr val="hlink"/>
                </a:solidFill>
                <a:latin typeface="黑体" pitchFamily="49" charset="-122"/>
              </a:rPr>
              <a:t>)</a:t>
            </a:r>
            <a:r>
              <a:rPr lang="zh-CN" altLang="en-US" sz="2500" b="1">
                <a:solidFill>
                  <a:schemeClr val="hlink"/>
                </a:solidFill>
                <a:latin typeface="黑体" pitchFamily="49" charset="-122"/>
              </a:rPr>
              <a:t>束缚得很紧，不能自由运动－</a:t>
            </a:r>
            <a:r>
              <a:rPr kumimoji="0" lang="zh-CN" altLang="en-US" sz="2500" b="1">
                <a:solidFill>
                  <a:srgbClr val="993300"/>
                </a:solidFill>
                <a:latin typeface="黑体" pitchFamily="49" charset="-122"/>
              </a:rPr>
              <a:t>束缚电荷</a:t>
            </a:r>
            <a:r>
              <a:rPr kumimoji="0" lang="zh-CN" altLang="en-US" sz="2500" b="1">
                <a:solidFill>
                  <a:schemeClr val="hlink"/>
                </a:solidFill>
                <a:latin typeface="黑体" pitchFamily="49" charset="-122"/>
              </a:rPr>
              <a:t>或</a:t>
            </a:r>
            <a:r>
              <a:rPr kumimoji="0" lang="zh-CN" altLang="en-US" sz="2500" b="1">
                <a:solidFill>
                  <a:srgbClr val="993300"/>
                </a:solidFill>
                <a:latin typeface="黑体" pitchFamily="49" charset="-122"/>
              </a:rPr>
              <a:t>极化电荷。</a:t>
            </a:r>
            <a:r>
              <a:rPr lang="zh-CN" altLang="en-US" sz="2500" b="1">
                <a:solidFill>
                  <a:schemeClr val="hlink"/>
                </a:solidFill>
                <a:latin typeface="黑体" pitchFamily="49" charset="-122"/>
              </a:rPr>
              <a:t> </a:t>
            </a:r>
          </a:p>
        </p:txBody>
      </p:sp>
      <p:sp>
        <p:nvSpPr>
          <p:cNvPr id="317445" name="Rectangle 5"/>
          <p:cNvSpPr>
            <a:spLocks noChangeArrowheads="1"/>
          </p:cNvSpPr>
          <p:nvPr/>
        </p:nvSpPr>
        <p:spPr bwMode="auto">
          <a:xfrm>
            <a:off x="307975" y="333375"/>
            <a:ext cx="4310063"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r>
              <a:rPr lang="zh-CN" altLang="en-US" sz="2500" b="1">
                <a:solidFill>
                  <a:srgbClr val="000099"/>
                </a:solidFill>
              </a:rPr>
              <a:t>一、电介质的电结构</a:t>
            </a:r>
          </a:p>
        </p:txBody>
      </p:sp>
      <p:sp>
        <p:nvSpPr>
          <p:cNvPr id="317446" name="Rectangle 6"/>
          <p:cNvSpPr>
            <a:spLocks noChangeArrowheads="1"/>
          </p:cNvSpPr>
          <p:nvPr/>
        </p:nvSpPr>
        <p:spPr bwMode="auto">
          <a:xfrm>
            <a:off x="838200" y="2492375"/>
            <a:ext cx="3057525" cy="477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r>
              <a:rPr lang="zh-CN" altLang="en-US" sz="2500" b="1">
                <a:solidFill>
                  <a:srgbClr val="993300"/>
                </a:solidFill>
                <a:latin typeface="黑体" pitchFamily="49" charset="-122"/>
              </a:rPr>
              <a:t>电偶极子模型：</a:t>
            </a:r>
          </a:p>
        </p:txBody>
      </p:sp>
      <p:sp>
        <p:nvSpPr>
          <p:cNvPr id="317447" name="Text Box 7"/>
          <p:cNvSpPr txBox="1">
            <a:spLocks noChangeArrowheads="1"/>
          </p:cNvSpPr>
          <p:nvPr/>
        </p:nvSpPr>
        <p:spPr bwMode="auto">
          <a:xfrm>
            <a:off x="606425" y="3200400"/>
            <a:ext cx="8074025" cy="88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just" eaLnBrk="1" hangingPunct="1">
              <a:lnSpc>
                <a:spcPct val="110000"/>
              </a:lnSpc>
            </a:pPr>
            <a:r>
              <a:rPr lang="en-US" altLang="zh-CN" sz="2500" b="1">
                <a:solidFill>
                  <a:srgbClr val="333399"/>
                </a:solidFill>
                <a:latin typeface="黑体" pitchFamily="49" charset="-122"/>
              </a:rPr>
              <a:t>  </a:t>
            </a:r>
            <a:r>
              <a:rPr lang="zh-CN" altLang="en-US" sz="2500" b="1">
                <a:solidFill>
                  <a:srgbClr val="333399"/>
                </a:solidFill>
                <a:latin typeface="黑体" pitchFamily="49" charset="-122"/>
              </a:rPr>
              <a:t>每一个分子中的正电荷集中于一点，称为</a:t>
            </a:r>
            <a:r>
              <a:rPr lang="zh-CN" altLang="en-US" sz="2500" b="1">
                <a:solidFill>
                  <a:srgbClr val="993300"/>
                </a:solidFill>
                <a:latin typeface="黑体" pitchFamily="49" charset="-122"/>
              </a:rPr>
              <a:t>正电荷重心</a:t>
            </a:r>
            <a:r>
              <a:rPr lang="zh-CN" altLang="en-US" sz="2500" b="1">
                <a:solidFill>
                  <a:srgbClr val="333399"/>
                </a:solidFill>
                <a:latin typeface="黑体" pitchFamily="49" charset="-122"/>
              </a:rPr>
              <a:t>；负电荷集中于另一点，称为</a:t>
            </a:r>
            <a:r>
              <a:rPr lang="zh-CN" altLang="en-US" sz="2500" b="1">
                <a:solidFill>
                  <a:srgbClr val="993300"/>
                </a:solidFill>
                <a:latin typeface="黑体" pitchFamily="49" charset="-122"/>
              </a:rPr>
              <a:t>负电荷重心</a:t>
            </a:r>
            <a:endParaRPr lang="zh-CN" altLang="en-US" sz="2500" b="1">
              <a:latin typeface="黑体" pitchFamily="49" charset="-122"/>
            </a:endParaRPr>
          </a:p>
        </p:txBody>
      </p:sp>
      <p:sp>
        <p:nvSpPr>
          <p:cNvPr id="317448" name="Rectangle 8"/>
          <p:cNvSpPr>
            <a:spLocks noChangeArrowheads="1"/>
          </p:cNvSpPr>
          <p:nvPr/>
        </p:nvSpPr>
        <p:spPr bwMode="auto">
          <a:xfrm>
            <a:off x="1476375" y="4051300"/>
            <a:ext cx="4522788" cy="48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10000"/>
              </a:lnSpc>
            </a:pPr>
            <a:r>
              <a:rPr lang="en-US" altLang="zh-CN" sz="2500" b="1">
                <a:solidFill>
                  <a:srgbClr val="333399"/>
                </a:solidFill>
              </a:rPr>
              <a:t>—</a:t>
            </a:r>
            <a:r>
              <a:rPr lang="en-US" altLang="zh-CN" sz="2500" b="1">
                <a:solidFill>
                  <a:srgbClr val="333399"/>
                </a:solidFill>
                <a:latin typeface="黑体" pitchFamily="49" charset="-122"/>
              </a:rPr>
              <a:t> </a:t>
            </a:r>
            <a:r>
              <a:rPr lang="zh-CN" altLang="en-US" sz="2500" b="1">
                <a:solidFill>
                  <a:srgbClr val="333399"/>
                </a:solidFill>
                <a:latin typeface="黑体" pitchFamily="49" charset="-122"/>
              </a:rPr>
              <a:t>两者构成</a:t>
            </a:r>
            <a:r>
              <a:rPr lang="zh-CN" altLang="en-US" sz="2500" b="1">
                <a:solidFill>
                  <a:srgbClr val="993300"/>
                </a:solidFill>
                <a:latin typeface="黑体" pitchFamily="49" charset="-122"/>
              </a:rPr>
              <a:t>电偶极子</a:t>
            </a:r>
          </a:p>
        </p:txBody>
      </p:sp>
      <p:sp>
        <p:nvSpPr>
          <p:cNvPr id="8" name="Rectangle 3"/>
          <p:cNvSpPr>
            <a:spLocks noChangeArrowheads="1"/>
          </p:cNvSpPr>
          <p:nvPr/>
        </p:nvSpPr>
        <p:spPr bwMode="auto">
          <a:xfrm>
            <a:off x="493713" y="5445125"/>
            <a:ext cx="8386762"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r>
              <a:rPr kumimoji="0" lang="en-US" altLang="zh-CN" sz="2500" b="1">
                <a:solidFill>
                  <a:schemeClr val="hlink"/>
                </a:solidFill>
                <a:latin typeface="黑体" pitchFamily="49" charset="-122"/>
              </a:rPr>
              <a:t>1</a:t>
            </a:r>
            <a:r>
              <a:rPr kumimoji="0" lang="zh-CN" altLang="en-US" sz="2500" b="1">
                <a:solidFill>
                  <a:schemeClr val="hlink"/>
                </a:solidFill>
                <a:latin typeface="黑体" pitchFamily="49" charset="-122"/>
              </a:rPr>
              <a:t>、</a:t>
            </a:r>
            <a:r>
              <a:rPr lang="zh-CN" altLang="en-US" sz="2500" b="1">
                <a:solidFill>
                  <a:schemeClr val="hlink"/>
                </a:solidFill>
              </a:rPr>
              <a:t>有极分子</a:t>
            </a:r>
            <a:r>
              <a:rPr kumimoji="0" lang="en-US" altLang="zh-CN" sz="2500" b="1">
                <a:solidFill>
                  <a:srgbClr val="996600"/>
                </a:solidFill>
              </a:rPr>
              <a:t>(Polar molecule) </a:t>
            </a:r>
            <a:r>
              <a:rPr kumimoji="0" lang="en-US" altLang="zh-CN" sz="2500" b="1">
                <a:solidFill>
                  <a:schemeClr val="hlink"/>
                </a:solidFill>
                <a:ea typeface="宋体" pitchFamily="2" charset="-122"/>
                <a:cs typeface="Times New Roman" pitchFamily="18" charset="0"/>
              </a:rPr>
              <a:t>— </a:t>
            </a:r>
            <a:r>
              <a:rPr kumimoji="0" lang="zh-CN" altLang="en-US" sz="2500" b="1">
                <a:solidFill>
                  <a:schemeClr val="hlink"/>
                </a:solidFill>
                <a:latin typeface="黑体" pitchFamily="49" charset="-122"/>
              </a:rPr>
              <a:t>极性</a:t>
            </a:r>
            <a:r>
              <a:rPr kumimoji="0" lang="zh-CN" altLang="en-US" sz="2500" b="1">
                <a:solidFill>
                  <a:schemeClr val="hlink"/>
                </a:solidFill>
              </a:rPr>
              <a:t>电介质</a:t>
            </a:r>
          </a:p>
        </p:txBody>
      </p:sp>
      <p:sp>
        <p:nvSpPr>
          <p:cNvPr id="9" name="Rectangle 127"/>
          <p:cNvSpPr>
            <a:spLocks noChangeArrowheads="1"/>
          </p:cNvSpPr>
          <p:nvPr/>
        </p:nvSpPr>
        <p:spPr bwMode="auto">
          <a:xfrm>
            <a:off x="611188" y="5949950"/>
            <a:ext cx="84994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r>
              <a:rPr kumimoji="0" lang="zh-CN" altLang="en-US" sz="2500" b="1">
                <a:solidFill>
                  <a:srgbClr val="993300"/>
                </a:solidFill>
                <a:ea typeface="华文新魏" pitchFamily="2" charset="-122"/>
              </a:rPr>
              <a:t>分子正负电重心不重合  有固有电偶极矩</a:t>
            </a:r>
          </a:p>
        </p:txBody>
      </p:sp>
      <p:sp>
        <p:nvSpPr>
          <p:cNvPr id="10" name="Rectangle 128"/>
          <p:cNvSpPr>
            <a:spLocks noChangeArrowheads="1"/>
          </p:cNvSpPr>
          <p:nvPr/>
        </p:nvSpPr>
        <p:spPr bwMode="auto">
          <a:xfrm>
            <a:off x="379413" y="4767263"/>
            <a:ext cx="525145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r>
              <a:rPr lang="zh-CN" altLang="en-US" sz="2500" b="1">
                <a:solidFill>
                  <a:schemeClr val="hlink"/>
                </a:solidFill>
              </a:rPr>
              <a:t>二、有极分子和</a:t>
            </a:r>
            <a:r>
              <a:rPr lang="zh-CN" altLang="en-US" sz="2500" b="1">
                <a:solidFill>
                  <a:schemeClr val="folHlink"/>
                </a:solidFill>
              </a:rPr>
              <a:t>无极分子 </a:t>
            </a:r>
          </a:p>
        </p:txBody>
      </p:sp>
      <p:pic>
        <p:nvPicPr>
          <p:cNvPr id="11" name="Picture 4" descr="26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61138" y="3879850"/>
            <a:ext cx="2311400" cy="1430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17445"/>
                                        </p:tgtEl>
                                        <p:attrNameLst>
                                          <p:attrName>style.visibility</p:attrName>
                                        </p:attrNameLst>
                                      </p:cBhvr>
                                      <p:to>
                                        <p:strVal val="visible"/>
                                      </p:to>
                                    </p:set>
                                    <p:animEffect transition="in" filter="wipe(left)">
                                      <p:cBhvr>
                                        <p:cTn id="7" dur="500"/>
                                        <p:tgtEl>
                                          <p:spTgt spid="31744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317442"/>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17446"/>
                                        </p:tgtEl>
                                        <p:attrNameLst>
                                          <p:attrName>style.visibility</p:attrName>
                                        </p:attrNameLst>
                                      </p:cBhvr>
                                      <p:to>
                                        <p:strVal val="visible"/>
                                      </p:to>
                                    </p:set>
                                    <p:animEffect transition="in" filter="wipe(left)">
                                      <p:cBhvr>
                                        <p:cTn id="16" dur="500"/>
                                        <p:tgtEl>
                                          <p:spTgt spid="31744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317447"/>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317448"/>
                                        </p:tgtEl>
                                        <p:attrNameLst>
                                          <p:attrName>style.visibility</p:attrName>
                                        </p:attrNameLst>
                                      </p:cBhvr>
                                      <p:to>
                                        <p:strVal val="visible"/>
                                      </p:to>
                                    </p:set>
                                    <p:animEffect transition="in" filter="wipe(left)">
                                      <p:cBhvr>
                                        <p:cTn id="25" dur="500"/>
                                        <p:tgtEl>
                                          <p:spTgt spid="317448"/>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nodeType="clickEffect">
                                  <p:stCondLst>
                                    <p:cond delay="0"/>
                                  </p:stCondLst>
                                  <p:childTnLst>
                                    <p:set>
                                      <p:cBhvr>
                                        <p:cTn id="29" dur="1" fill="hold">
                                          <p:stCondLst>
                                            <p:cond delay="0"/>
                                          </p:stCondLst>
                                        </p:cTn>
                                        <p:tgtEl>
                                          <p:spTgt spid="11"/>
                                        </p:tgtEl>
                                        <p:attrNameLst>
                                          <p:attrName>style.visibility</p:attrName>
                                        </p:attrNameLst>
                                      </p:cBhvr>
                                      <p:to>
                                        <p:strVal val="visible"/>
                                      </p:to>
                                    </p:set>
                                  </p:childTnLst>
                                </p:cTn>
                              </p:par>
                            </p:childTnLst>
                          </p:cTn>
                        </p:par>
                        <p:par>
                          <p:cTn id="30" fill="hold" nodeType="afterGroup">
                            <p:stCondLst>
                              <p:cond delay="0"/>
                            </p:stCondLst>
                            <p:childTnLst>
                              <p:par>
                                <p:cTn id="31" presetID="1" presetClass="entr" presetSubtype="0" fill="hold" grpId="0" nodeType="afterEffect">
                                  <p:stCondLst>
                                    <p:cond delay="0"/>
                                  </p:stCondLst>
                                  <p:childTnLst>
                                    <p:set>
                                      <p:cBhvr>
                                        <p:cTn id="32" dur="1" fill="hold">
                                          <p:stCondLst>
                                            <p:cond delay="499"/>
                                          </p:stCondLst>
                                        </p:cTn>
                                        <p:tgtEl>
                                          <p:spTgt spid="10"/>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499"/>
                                          </p:stCondLst>
                                        </p:cTn>
                                        <p:tgtEl>
                                          <p:spTgt spid="8"/>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wipe(left)">
                                      <p:cBhvr>
                                        <p:cTn id="4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42" grpId="0" autoUpdateAnimBg="0"/>
      <p:bldP spid="317445" grpId="0" autoUpdateAnimBg="0"/>
      <p:bldP spid="317446" grpId="0" autoUpdateAnimBg="0"/>
      <p:bldP spid="317447" grpId="0" autoUpdateAnimBg="0"/>
      <p:bldP spid="317448" grpId="0" autoUpdateAnimBg="0"/>
      <p:bldP spid="8" grpId="0" autoUpdateAnimBg="0"/>
      <p:bldP spid="9" grpId="0" autoUpdateAnimBg="0"/>
      <p:bldP spid="10"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Text Box 2"/>
          <p:cNvSpPr txBox="1">
            <a:spLocks noChangeArrowheads="1"/>
          </p:cNvSpPr>
          <p:nvPr/>
        </p:nvSpPr>
        <p:spPr bwMode="auto">
          <a:xfrm>
            <a:off x="468313" y="2725738"/>
            <a:ext cx="4811712" cy="631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lnSpc>
                <a:spcPct val="125000"/>
              </a:lnSpc>
              <a:spcBef>
                <a:spcPct val="0"/>
              </a:spcBef>
            </a:pPr>
            <a:r>
              <a:rPr kumimoji="0" lang="zh-CN" altLang="en-US" sz="2500">
                <a:solidFill>
                  <a:srgbClr val="993300"/>
                </a:solidFill>
              </a:rPr>
              <a:t>固有电偶极矩</a:t>
            </a:r>
            <a:r>
              <a:rPr kumimoji="0" lang="en-US" altLang="zh-CN" sz="2800">
                <a:solidFill>
                  <a:schemeClr val="hlink"/>
                </a:solidFill>
              </a:rPr>
              <a:t>~ 10</a:t>
            </a:r>
            <a:r>
              <a:rPr kumimoji="0" lang="en-US" altLang="zh-CN" sz="2800" baseline="30000">
                <a:solidFill>
                  <a:schemeClr val="hlink"/>
                </a:solidFill>
                <a:ea typeface="宋体" pitchFamily="2" charset="-122"/>
                <a:cs typeface="Times New Roman" pitchFamily="18" charset="0"/>
              </a:rPr>
              <a:t>–</a:t>
            </a:r>
            <a:r>
              <a:rPr kumimoji="0" lang="en-US" altLang="zh-CN" sz="2800" baseline="30000">
                <a:solidFill>
                  <a:schemeClr val="hlink"/>
                </a:solidFill>
              </a:rPr>
              <a:t>30</a:t>
            </a:r>
            <a:r>
              <a:rPr kumimoji="0" lang="en-US" altLang="zh-CN" sz="2800">
                <a:solidFill>
                  <a:schemeClr val="hlink"/>
                </a:solidFill>
              </a:rPr>
              <a:t> C·m</a:t>
            </a:r>
          </a:p>
        </p:txBody>
      </p:sp>
      <p:sp>
        <p:nvSpPr>
          <p:cNvPr id="236554" name="Rectangle 10"/>
          <p:cNvSpPr>
            <a:spLocks noChangeArrowheads="1"/>
          </p:cNvSpPr>
          <p:nvPr/>
        </p:nvSpPr>
        <p:spPr bwMode="auto">
          <a:xfrm>
            <a:off x="200025" y="104775"/>
            <a:ext cx="3825875"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zh-CN" altLang="en-US" b="1">
                <a:solidFill>
                  <a:schemeClr val="hlink"/>
                </a:solidFill>
              </a:rPr>
              <a:t>有极分子</a:t>
            </a:r>
            <a:r>
              <a:rPr lang="en-US" altLang="zh-CN" b="1">
                <a:solidFill>
                  <a:schemeClr val="hlink"/>
                </a:solidFill>
              </a:rPr>
              <a:t>: </a:t>
            </a:r>
            <a:r>
              <a:rPr kumimoji="0" lang="zh-CN" altLang="en-US">
                <a:solidFill>
                  <a:schemeClr val="hlink"/>
                </a:solidFill>
              </a:rPr>
              <a:t>例如  </a:t>
            </a:r>
            <a:r>
              <a:rPr kumimoji="0" lang="en-US" altLang="zh-CN">
                <a:solidFill>
                  <a:schemeClr val="hlink"/>
                </a:solidFill>
              </a:rPr>
              <a:t>HCl</a:t>
            </a:r>
            <a:r>
              <a:rPr kumimoji="0" lang="zh-CN" altLang="en-US">
                <a:solidFill>
                  <a:schemeClr val="hlink"/>
                </a:solidFill>
              </a:rPr>
              <a:t>、 </a:t>
            </a:r>
            <a:r>
              <a:rPr kumimoji="0" lang="en-US" altLang="zh-CN">
                <a:solidFill>
                  <a:schemeClr val="hlink"/>
                </a:solidFill>
              </a:rPr>
              <a:t>H</a:t>
            </a:r>
            <a:r>
              <a:rPr kumimoji="0" lang="en-US" altLang="zh-CN" baseline="-25000">
                <a:solidFill>
                  <a:schemeClr val="hlink"/>
                </a:solidFill>
              </a:rPr>
              <a:t>2</a:t>
            </a:r>
            <a:r>
              <a:rPr kumimoji="0" lang="en-US" altLang="zh-CN">
                <a:solidFill>
                  <a:schemeClr val="hlink"/>
                </a:solidFill>
              </a:rPr>
              <a:t>O</a:t>
            </a:r>
            <a:r>
              <a:rPr kumimoji="0" lang="zh-CN" altLang="en-US">
                <a:solidFill>
                  <a:schemeClr val="hlink"/>
                </a:solidFill>
              </a:rPr>
              <a:t>、</a:t>
            </a:r>
            <a:r>
              <a:rPr kumimoji="0" lang="en-US" altLang="zh-CN">
                <a:solidFill>
                  <a:schemeClr val="hlink"/>
                </a:solidFill>
              </a:rPr>
              <a:t>CO</a:t>
            </a:r>
          </a:p>
        </p:txBody>
      </p:sp>
      <p:grpSp>
        <p:nvGrpSpPr>
          <p:cNvPr id="236660" name="Group 116"/>
          <p:cNvGrpSpPr>
            <a:grpSpLocks/>
          </p:cNvGrpSpPr>
          <p:nvPr/>
        </p:nvGrpSpPr>
        <p:grpSpPr bwMode="auto">
          <a:xfrm>
            <a:off x="965200" y="449263"/>
            <a:ext cx="2911475" cy="2381250"/>
            <a:chOff x="511" y="2458"/>
            <a:chExt cx="1834" cy="1500"/>
          </a:xfrm>
        </p:grpSpPr>
        <p:sp>
          <p:nvSpPr>
            <p:cNvPr id="5169" name="Text Box 68"/>
            <p:cNvSpPr txBox="1">
              <a:spLocks noChangeArrowheads="1"/>
            </p:cNvSpPr>
            <p:nvPr/>
          </p:nvSpPr>
          <p:spPr bwMode="auto">
            <a:xfrm>
              <a:off x="1151" y="3593"/>
              <a:ext cx="59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0"/>
                </a:spcBef>
              </a:pPr>
              <a:r>
                <a:rPr lang="en-US" altLang="zh-CN">
                  <a:solidFill>
                    <a:schemeClr val="hlink"/>
                  </a:solidFill>
                  <a:ea typeface="宋体" pitchFamily="2" charset="-122"/>
                </a:rPr>
                <a:t>H</a:t>
              </a:r>
              <a:r>
                <a:rPr lang="en-US" altLang="zh-CN" baseline="-25000">
                  <a:solidFill>
                    <a:schemeClr val="hlink"/>
                  </a:solidFill>
                  <a:ea typeface="宋体" pitchFamily="2" charset="-122"/>
                </a:rPr>
                <a:t>2</a:t>
              </a:r>
              <a:r>
                <a:rPr lang="en-US" altLang="zh-CN">
                  <a:solidFill>
                    <a:schemeClr val="hlink"/>
                  </a:solidFill>
                  <a:ea typeface="宋体" pitchFamily="2" charset="-122"/>
                </a:rPr>
                <a:t>O</a:t>
              </a:r>
            </a:p>
          </p:txBody>
        </p:sp>
        <p:sp>
          <p:nvSpPr>
            <p:cNvPr id="5170" name="Oval 69"/>
            <p:cNvSpPr>
              <a:spLocks noChangeArrowheads="1"/>
            </p:cNvSpPr>
            <p:nvPr/>
          </p:nvSpPr>
          <p:spPr bwMode="auto">
            <a:xfrm>
              <a:off x="1807" y="3082"/>
              <a:ext cx="432" cy="432"/>
            </a:xfrm>
            <a:prstGeom prst="ellipse">
              <a:avLst/>
            </a:prstGeom>
            <a:gradFill rotWithShape="0">
              <a:gsLst>
                <a:gs pos="0">
                  <a:srgbClr val="0099FF"/>
                </a:gs>
                <a:gs pos="100000">
                  <a:srgbClr val="003E67"/>
                </a:gs>
              </a:gsLst>
              <a:path path="shape">
                <a:fillToRect l="50000" t="50000" r="50000" b="50000"/>
              </a:path>
            </a:gradFill>
            <a:ln>
              <a:noFill/>
            </a:ln>
            <a:effectLst/>
            <a:extLst>
              <a:ext uri="{91240B29-F687-4F45-9708-019B960494DF}">
                <a14:hiddenLine xmlns:a14="http://schemas.microsoft.com/office/drawing/2010/main" w="12700">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1" name="Oval 70"/>
            <p:cNvSpPr>
              <a:spLocks noChangeArrowheads="1"/>
            </p:cNvSpPr>
            <p:nvPr/>
          </p:nvSpPr>
          <p:spPr bwMode="auto">
            <a:xfrm>
              <a:off x="607" y="3082"/>
              <a:ext cx="432" cy="432"/>
            </a:xfrm>
            <a:prstGeom prst="ellipse">
              <a:avLst/>
            </a:prstGeom>
            <a:gradFill rotWithShape="0">
              <a:gsLst>
                <a:gs pos="0">
                  <a:srgbClr val="0099FF"/>
                </a:gs>
                <a:gs pos="100000">
                  <a:srgbClr val="003E67"/>
                </a:gs>
              </a:gsLst>
              <a:path path="shape">
                <a:fillToRect l="50000" t="50000" r="50000" b="50000"/>
              </a:path>
            </a:gradFill>
            <a:ln>
              <a:noFill/>
            </a:ln>
            <a:effectLst/>
            <a:extLst>
              <a:ext uri="{91240B29-F687-4F45-9708-019B960494DF}">
                <a14:hiddenLine xmlns:a14="http://schemas.microsoft.com/office/drawing/2010/main" w="12700">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2" name="Text Box 71"/>
            <p:cNvSpPr txBox="1">
              <a:spLocks noChangeArrowheads="1"/>
            </p:cNvSpPr>
            <p:nvPr/>
          </p:nvSpPr>
          <p:spPr bwMode="auto">
            <a:xfrm>
              <a:off x="1918" y="2976"/>
              <a:ext cx="225"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0"/>
                </a:spcBef>
              </a:pPr>
              <a:r>
                <a:rPr lang="en-US" altLang="zh-CN" sz="4000">
                  <a:latin typeface="Bookman Old Style" pitchFamily="18" charset="0"/>
                  <a:ea typeface="宋体" pitchFamily="2" charset="-122"/>
                </a:rPr>
                <a:t>.</a:t>
              </a:r>
            </a:p>
          </p:txBody>
        </p:sp>
        <p:sp>
          <p:nvSpPr>
            <p:cNvPr id="5173" name="Oval 72"/>
            <p:cNvSpPr>
              <a:spLocks noChangeArrowheads="1"/>
            </p:cNvSpPr>
            <p:nvPr/>
          </p:nvSpPr>
          <p:spPr bwMode="auto">
            <a:xfrm>
              <a:off x="895" y="2458"/>
              <a:ext cx="1056" cy="1056"/>
            </a:xfrm>
            <a:prstGeom prst="ellipse">
              <a:avLst/>
            </a:prstGeom>
            <a:solidFill>
              <a:srgbClr val="FFFF00"/>
            </a:solidFill>
            <a:ln>
              <a:noFill/>
            </a:ln>
            <a:effectLst/>
            <a:extLst>
              <a:ext uri="{91240B29-F687-4F45-9708-019B960494DF}">
                <a14:hiddenLine xmlns:a14="http://schemas.microsoft.com/office/drawing/2010/main" w="12700">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4" name="Line 73"/>
            <p:cNvSpPr>
              <a:spLocks noChangeShapeType="1"/>
            </p:cNvSpPr>
            <p:nvPr/>
          </p:nvSpPr>
          <p:spPr bwMode="auto">
            <a:xfrm>
              <a:off x="895" y="3274"/>
              <a:ext cx="1056" cy="0"/>
            </a:xfrm>
            <a:prstGeom prst="line">
              <a:avLst/>
            </a:prstGeom>
            <a:noFill/>
            <a:ln w="127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5" name="Line 74"/>
            <p:cNvSpPr>
              <a:spLocks noChangeShapeType="1"/>
            </p:cNvSpPr>
            <p:nvPr/>
          </p:nvSpPr>
          <p:spPr bwMode="auto">
            <a:xfrm flipV="1">
              <a:off x="799" y="2986"/>
              <a:ext cx="624" cy="288"/>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6" name="Line 75"/>
            <p:cNvSpPr>
              <a:spLocks noChangeShapeType="1"/>
            </p:cNvSpPr>
            <p:nvPr/>
          </p:nvSpPr>
          <p:spPr bwMode="auto">
            <a:xfrm>
              <a:off x="1423" y="2986"/>
              <a:ext cx="576" cy="288"/>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7" name="Text Box 76"/>
            <p:cNvSpPr txBox="1">
              <a:spLocks noChangeArrowheads="1"/>
            </p:cNvSpPr>
            <p:nvPr/>
          </p:nvSpPr>
          <p:spPr bwMode="auto">
            <a:xfrm>
              <a:off x="1326" y="2690"/>
              <a:ext cx="225"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0"/>
                </a:spcBef>
              </a:pPr>
              <a:r>
                <a:rPr lang="en-US" altLang="zh-CN" sz="4000">
                  <a:latin typeface="Bookman Old Style" pitchFamily="18" charset="0"/>
                  <a:ea typeface="宋体" pitchFamily="2" charset="-122"/>
                </a:rPr>
                <a:t>.</a:t>
              </a:r>
            </a:p>
          </p:txBody>
        </p:sp>
        <p:sp>
          <p:nvSpPr>
            <p:cNvPr id="5178" name="Text Box 77"/>
            <p:cNvSpPr txBox="1">
              <a:spLocks noChangeArrowheads="1"/>
            </p:cNvSpPr>
            <p:nvPr/>
          </p:nvSpPr>
          <p:spPr bwMode="auto">
            <a:xfrm>
              <a:off x="703" y="2986"/>
              <a:ext cx="225"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0"/>
                </a:spcBef>
              </a:pPr>
              <a:r>
                <a:rPr lang="en-US" altLang="zh-CN" sz="4000">
                  <a:latin typeface="Bookman Old Style" pitchFamily="18" charset="0"/>
                  <a:ea typeface="宋体" pitchFamily="2" charset="-122"/>
                </a:rPr>
                <a:t>.</a:t>
              </a:r>
            </a:p>
          </p:txBody>
        </p:sp>
        <p:sp>
          <p:nvSpPr>
            <p:cNvPr id="5179" name="Text Box 78"/>
            <p:cNvSpPr txBox="1">
              <a:spLocks noChangeArrowheads="1"/>
            </p:cNvSpPr>
            <p:nvPr/>
          </p:nvSpPr>
          <p:spPr bwMode="auto">
            <a:xfrm>
              <a:off x="1231" y="2602"/>
              <a:ext cx="34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0"/>
                </a:spcBef>
              </a:pPr>
              <a:r>
                <a:rPr lang="en-US" altLang="zh-CN" sz="3600">
                  <a:latin typeface="Bookman Old Style" pitchFamily="18" charset="0"/>
                  <a:ea typeface="宋体" pitchFamily="2" charset="-122"/>
                </a:rPr>
                <a:t>O</a:t>
              </a:r>
            </a:p>
          </p:txBody>
        </p:sp>
        <p:sp>
          <p:nvSpPr>
            <p:cNvPr id="5180" name="Text Box 79"/>
            <p:cNvSpPr txBox="1">
              <a:spLocks noChangeArrowheads="1"/>
            </p:cNvSpPr>
            <p:nvPr/>
          </p:nvSpPr>
          <p:spPr bwMode="auto">
            <a:xfrm>
              <a:off x="1999" y="2746"/>
              <a:ext cx="34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0"/>
                </a:spcBef>
              </a:pPr>
              <a:r>
                <a:rPr lang="en-US" altLang="zh-CN" sz="3600">
                  <a:solidFill>
                    <a:schemeClr val="hlink"/>
                  </a:solidFill>
                  <a:latin typeface="Bookman Old Style" pitchFamily="18" charset="0"/>
                  <a:ea typeface="宋体" pitchFamily="2" charset="-122"/>
                </a:rPr>
                <a:t>H</a:t>
              </a:r>
            </a:p>
          </p:txBody>
        </p:sp>
        <p:sp>
          <p:nvSpPr>
            <p:cNvPr id="5181" name="Text Box 80"/>
            <p:cNvSpPr txBox="1">
              <a:spLocks noChangeArrowheads="1"/>
            </p:cNvSpPr>
            <p:nvPr/>
          </p:nvSpPr>
          <p:spPr bwMode="auto">
            <a:xfrm>
              <a:off x="511" y="2746"/>
              <a:ext cx="34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0"/>
                </a:spcBef>
              </a:pPr>
              <a:r>
                <a:rPr lang="en-US" altLang="zh-CN" sz="3600">
                  <a:solidFill>
                    <a:schemeClr val="hlink"/>
                  </a:solidFill>
                  <a:latin typeface="Bookman Old Style" pitchFamily="18" charset="0"/>
                  <a:ea typeface="宋体" pitchFamily="2" charset="-122"/>
                </a:rPr>
                <a:t>H</a:t>
              </a:r>
            </a:p>
          </p:txBody>
        </p:sp>
      </p:grpSp>
      <p:grpSp>
        <p:nvGrpSpPr>
          <p:cNvPr id="236669" name="Group 125"/>
          <p:cNvGrpSpPr>
            <a:grpSpLocks/>
          </p:cNvGrpSpPr>
          <p:nvPr/>
        </p:nvGrpSpPr>
        <p:grpSpPr bwMode="auto">
          <a:xfrm>
            <a:off x="4217988" y="512763"/>
            <a:ext cx="3927475" cy="1951037"/>
            <a:chOff x="2649" y="2405"/>
            <a:chExt cx="2474" cy="1229"/>
          </a:xfrm>
        </p:grpSpPr>
        <p:sp>
          <p:nvSpPr>
            <p:cNvPr id="5157" name="Line 101"/>
            <p:cNvSpPr>
              <a:spLocks noChangeShapeType="1"/>
            </p:cNvSpPr>
            <p:nvPr/>
          </p:nvSpPr>
          <p:spPr bwMode="auto">
            <a:xfrm>
              <a:off x="3067" y="3405"/>
              <a:ext cx="1632" cy="0"/>
            </a:xfrm>
            <a:prstGeom prst="line">
              <a:avLst/>
            </a:prstGeom>
            <a:noFill/>
            <a:ln w="12700">
              <a:solidFill>
                <a:schemeClr val="hlink"/>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58" name="Rectangle 102"/>
            <p:cNvSpPr>
              <a:spLocks noChangeArrowheads="1"/>
            </p:cNvSpPr>
            <p:nvPr/>
          </p:nvSpPr>
          <p:spPr bwMode="auto">
            <a:xfrm>
              <a:off x="4808" y="3269"/>
              <a:ext cx="315"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zh-CN">
                  <a:solidFill>
                    <a:schemeClr val="hlink"/>
                  </a:solidFill>
                  <a:ea typeface="宋体" pitchFamily="2" charset="-122"/>
                </a:rPr>
                <a:t>H</a:t>
              </a:r>
            </a:p>
          </p:txBody>
        </p:sp>
        <p:sp>
          <p:nvSpPr>
            <p:cNvPr id="5159" name="Rectangle 103"/>
            <p:cNvSpPr>
              <a:spLocks noChangeArrowheads="1"/>
            </p:cNvSpPr>
            <p:nvPr/>
          </p:nvSpPr>
          <p:spPr bwMode="auto">
            <a:xfrm>
              <a:off x="3680" y="2405"/>
              <a:ext cx="315"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zh-CN">
                  <a:solidFill>
                    <a:schemeClr val="hlink"/>
                  </a:solidFill>
                  <a:ea typeface="宋体" pitchFamily="2" charset="-122"/>
                </a:rPr>
                <a:t>O</a:t>
              </a:r>
            </a:p>
          </p:txBody>
        </p:sp>
        <p:sp>
          <p:nvSpPr>
            <p:cNvPr id="5160" name="Rectangle 104"/>
            <p:cNvSpPr>
              <a:spLocks noChangeArrowheads="1"/>
            </p:cNvSpPr>
            <p:nvPr/>
          </p:nvSpPr>
          <p:spPr bwMode="auto">
            <a:xfrm>
              <a:off x="4713" y="3183"/>
              <a:ext cx="25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zh-CN" sz="2800">
                  <a:solidFill>
                    <a:schemeClr val="hlink"/>
                  </a:solidFill>
                  <a:latin typeface="Bookman Old Style" pitchFamily="18" charset="0"/>
                  <a:ea typeface="宋体" pitchFamily="2" charset="-122"/>
                </a:rPr>
                <a:t>+</a:t>
              </a:r>
            </a:p>
          </p:txBody>
        </p:sp>
        <p:sp>
          <p:nvSpPr>
            <p:cNvPr id="5161" name="Rectangle 105"/>
            <p:cNvSpPr>
              <a:spLocks noChangeArrowheads="1"/>
            </p:cNvSpPr>
            <p:nvPr/>
          </p:nvSpPr>
          <p:spPr bwMode="auto">
            <a:xfrm>
              <a:off x="2752" y="3245"/>
              <a:ext cx="315"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zh-CN">
                  <a:solidFill>
                    <a:schemeClr val="hlink"/>
                  </a:solidFill>
                  <a:ea typeface="宋体" pitchFamily="2" charset="-122"/>
                </a:rPr>
                <a:t>H</a:t>
              </a:r>
            </a:p>
          </p:txBody>
        </p:sp>
        <p:sp>
          <p:nvSpPr>
            <p:cNvPr id="5162" name="Rectangle 106"/>
            <p:cNvSpPr>
              <a:spLocks noChangeArrowheads="1"/>
            </p:cNvSpPr>
            <p:nvPr/>
          </p:nvSpPr>
          <p:spPr bwMode="auto">
            <a:xfrm>
              <a:off x="2649" y="3167"/>
              <a:ext cx="25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zh-CN" sz="2800">
                  <a:solidFill>
                    <a:schemeClr val="hlink"/>
                  </a:solidFill>
                  <a:latin typeface="Bookman Old Style" pitchFamily="18" charset="0"/>
                  <a:ea typeface="宋体" pitchFamily="2" charset="-122"/>
                </a:rPr>
                <a:t>+</a:t>
              </a:r>
            </a:p>
          </p:txBody>
        </p:sp>
        <p:sp>
          <p:nvSpPr>
            <p:cNvPr id="5163" name="Line 107"/>
            <p:cNvSpPr>
              <a:spLocks noChangeShapeType="1"/>
            </p:cNvSpPr>
            <p:nvPr/>
          </p:nvSpPr>
          <p:spPr bwMode="auto">
            <a:xfrm flipH="1">
              <a:off x="2947" y="2637"/>
              <a:ext cx="768" cy="624"/>
            </a:xfrm>
            <a:prstGeom prst="line">
              <a:avLst/>
            </a:prstGeom>
            <a:noFill/>
            <a:ln w="127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4" name="Line 108"/>
            <p:cNvSpPr>
              <a:spLocks noChangeShapeType="1"/>
            </p:cNvSpPr>
            <p:nvPr/>
          </p:nvSpPr>
          <p:spPr bwMode="auto">
            <a:xfrm>
              <a:off x="3955" y="2637"/>
              <a:ext cx="816" cy="624"/>
            </a:xfrm>
            <a:prstGeom prst="line">
              <a:avLst/>
            </a:prstGeom>
            <a:noFill/>
            <a:ln w="127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5" name="Line 112"/>
            <p:cNvSpPr>
              <a:spLocks noChangeShapeType="1"/>
            </p:cNvSpPr>
            <p:nvPr/>
          </p:nvSpPr>
          <p:spPr bwMode="auto">
            <a:xfrm>
              <a:off x="3659" y="2490"/>
              <a:ext cx="88" cy="3"/>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6" name="Line 117"/>
            <p:cNvSpPr>
              <a:spLocks noChangeShapeType="1"/>
            </p:cNvSpPr>
            <p:nvPr/>
          </p:nvSpPr>
          <p:spPr bwMode="auto">
            <a:xfrm>
              <a:off x="3539" y="2490"/>
              <a:ext cx="88" cy="3"/>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7" name="Line 122"/>
            <p:cNvSpPr>
              <a:spLocks noChangeShapeType="1"/>
            </p:cNvSpPr>
            <p:nvPr/>
          </p:nvSpPr>
          <p:spPr bwMode="auto">
            <a:xfrm flipH="1">
              <a:off x="3834" y="2781"/>
              <a:ext cx="1" cy="536"/>
            </a:xfrm>
            <a:prstGeom prst="line">
              <a:avLst/>
            </a:prstGeom>
            <a:noFill/>
            <a:ln w="508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168" name="Object 123"/>
            <p:cNvGraphicFramePr>
              <a:graphicFrameLocks noChangeAspect="1"/>
            </p:cNvGraphicFramePr>
            <p:nvPr/>
          </p:nvGraphicFramePr>
          <p:xfrm>
            <a:off x="3919" y="2936"/>
            <a:ext cx="260" cy="347"/>
          </p:xfrm>
          <a:graphic>
            <a:graphicData uri="http://schemas.openxmlformats.org/presentationml/2006/ole">
              <mc:AlternateContent xmlns:mc="http://schemas.openxmlformats.org/markup-compatibility/2006">
                <mc:Choice xmlns:v="urn:schemas-microsoft-com:vml" Requires="v">
                  <p:oleObj spid="_x0000_s5275" name="Equation" r:id="rId3" imgW="152268" imgH="203024" progId="Equation.3">
                    <p:embed/>
                  </p:oleObj>
                </mc:Choice>
                <mc:Fallback>
                  <p:oleObj name="Equation" r:id="rId3" imgW="152268" imgH="203024" progId="Equation.3">
                    <p:embed/>
                    <p:pic>
                      <p:nvPicPr>
                        <p:cNvPr id="0" name="Object 1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19" y="2936"/>
                          <a:ext cx="260" cy="3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6" name="Group 63"/>
          <p:cNvGrpSpPr>
            <a:grpSpLocks/>
          </p:cNvGrpSpPr>
          <p:nvPr/>
        </p:nvGrpSpPr>
        <p:grpSpPr bwMode="auto">
          <a:xfrm>
            <a:off x="755650" y="3402013"/>
            <a:ext cx="8137525" cy="3284537"/>
            <a:chOff x="518" y="669"/>
            <a:chExt cx="4802" cy="3238"/>
          </a:xfrm>
        </p:grpSpPr>
        <p:sp>
          <p:nvSpPr>
            <p:cNvPr id="5128" name="Rectangle 6"/>
            <p:cNvSpPr>
              <a:spLocks noChangeArrowheads="1"/>
            </p:cNvSpPr>
            <p:nvPr/>
          </p:nvSpPr>
          <p:spPr bwMode="auto">
            <a:xfrm>
              <a:off x="518" y="1058"/>
              <a:ext cx="650" cy="3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r>
                <a:rPr lang="zh-CN" altLang="en-US" sz="2800" b="1">
                  <a:solidFill>
                    <a:srgbClr val="0000FF"/>
                  </a:solidFill>
                  <a:ea typeface="华文新魏" pitchFamily="2" charset="-122"/>
                </a:rPr>
                <a:t>分子</a:t>
              </a:r>
            </a:p>
          </p:txBody>
        </p:sp>
        <p:sp>
          <p:nvSpPr>
            <p:cNvPr id="5129" name="Rectangle 10"/>
            <p:cNvSpPr>
              <a:spLocks noChangeArrowheads="1"/>
            </p:cNvSpPr>
            <p:nvPr/>
          </p:nvSpPr>
          <p:spPr bwMode="auto">
            <a:xfrm>
              <a:off x="610" y="1585"/>
              <a:ext cx="65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zh-CN" sz="2500">
                  <a:solidFill>
                    <a:srgbClr val="0000FF"/>
                  </a:solidFill>
                  <a:ea typeface="宋体" pitchFamily="2" charset="-122"/>
                </a:rPr>
                <a:t>HCl</a:t>
              </a:r>
            </a:p>
            <a:p>
              <a:endParaRPr lang="en-US" altLang="zh-CN" sz="2500">
                <a:solidFill>
                  <a:srgbClr val="0000FF"/>
                </a:solidFill>
                <a:ea typeface="宋体" pitchFamily="2" charset="-122"/>
              </a:endParaRPr>
            </a:p>
          </p:txBody>
        </p:sp>
        <p:sp>
          <p:nvSpPr>
            <p:cNvPr id="5130" name="Rectangle 11"/>
            <p:cNvSpPr>
              <a:spLocks noChangeArrowheads="1"/>
            </p:cNvSpPr>
            <p:nvPr/>
          </p:nvSpPr>
          <p:spPr bwMode="auto">
            <a:xfrm>
              <a:off x="1492" y="1577"/>
              <a:ext cx="107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tabLst>
                  <a:tab pos="650875" algn="dec"/>
                </a:tabLst>
              </a:pPr>
              <a:r>
                <a:rPr lang="en-US" altLang="zh-CN" sz="2800">
                  <a:solidFill>
                    <a:srgbClr val="0000FF"/>
                  </a:solidFill>
                  <a:ea typeface="宋体" pitchFamily="2" charset="-122"/>
                </a:rPr>
                <a:t>3. 43 </a:t>
              </a:r>
            </a:p>
            <a:p>
              <a:pPr algn="just">
                <a:tabLst>
                  <a:tab pos="650875" algn="dec"/>
                </a:tabLst>
              </a:pPr>
              <a:endParaRPr lang="en-US" altLang="zh-CN" sz="2800">
                <a:solidFill>
                  <a:srgbClr val="0000FF"/>
                </a:solidFill>
                <a:ea typeface="宋体" pitchFamily="2" charset="-122"/>
              </a:endParaRPr>
            </a:p>
          </p:txBody>
        </p:sp>
        <p:sp>
          <p:nvSpPr>
            <p:cNvPr id="5131" name="Rectangle 12"/>
            <p:cNvSpPr>
              <a:spLocks noChangeArrowheads="1"/>
            </p:cNvSpPr>
            <p:nvPr/>
          </p:nvSpPr>
          <p:spPr bwMode="auto">
            <a:xfrm>
              <a:off x="3012" y="1547"/>
              <a:ext cx="649"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zh-CN" sz="2500" b="1">
                  <a:solidFill>
                    <a:schemeClr val="tx1"/>
                  </a:solidFill>
                  <a:ea typeface="宋体" pitchFamily="2" charset="-122"/>
                </a:rPr>
                <a:t>H</a:t>
              </a:r>
              <a:r>
                <a:rPr lang="en-US" altLang="zh-CN" sz="2500" b="1" baseline="-30000">
                  <a:solidFill>
                    <a:schemeClr val="tx1"/>
                  </a:solidFill>
                  <a:ea typeface="宋体" pitchFamily="2" charset="-122"/>
                </a:rPr>
                <a:t>2</a:t>
              </a:r>
              <a:r>
                <a:rPr lang="en-US" altLang="zh-CN" sz="2500" b="1">
                  <a:solidFill>
                    <a:schemeClr val="tx1"/>
                  </a:solidFill>
                  <a:ea typeface="宋体" pitchFamily="2" charset="-122"/>
                </a:rPr>
                <a:t>S</a:t>
              </a:r>
            </a:p>
            <a:p>
              <a:endParaRPr lang="en-US" altLang="zh-CN" sz="2500" b="1">
                <a:solidFill>
                  <a:schemeClr val="tx1"/>
                </a:solidFill>
                <a:ea typeface="宋体" pitchFamily="2" charset="-122"/>
              </a:endParaRPr>
            </a:p>
          </p:txBody>
        </p:sp>
        <p:sp>
          <p:nvSpPr>
            <p:cNvPr id="5132" name="Rectangle 13"/>
            <p:cNvSpPr>
              <a:spLocks noChangeArrowheads="1"/>
            </p:cNvSpPr>
            <p:nvPr/>
          </p:nvSpPr>
          <p:spPr bwMode="auto">
            <a:xfrm>
              <a:off x="3937" y="1611"/>
              <a:ext cx="1075"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tabLst>
                  <a:tab pos="695325" algn="dec"/>
                </a:tabLst>
              </a:pPr>
              <a:r>
                <a:rPr lang="en-US" altLang="zh-CN" sz="2800" b="1">
                  <a:solidFill>
                    <a:schemeClr val="tx1"/>
                  </a:solidFill>
                  <a:ea typeface="宋体" pitchFamily="2" charset="-122"/>
                </a:rPr>
                <a:t>5. 3</a:t>
              </a:r>
            </a:p>
            <a:p>
              <a:pPr algn="just">
                <a:tabLst>
                  <a:tab pos="695325" algn="dec"/>
                </a:tabLst>
              </a:pPr>
              <a:endParaRPr lang="en-US" altLang="zh-CN" sz="2800" b="1">
                <a:solidFill>
                  <a:schemeClr val="tx1"/>
                </a:solidFill>
                <a:ea typeface="宋体" pitchFamily="2" charset="-122"/>
              </a:endParaRPr>
            </a:p>
          </p:txBody>
        </p:sp>
        <p:sp>
          <p:nvSpPr>
            <p:cNvPr id="5133" name="Rectangle 14"/>
            <p:cNvSpPr>
              <a:spLocks noChangeArrowheads="1"/>
            </p:cNvSpPr>
            <p:nvPr/>
          </p:nvSpPr>
          <p:spPr bwMode="auto">
            <a:xfrm>
              <a:off x="602" y="2124"/>
              <a:ext cx="65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zh-CN" sz="2500">
                  <a:solidFill>
                    <a:srgbClr val="0000FF"/>
                  </a:solidFill>
                  <a:ea typeface="宋体" pitchFamily="2" charset="-122"/>
                </a:rPr>
                <a:t>HBr</a:t>
              </a:r>
            </a:p>
            <a:p>
              <a:endParaRPr lang="en-US" altLang="zh-CN" sz="2500">
                <a:solidFill>
                  <a:srgbClr val="0000FF"/>
                </a:solidFill>
                <a:ea typeface="宋体" pitchFamily="2" charset="-122"/>
              </a:endParaRPr>
            </a:p>
          </p:txBody>
        </p:sp>
        <p:sp>
          <p:nvSpPr>
            <p:cNvPr id="5134" name="Rectangle 15"/>
            <p:cNvSpPr>
              <a:spLocks noChangeArrowheads="1"/>
            </p:cNvSpPr>
            <p:nvPr/>
          </p:nvSpPr>
          <p:spPr bwMode="auto">
            <a:xfrm>
              <a:off x="1492" y="2084"/>
              <a:ext cx="107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tabLst>
                  <a:tab pos="650875" algn="dec"/>
                </a:tabLst>
              </a:pPr>
              <a:r>
                <a:rPr lang="en-US" altLang="zh-CN" sz="2800">
                  <a:solidFill>
                    <a:srgbClr val="0000FF"/>
                  </a:solidFill>
                  <a:ea typeface="宋体" pitchFamily="2" charset="-122"/>
                </a:rPr>
                <a:t>2. 60</a:t>
              </a:r>
            </a:p>
            <a:p>
              <a:pPr algn="just">
                <a:tabLst>
                  <a:tab pos="650875" algn="dec"/>
                </a:tabLst>
              </a:pPr>
              <a:endParaRPr lang="en-US" altLang="zh-CN" sz="2800">
                <a:solidFill>
                  <a:srgbClr val="0000FF"/>
                </a:solidFill>
                <a:ea typeface="宋体" pitchFamily="2" charset="-122"/>
              </a:endParaRPr>
            </a:p>
          </p:txBody>
        </p:sp>
        <p:sp>
          <p:nvSpPr>
            <p:cNvPr id="5135" name="Rectangle 16"/>
            <p:cNvSpPr>
              <a:spLocks noChangeArrowheads="1"/>
            </p:cNvSpPr>
            <p:nvPr/>
          </p:nvSpPr>
          <p:spPr bwMode="auto">
            <a:xfrm>
              <a:off x="3061" y="2070"/>
              <a:ext cx="649"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zh-CN" sz="2500" b="1">
                  <a:solidFill>
                    <a:schemeClr val="tx1"/>
                  </a:solidFill>
                  <a:ea typeface="宋体" pitchFamily="2" charset="-122"/>
                </a:rPr>
                <a:t>SO</a:t>
              </a:r>
              <a:r>
                <a:rPr lang="en-US" altLang="zh-CN" sz="2500" b="1" baseline="-30000">
                  <a:solidFill>
                    <a:schemeClr val="tx1"/>
                  </a:solidFill>
                  <a:ea typeface="宋体" pitchFamily="2" charset="-122"/>
                </a:rPr>
                <a:t>2</a:t>
              </a:r>
              <a:endParaRPr lang="en-US" altLang="zh-CN" sz="2500" b="1">
                <a:solidFill>
                  <a:schemeClr val="tx1"/>
                </a:solidFill>
                <a:ea typeface="宋体" pitchFamily="2" charset="-122"/>
              </a:endParaRPr>
            </a:p>
            <a:p>
              <a:endParaRPr lang="en-US" altLang="zh-CN" sz="2500" b="1">
                <a:solidFill>
                  <a:schemeClr val="tx1"/>
                </a:solidFill>
                <a:ea typeface="宋体" pitchFamily="2" charset="-122"/>
              </a:endParaRPr>
            </a:p>
          </p:txBody>
        </p:sp>
        <p:sp>
          <p:nvSpPr>
            <p:cNvPr id="5136" name="Rectangle 17"/>
            <p:cNvSpPr>
              <a:spLocks noChangeArrowheads="1"/>
            </p:cNvSpPr>
            <p:nvPr/>
          </p:nvSpPr>
          <p:spPr bwMode="auto">
            <a:xfrm>
              <a:off x="3962" y="2110"/>
              <a:ext cx="1075"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tabLst>
                  <a:tab pos="695325" algn="dec"/>
                </a:tabLst>
              </a:pPr>
              <a:r>
                <a:rPr lang="en-US" altLang="zh-CN" sz="2800" b="1">
                  <a:solidFill>
                    <a:schemeClr val="tx1"/>
                  </a:solidFill>
                  <a:ea typeface="宋体" pitchFamily="2" charset="-122"/>
                </a:rPr>
                <a:t>5. 3</a:t>
              </a:r>
            </a:p>
            <a:p>
              <a:pPr algn="just">
                <a:tabLst>
                  <a:tab pos="695325" algn="dec"/>
                </a:tabLst>
              </a:pPr>
              <a:endParaRPr lang="en-US" altLang="zh-CN" sz="2800" b="1">
                <a:solidFill>
                  <a:schemeClr val="tx1"/>
                </a:solidFill>
                <a:ea typeface="宋体" pitchFamily="2" charset="-122"/>
              </a:endParaRPr>
            </a:p>
          </p:txBody>
        </p:sp>
        <p:sp>
          <p:nvSpPr>
            <p:cNvPr id="5137" name="Rectangle 18"/>
            <p:cNvSpPr>
              <a:spLocks noChangeArrowheads="1"/>
            </p:cNvSpPr>
            <p:nvPr/>
          </p:nvSpPr>
          <p:spPr bwMode="auto">
            <a:xfrm>
              <a:off x="602" y="2566"/>
              <a:ext cx="65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zh-CN" sz="2500">
                  <a:solidFill>
                    <a:srgbClr val="0000FF"/>
                  </a:solidFill>
                  <a:ea typeface="宋体" pitchFamily="2" charset="-122"/>
                </a:rPr>
                <a:t>HI</a:t>
              </a:r>
            </a:p>
            <a:p>
              <a:endParaRPr lang="en-US" altLang="zh-CN" sz="2500">
                <a:solidFill>
                  <a:srgbClr val="0000FF"/>
                </a:solidFill>
                <a:ea typeface="宋体" pitchFamily="2" charset="-122"/>
              </a:endParaRPr>
            </a:p>
          </p:txBody>
        </p:sp>
        <p:sp>
          <p:nvSpPr>
            <p:cNvPr id="5138" name="Rectangle 19"/>
            <p:cNvSpPr>
              <a:spLocks noChangeArrowheads="1"/>
            </p:cNvSpPr>
            <p:nvPr/>
          </p:nvSpPr>
          <p:spPr bwMode="auto">
            <a:xfrm>
              <a:off x="1500" y="2559"/>
              <a:ext cx="107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tabLst>
                  <a:tab pos="650875" algn="dec"/>
                </a:tabLst>
              </a:pPr>
              <a:r>
                <a:rPr lang="en-US" altLang="zh-CN" sz="2800">
                  <a:solidFill>
                    <a:srgbClr val="0000FF"/>
                  </a:solidFill>
                  <a:ea typeface="宋体" pitchFamily="2" charset="-122"/>
                </a:rPr>
                <a:t>1. 26</a:t>
              </a:r>
            </a:p>
            <a:p>
              <a:pPr algn="just">
                <a:tabLst>
                  <a:tab pos="650875" algn="dec"/>
                </a:tabLst>
              </a:pPr>
              <a:endParaRPr lang="en-US" altLang="zh-CN" sz="2800">
                <a:solidFill>
                  <a:srgbClr val="0000FF"/>
                </a:solidFill>
                <a:ea typeface="宋体" pitchFamily="2" charset="-122"/>
              </a:endParaRPr>
            </a:p>
          </p:txBody>
        </p:sp>
        <p:sp>
          <p:nvSpPr>
            <p:cNvPr id="5139" name="Rectangle 20"/>
            <p:cNvSpPr>
              <a:spLocks noChangeArrowheads="1"/>
            </p:cNvSpPr>
            <p:nvPr/>
          </p:nvSpPr>
          <p:spPr bwMode="auto">
            <a:xfrm>
              <a:off x="3061" y="2544"/>
              <a:ext cx="649"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zh-CN" sz="2500" b="1">
                  <a:solidFill>
                    <a:schemeClr val="tx1"/>
                  </a:solidFill>
                  <a:ea typeface="宋体" pitchFamily="2" charset="-122"/>
                </a:rPr>
                <a:t>NH</a:t>
              </a:r>
              <a:r>
                <a:rPr lang="en-US" altLang="zh-CN" sz="2500" b="1" baseline="-30000">
                  <a:solidFill>
                    <a:schemeClr val="tx1"/>
                  </a:solidFill>
                  <a:ea typeface="宋体" pitchFamily="2" charset="-122"/>
                </a:rPr>
                <a:t>3</a:t>
              </a:r>
              <a:endParaRPr lang="en-US" altLang="zh-CN" sz="2500" b="1">
                <a:solidFill>
                  <a:schemeClr val="tx1"/>
                </a:solidFill>
                <a:ea typeface="宋体" pitchFamily="2" charset="-122"/>
              </a:endParaRPr>
            </a:p>
            <a:p>
              <a:endParaRPr lang="en-US" altLang="zh-CN" sz="2500" b="1">
                <a:solidFill>
                  <a:schemeClr val="tx1"/>
                </a:solidFill>
                <a:ea typeface="宋体" pitchFamily="2" charset="-122"/>
              </a:endParaRPr>
            </a:p>
          </p:txBody>
        </p:sp>
        <p:sp>
          <p:nvSpPr>
            <p:cNvPr id="5140" name="Rectangle 21"/>
            <p:cNvSpPr>
              <a:spLocks noChangeArrowheads="1"/>
            </p:cNvSpPr>
            <p:nvPr/>
          </p:nvSpPr>
          <p:spPr bwMode="auto">
            <a:xfrm>
              <a:off x="3968" y="2541"/>
              <a:ext cx="1075"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tabLst>
                  <a:tab pos="695325" algn="dec"/>
                </a:tabLst>
              </a:pPr>
              <a:r>
                <a:rPr lang="en-US" altLang="zh-CN" sz="2800" b="1">
                  <a:solidFill>
                    <a:schemeClr val="tx1"/>
                  </a:solidFill>
                  <a:ea typeface="宋体" pitchFamily="2" charset="-122"/>
                </a:rPr>
                <a:t>5. 0</a:t>
              </a:r>
            </a:p>
            <a:p>
              <a:pPr algn="just">
                <a:tabLst>
                  <a:tab pos="695325" algn="dec"/>
                </a:tabLst>
              </a:pPr>
              <a:endParaRPr lang="en-US" altLang="zh-CN" sz="2800" b="1">
                <a:solidFill>
                  <a:schemeClr val="tx1"/>
                </a:solidFill>
                <a:ea typeface="宋体" pitchFamily="2" charset="-122"/>
              </a:endParaRPr>
            </a:p>
          </p:txBody>
        </p:sp>
        <p:sp>
          <p:nvSpPr>
            <p:cNvPr id="5141" name="Rectangle 22"/>
            <p:cNvSpPr>
              <a:spLocks noChangeArrowheads="1"/>
            </p:cNvSpPr>
            <p:nvPr/>
          </p:nvSpPr>
          <p:spPr bwMode="auto">
            <a:xfrm>
              <a:off x="602" y="3008"/>
              <a:ext cx="65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zh-CN" sz="2500">
                  <a:solidFill>
                    <a:srgbClr val="0000FF"/>
                  </a:solidFill>
                  <a:ea typeface="宋体" pitchFamily="2" charset="-122"/>
                </a:rPr>
                <a:t>CO</a:t>
              </a:r>
            </a:p>
            <a:p>
              <a:endParaRPr lang="en-US" altLang="zh-CN" sz="2500">
                <a:solidFill>
                  <a:srgbClr val="0000FF"/>
                </a:solidFill>
                <a:ea typeface="宋体" pitchFamily="2" charset="-122"/>
              </a:endParaRPr>
            </a:p>
          </p:txBody>
        </p:sp>
        <p:sp>
          <p:nvSpPr>
            <p:cNvPr id="5142" name="Rectangle 23"/>
            <p:cNvSpPr>
              <a:spLocks noChangeArrowheads="1"/>
            </p:cNvSpPr>
            <p:nvPr/>
          </p:nvSpPr>
          <p:spPr bwMode="auto">
            <a:xfrm>
              <a:off x="1501" y="2968"/>
              <a:ext cx="107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tabLst>
                  <a:tab pos="650875" algn="dec"/>
                </a:tabLst>
              </a:pPr>
              <a:r>
                <a:rPr lang="en-US" altLang="zh-CN" sz="2800">
                  <a:solidFill>
                    <a:srgbClr val="0000FF"/>
                  </a:solidFill>
                  <a:ea typeface="宋体" pitchFamily="2" charset="-122"/>
                </a:rPr>
                <a:t>0. 40</a:t>
              </a:r>
            </a:p>
            <a:p>
              <a:pPr algn="just">
                <a:tabLst>
                  <a:tab pos="650875" algn="dec"/>
                </a:tabLst>
              </a:pPr>
              <a:endParaRPr lang="en-US" altLang="zh-CN" sz="2800">
                <a:solidFill>
                  <a:srgbClr val="0000FF"/>
                </a:solidFill>
                <a:ea typeface="宋体" pitchFamily="2" charset="-122"/>
              </a:endParaRPr>
            </a:p>
          </p:txBody>
        </p:sp>
        <p:sp>
          <p:nvSpPr>
            <p:cNvPr id="5143" name="Rectangle 24"/>
            <p:cNvSpPr>
              <a:spLocks noChangeArrowheads="1"/>
            </p:cNvSpPr>
            <p:nvPr/>
          </p:nvSpPr>
          <p:spPr bwMode="auto">
            <a:xfrm>
              <a:off x="2882" y="3009"/>
              <a:ext cx="1136"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zh-CN" sz="2500" b="1">
                  <a:solidFill>
                    <a:schemeClr val="tx1"/>
                  </a:solidFill>
                  <a:ea typeface="宋体" pitchFamily="2" charset="-122"/>
                </a:rPr>
                <a:t>C</a:t>
              </a:r>
              <a:r>
                <a:rPr lang="en-US" altLang="zh-CN" sz="2500" b="1" baseline="-30000">
                  <a:solidFill>
                    <a:schemeClr val="tx1"/>
                  </a:solidFill>
                  <a:ea typeface="宋体" pitchFamily="2" charset="-122"/>
                </a:rPr>
                <a:t>2</a:t>
              </a:r>
              <a:r>
                <a:rPr lang="en-US" altLang="zh-CN" sz="2500" b="1">
                  <a:solidFill>
                    <a:schemeClr val="tx1"/>
                  </a:solidFill>
                  <a:ea typeface="宋体" pitchFamily="2" charset="-122"/>
                </a:rPr>
                <a:t>H</a:t>
              </a:r>
              <a:r>
                <a:rPr lang="en-US" altLang="zh-CN" sz="2500" b="1" baseline="-30000">
                  <a:solidFill>
                    <a:schemeClr val="tx1"/>
                  </a:solidFill>
                  <a:ea typeface="宋体" pitchFamily="2" charset="-122"/>
                </a:rPr>
                <a:t>5</a:t>
              </a:r>
              <a:r>
                <a:rPr lang="en-US" altLang="zh-CN" sz="2500" b="1">
                  <a:solidFill>
                    <a:schemeClr val="tx1"/>
                  </a:solidFill>
                  <a:ea typeface="宋体" pitchFamily="2" charset="-122"/>
                </a:rPr>
                <a:t>OH</a:t>
              </a:r>
            </a:p>
            <a:p>
              <a:endParaRPr lang="en-US" altLang="zh-CN" sz="2500" b="1">
                <a:solidFill>
                  <a:schemeClr val="tx1"/>
                </a:solidFill>
                <a:ea typeface="宋体" pitchFamily="2" charset="-122"/>
              </a:endParaRPr>
            </a:p>
          </p:txBody>
        </p:sp>
        <p:sp>
          <p:nvSpPr>
            <p:cNvPr id="5144" name="Rectangle 25"/>
            <p:cNvSpPr>
              <a:spLocks noChangeArrowheads="1"/>
            </p:cNvSpPr>
            <p:nvPr/>
          </p:nvSpPr>
          <p:spPr bwMode="auto">
            <a:xfrm>
              <a:off x="3978" y="2967"/>
              <a:ext cx="1075"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tabLst>
                  <a:tab pos="695325" algn="dec"/>
                </a:tabLst>
              </a:pPr>
              <a:r>
                <a:rPr lang="en-US" altLang="zh-CN" sz="2800" b="1">
                  <a:solidFill>
                    <a:schemeClr val="tx1"/>
                  </a:solidFill>
                  <a:ea typeface="宋体" pitchFamily="2" charset="-122"/>
                </a:rPr>
                <a:t>3. 66</a:t>
              </a:r>
            </a:p>
            <a:p>
              <a:pPr algn="just">
                <a:tabLst>
                  <a:tab pos="695325" algn="dec"/>
                </a:tabLst>
              </a:pPr>
              <a:endParaRPr lang="en-US" altLang="zh-CN" sz="2800" b="1">
                <a:solidFill>
                  <a:schemeClr val="tx1"/>
                </a:solidFill>
                <a:ea typeface="宋体" pitchFamily="2" charset="-122"/>
              </a:endParaRPr>
            </a:p>
          </p:txBody>
        </p:sp>
        <p:sp>
          <p:nvSpPr>
            <p:cNvPr id="5145" name="Rectangle 39"/>
            <p:cNvSpPr>
              <a:spLocks noChangeArrowheads="1"/>
            </p:cNvSpPr>
            <p:nvPr/>
          </p:nvSpPr>
          <p:spPr bwMode="auto">
            <a:xfrm>
              <a:off x="2887" y="1097"/>
              <a:ext cx="533" cy="5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zh-CN" altLang="en-US" sz="2800" b="1">
                  <a:solidFill>
                    <a:schemeClr val="tx1"/>
                  </a:solidFill>
                  <a:ea typeface="华文新魏" pitchFamily="2" charset="-122"/>
                </a:rPr>
                <a:t>分子</a:t>
              </a:r>
            </a:p>
          </p:txBody>
        </p:sp>
        <p:sp>
          <p:nvSpPr>
            <p:cNvPr id="5146" name="Rectangle 48"/>
            <p:cNvSpPr>
              <a:spLocks noChangeArrowheads="1"/>
            </p:cNvSpPr>
            <p:nvPr/>
          </p:nvSpPr>
          <p:spPr bwMode="auto">
            <a:xfrm>
              <a:off x="1199" y="1032"/>
              <a:ext cx="1442" cy="5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altLang="zh-CN" sz="2800" b="1" i="1">
                  <a:solidFill>
                    <a:srgbClr val="0000FF"/>
                  </a:solidFill>
                  <a:ea typeface="宋体" pitchFamily="2" charset="-122"/>
                </a:rPr>
                <a:t>p</a:t>
              </a:r>
              <a:r>
                <a:rPr lang="en-US" altLang="zh-CN" sz="2800" b="1">
                  <a:solidFill>
                    <a:srgbClr val="0000FF"/>
                  </a:solidFill>
                  <a:ea typeface="宋体" pitchFamily="2" charset="-122"/>
                </a:rPr>
                <a:t> / (10</a:t>
              </a:r>
              <a:r>
                <a:rPr lang="en-US" altLang="zh-CN" sz="2800" b="1" baseline="30000">
                  <a:solidFill>
                    <a:srgbClr val="0000FF"/>
                  </a:solidFill>
                  <a:ea typeface="宋体" pitchFamily="2" charset="-122"/>
                  <a:sym typeface="Symbol" pitchFamily="18" charset="2"/>
                </a:rPr>
                <a:t></a:t>
              </a:r>
              <a:r>
                <a:rPr lang="en-US" altLang="zh-CN" sz="2800" b="1" baseline="30000">
                  <a:solidFill>
                    <a:srgbClr val="0000FF"/>
                  </a:solidFill>
                  <a:ea typeface="宋体" pitchFamily="2" charset="-122"/>
                </a:rPr>
                <a:t>30</a:t>
              </a:r>
              <a:r>
                <a:rPr lang="en-US" altLang="zh-CN" sz="2800" b="1">
                  <a:solidFill>
                    <a:srgbClr val="0000FF"/>
                  </a:solidFill>
                  <a:ea typeface="宋体" pitchFamily="2" charset="-122"/>
                  <a:sym typeface="Symbol" pitchFamily="18" charset="2"/>
                </a:rPr>
                <a:t>C  m)</a:t>
              </a:r>
              <a:endParaRPr lang="en-US" altLang="zh-CN" sz="2800" b="1" baseline="30000">
                <a:solidFill>
                  <a:srgbClr val="0000FF"/>
                </a:solidFill>
                <a:ea typeface="宋体" pitchFamily="2" charset="-122"/>
              </a:endParaRPr>
            </a:p>
          </p:txBody>
        </p:sp>
        <p:sp>
          <p:nvSpPr>
            <p:cNvPr id="5147" name="Rectangle 49"/>
            <p:cNvSpPr>
              <a:spLocks noChangeArrowheads="1"/>
            </p:cNvSpPr>
            <p:nvPr/>
          </p:nvSpPr>
          <p:spPr bwMode="auto">
            <a:xfrm>
              <a:off x="3571" y="1051"/>
              <a:ext cx="1442" cy="5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altLang="zh-CN" sz="2800" b="1" i="1">
                  <a:solidFill>
                    <a:schemeClr val="tx1"/>
                  </a:solidFill>
                  <a:ea typeface="宋体" pitchFamily="2" charset="-122"/>
                </a:rPr>
                <a:t>p</a:t>
              </a:r>
              <a:r>
                <a:rPr lang="en-US" altLang="zh-CN" sz="2800" b="1">
                  <a:solidFill>
                    <a:schemeClr val="tx1"/>
                  </a:solidFill>
                  <a:ea typeface="宋体" pitchFamily="2" charset="-122"/>
                </a:rPr>
                <a:t> / (10</a:t>
              </a:r>
              <a:r>
                <a:rPr lang="en-US" altLang="zh-CN" sz="2800" b="1" baseline="30000">
                  <a:solidFill>
                    <a:schemeClr val="tx1"/>
                  </a:solidFill>
                  <a:ea typeface="宋体" pitchFamily="2" charset="-122"/>
                  <a:sym typeface="Symbol" pitchFamily="18" charset="2"/>
                </a:rPr>
                <a:t></a:t>
              </a:r>
              <a:r>
                <a:rPr lang="en-US" altLang="zh-CN" sz="2800" b="1" baseline="30000">
                  <a:solidFill>
                    <a:schemeClr val="tx1"/>
                  </a:solidFill>
                  <a:ea typeface="宋体" pitchFamily="2" charset="-122"/>
                </a:rPr>
                <a:t>30</a:t>
              </a:r>
              <a:r>
                <a:rPr lang="en-US" altLang="zh-CN" sz="2800" b="1">
                  <a:solidFill>
                    <a:schemeClr val="tx1"/>
                  </a:solidFill>
                  <a:ea typeface="宋体" pitchFamily="2" charset="-122"/>
                  <a:sym typeface="Symbol" pitchFamily="18" charset="2"/>
                </a:rPr>
                <a:t>C  m)</a:t>
              </a:r>
              <a:endParaRPr lang="en-US" altLang="zh-CN" sz="2800" b="1" baseline="30000">
                <a:solidFill>
                  <a:schemeClr val="tx1"/>
                </a:solidFill>
                <a:ea typeface="宋体" pitchFamily="2" charset="-122"/>
              </a:endParaRPr>
            </a:p>
          </p:txBody>
        </p:sp>
        <p:sp>
          <p:nvSpPr>
            <p:cNvPr id="5148" name="Rectangle 50"/>
            <p:cNvSpPr>
              <a:spLocks noChangeArrowheads="1"/>
            </p:cNvSpPr>
            <p:nvPr/>
          </p:nvSpPr>
          <p:spPr bwMode="auto">
            <a:xfrm>
              <a:off x="606" y="3437"/>
              <a:ext cx="445"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altLang="zh-CN" sz="2500">
                  <a:solidFill>
                    <a:srgbClr val="0000FF"/>
                  </a:solidFill>
                  <a:ea typeface="宋体" pitchFamily="2" charset="-122"/>
                </a:rPr>
                <a:t>H</a:t>
              </a:r>
              <a:r>
                <a:rPr lang="en-US" altLang="zh-CN" sz="2500" baseline="-30000">
                  <a:solidFill>
                    <a:srgbClr val="0000FF"/>
                  </a:solidFill>
                  <a:ea typeface="宋体" pitchFamily="2" charset="-122"/>
                </a:rPr>
                <a:t>2</a:t>
              </a:r>
              <a:r>
                <a:rPr lang="en-US" altLang="zh-CN" sz="2500">
                  <a:solidFill>
                    <a:srgbClr val="0000FF"/>
                  </a:solidFill>
                  <a:ea typeface="宋体" pitchFamily="2" charset="-122"/>
                </a:rPr>
                <a:t>O</a:t>
              </a:r>
            </a:p>
          </p:txBody>
        </p:sp>
        <p:sp>
          <p:nvSpPr>
            <p:cNvPr id="5149" name="Rectangle 51"/>
            <p:cNvSpPr>
              <a:spLocks noChangeArrowheads="1"/>
            </p:cNvSpPr>
            <p:nvPr/>
          </p:nvSpPr>
          <p:spPr bwMode="auto">
            <a:xfrm>
              <a:off x="1582" y="3429"/>
              <a:ext cx="45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altLang="zh-CN" sz="2800">
                  <a:solidFill>
                    <a:srgbClr val="0000FF"/>
                  </a:solidFill>
                  <a:ea typeface="宋体" pitchFamily="2" charset="-122"/>
                </a:rPr>
                <a:t>6. 2</a:t>
              </a:r>
            </a:p>
          </p:txBody>
        </p:sp>
        <p:sp>
          <p:nvSpPr>
            <p:cNvPr id="5150" name="Line 54"/>
            <p:cNvSpPr>
              <a:spLocks noChangeShapeType="1"/>
            </p:cNvSpPr>
            <p:nvPr/>
          </p:nvSpPr>
          <p:spPr bwMode="auto">
            <a:xfrm>
              <a:off x="551" y="1619"/>
              <a:ext cx="475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151" name="Line 55"/>
            <p:cNvSpPr>
              <a:spLocks noChangeShapeType="1"/>
            </p:cNvSpPr>
            <p:nvPr/>
          </p:nvSpPr>
          <p:spPr bwMode="auto">
            <a:xfrm>
              <a:off x="566" y="2019"/>
              <a:ext cx="475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152" name="Line 56"/>
            <p:cNvSpPr>
              <a:spLocks noChangeShapeType="1"/>
            </p:cNvSpPr>
            <p:nvPr/>
          </p:nvSpPr>
          <p:spPr bwMode="auto">
            <a:xfrm>
              <a:off x="541" y="2512"/>
              <a:ext cx="475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153" name="Line 57"/>
            <p:cNvSpPr>
              <a:spLocks noChangeShapeType="1"/>
            </p:cNvSpPr>
            <p:nvPr/>
          </p:nvSpPr>
          <p:spPr bwMode="auto">
            <a:xfrm>
              <a:off x="525" y="2966"/>
              <a:ext cx="475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154" name="Line 58"/>
            <p:cNvSpPr>
              <a:spLocks noChangeShapeType="1"/>
            </p:cNvSpPr>
            <p:nvPr/>
          </p:nvSpPr>
          <p:spPr bwMode="auto">
            <a:xfrm>
              <a:off x="525" y="3404"/>
              <a:ext cx="475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155" name="Line 59"/>
            <p:cNvSpPr>
              <a:spLocks noChangeShapeType="1"/>
            </p:cNvSpPr>
            <p:nvPr/>
          </p:nvSpPr>
          <p:spPr bwMode="auto">
            <a:xfrm>
              <a:off x="566" y="3819"/>
              <a:ext cx="475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156" name="Text Box 61"/>
            <p:cNvSpPr txBox="1">
              <a:spLocks noChangeArrowheads="1"/>
            </p:cNvSpPr>
            <p:nvPr/>
          </p:nvSpPr>
          <p:spPr bwMode="auto">
            <a:xfrm>
              <a:off x="1557" y="669"/>
              <a:ext cx="2555"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r>
                <a:rPr lang="zh-CN" altLang="en-US" sz="2500">
                  <a:solidFill>
                    <a:srgbClr val="993300"/>
                  </a:solidFill>
                  <a:latin typeface="华文新魏" pitchFamily="2" charset="-122"/>
                  <a:ea typeface="华文新魏" pitchFamily="2" charset="-122"/>
                </a:rPr>
                <a:t>有极分子的电偶极矩</a:t>
              </a:r>
              <a:r>
                <a:rPr lang="zh-CN" altLang="en-US" sz="2500">
                  <a:solidFill>
                    <a:srgbClr val="993300"/>
                  </a:solidFill>
                  <a:latin typeface="黑体" pitchFamily="49" charset="-122"/>
                </a:rPr>
                <a:t> </a:t>
              </a:r>
            </a:p>
          </p:txBody>
        </p:sp>
      </p:grpSp>
      <p:sp>
        <p:nvSpPr>
          <p:cNvPr id="5127" name="AutoShape 63" descr="http://t1.baidu.com/it/u=3720589495,4106183313&amp;fm=0&amp;gp=0.jpg"/>
          <p:cNvSpPr>
            <a:spLocks noChangeAspect="1" noChangeArrowheads="1"/>
          </p:cNvSpPr>
          <p:nvPr/>
        </p:nvSpPr>
        <p:spPr bwMode="auto">
          <a:xfrm>
            <a:off x="153988" y="-152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3655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23666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23666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236546"/>
                                        </p:tgtEl>
                                        <p:attrNameLst>
                                          <p:attrName>style.visibility</p:attrName>
                                        </p:attrNameLst>
                                      </p:cBhvr>
                                      <p:to>
                                        <p:strVal val="visible"/>
                                      </p:to>
                                    </p:set>
                                    <p:animEffect transition="in" filter="wipe(left)">
                                      <p:cBhvr>
                                        <p:cTn id="19" dur="500"/>
                                        <p:tgtEl>
                                          <p:spTgt spid="236546"/>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nodeType="clickEffect">
                                  <p:stCondLst>
                                    <p:cond delay="0"/>
                                  </p:stCondLst>
                                  <p:childTnLst>
                                    <p:set>
                                      <p:cBhvr>
                                        <p:cTn id="23" dur="1" fill="hold">
                                          <p:stCondLst>
                                            <p:cond delay="499"/>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6546" grpId="0" autoUpdateAnimBg="0"/>
      <p:bldP spid="236554"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81" name="Rectangle 5"/>
          <p:cNvSpPr>
            <a:spLocks noChangeArrowheads="1"/>
          </p:cNvSpPr>
          <p:nvPr/>
        </p:nvSpPr>
        <p:spPr bwMode="auto">
          <a:xfrm>
            <a:off x="3708400" y="1062038"/>
            <a:ext cx="5372100"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r>
              <a:rPr kumimoji="0" lang="zh-CN" altLang="en-US" sz="2500" b="1">
                <a:solidFill>
                  <a:srgbClr val="993300"/>
                </a:solidFill>
                <a:latin typeface="华文新魏" pitchFamily="2" charset="-122"/>
                <a:ea typeface="华文新魏" pitchFamily="2" charset="-122"/>
              </a:rPr>
              <a:t>分子正负电中心重合  无固有电偶极</a:t>
            </a:r>
          </a:p>
        </p:txBody>
      </p:sp>
      <p:sp>
        <p:nvSpPr>
          <p:cNvPr id="306182" name="Rectangle 6"/>
          <p:cNvSpPr>
            <a:spLocks noChangeArrowheads="1"/>
          </p:cNvSpPr>
          <p:nvPr/>
        </p:nvSpPr>
        <p:spPr bwMode="auto">
          <a:xfrm>
            <a:off x="374650" y="406400"/>
            <a:ext cx="7978775" cy="477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r>
              <a:rPr kumimoji="0" lang="en-US" altLang="zh-CN" sz="2500" b="1">
                <a:solidFill>
                  <a:schemeClr val="hlink"/>
                </a:solidFill>
              </a:rPr>
              <a:t>2</a:t>
            </a:r>
            <a:r>
              <a:rPr kumimoji="0" lang="zh-CN" altLang="en-US" sz="2500" b="1">
                <a:solidFill>
                  <a:schemeClr val="hlink"/>
                </a:solidFill>
              </a:rPr>
              <a:t>、</a:t>
            </a:r>
            <a:r>
              <a:rPr lang="zh-CN" altLang="en-US" sz="2500" b="1">
                <a:solidFill>
                  <a:schemeClr val="folHlink"/>
                </a:solidFill>
              </a:rPr>
              <a:t>无极分子 </a:t>
            </a:r>
            <a:r>
              <a:rPr kumimoji="0" lang="en-US" altLang="zh-CN" sz="2500" b="1">
                <a:solidFill>
                  <a:srgbClr val="996600"/>
                </a:solidFill>
              </a:rPr>
              <a:t>(Nonpolar molecule)</a:t>
            </a:r>
          </a:p>
        </p:txBody>
      </p:sp>
      <p:sp>
        <p:nvSpPr>
          <p:cNvPr id="306183" name="Rectangle 7"/>
          <p:cNvSpPr>
            <a:spLocks noChangeArrowheads="1"/>
          </p:cNvSpPr>
          <p:nvPr/>
        </p:nvSpPr>
        <p:spPr bwMode="auto">
          <a:xfrm>
            <a:off x="361950" y="1773238"/>
            <a:ext cx="5922963"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r>
              <a:rPr kumimoji="0" lang="zh-CN" altLang="en-US" sz="2500" b="1">
                <a:solidFill>
                  <a:schemeClr val="hlink"/>
                </a:solidFill>
              </a:rPr>
              <a:t>例如  </a:t>
            </a:r>
            <a:r>
              <a:rPr kumimoji="0" lang="en-US" altLang="zh-CN" sz="2500" b="1">
                <a:solidFill>
                  <a:schemeClr val="hlink"/>
                </a:solidFill>
              </a:rPr>
              <a:t>H</a:t>
            </a:r>
            <a:r>
              <a:rPr kumimoji="0" lang="en-US" altLang="zh-CN" sz="2500" b="1" baseline="-25000">
                <a:solidFill>
                  <a:schemeClr val="hlink"/>
                </a:solidFill>
              </a:rPr>
              <a:t>2</a:t>
            </a:r>
            <a:r>
              <a:rPr kumimoji="0" lang="zh-CN" altLang="en-US" sz="2500" b="1">
                <a:solidFill>
                  <a:schemeClr val="hlink"/>
                </a:solidFill>
              </a:rPr>
              <a:t>、</a:t>
            </a:r>
            <a:r>
              <a:rPr kumimoji="0" lang="en-US" altLang="zh-CN" sz="2500" b="1">
                <a:solidFill>
                  <a:schemeClr val="hlink"/>
                </a:solidFill>
              </a:rPr>
              <a:t>O</a:t>
            </a:r>
            <a:r>
              <a:rPr kumimoji="0" lang="en-US" altLang="zh-CN" sz="2500" b="1" baseline="-25000">
                <a:solidFill>
                  <a:schemeClr val="hlink"/>
                </a:solidFill>
              </a:rPr>
              <a:t>2</a:t>
            </a:r>
            <a:r>
              <a:rPr kumimoji="0" lang="zh-CN" altLang="en-US" sz="2500" b="1">
                <a:solidFill>
                  <a:schemeClr val="hlink"/>
                </a:solidFill>
              </a:rPr>
              <a:t>、</a:t>
            </a:r>
            <a:r>
              <a:rPr kumimoji="0" lang="en-US" altLang="zh-CN" sz="2500" b="1">
                <a:solidFill>
                  <a:schemeClr val="hlink"/>
                </a:solidFill>
              </a:rPr>
              <a:t>CO</a:t>
            </a:r>
            <a:r>
              <a:rPr kumimoji="0" lang="en-US" altLang="zh-CN" sz="2500" b="1" baseline="-25000">
                <a:solidFill>
                  <a:schemeClr val="hlink"/>
                </a:solidFill>
              </a:rPr>
              <a:t>2</a:t>
            </a:r>
            <a:r>
              <a:rPr kumimoji="0" lang="zh-CN" altLang="en-US" sz="2500" b="1">
                <a:solidFill>
                  <a:schemeClr val="hlink"/>
                </a:solidFill>
              </a:rPr>
              <a:t>、</a:t>
            </a:r>
            <a:r>
              <a:rPr kumimoji="0" lang="en-US" altLang="zh-CN" sz="2500" b="1">
                <a:solidFill>
                  <a:schemeClr val="hlink"/>
                </a:solidFill>
              </a:rPr>
              <a:t>CH</a:t>
            </a:r>
            <a:r>
              <a:rPr kumimoji="0" lang="en-US" altLang="zh-CN" sz="2500" b="1" baseline="-25000">
                <a:solidFill>
                  <a:schemeClr val="hlink"/>
                </a:solidFill>
              </a:rPr>
              <a:t>4</a:t>
            </a:r>
          </a:p>
        </p:txBody>
      </p:sp>
      <p:grpSp>
        <p:nvGrpSpPr>
          <p:cNvPr id="306293" name="Group 117"/>
          <p:cNvGrpSpPr>
            <a:grpSpLocks/>
          </p:cNvGrpSpPr>
          <p:nvPr/>
        </p:nvGrpSpPr>
        <p:grpSpPr bwMode="auto">
          <a:xfrm>
            <a:off x="2041525" y="2565400"/>
            <a:ext cx="5194300" cy="2703513"/>
            <a:chOff x="1160" y="2379"/>
            <a:chExt cx="3272" cy="1703"/>
          </a:xfrm>
        </p:grpSpPr>
        <p:graphicFrame>
          <p:nvGraphicFramePr>
            <p:cNvPr id="6168" name="Object 26"/>
            <p:cNvGraphicFramePr>
              <a:graphicFrameLocks noChangeAspect="1"/>
            </p:cNvGraphicFramePr>
            <p:nvPr/>
          </p:nvGraphicFramePr>
          <p:xfrm>
            <a:off x="2776" y="3787"/>
            <a:ext cx="433" cy="295"/>
          </p:xfrm>
          <a:graphic>
            <a:graphicData uri="http://schemas.openxmlformats.org/presentationml/2006/ole">
              <mc:AlternateContent xmlns:mc="http://schemas.openxmlformats.org/markup-compatibility/2006">
                <mc:Choice xmlns:v="urn:schemas-microsoft-com:vml" Requires="v">
                  <p:oleObj spid="_x0000_s83082" name="Equation" r:id="rId3" imgW="317087" imgH="215619" progId="Equation.3">
                    <p:embed/>
                  </p:oleObj>
                </mc:Choice>
                <mc:Fallback>
                  <p:oleObj name="Equation" r:id="rId3" imgW="317087" imgH="215619" progId="Equation.3">
                    <p:embed/>
                    <p:pic>
                      <p:nvPicPr>
                        <p:cNvPr id="0" name="Object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6" y="3787"/>
                          <a:ext cx="433" cy="2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169" name="Group 116"/>
            <p:cNvGrpSpPr>
              <a:grpSpLocks/>
            </p:cNvGrpSpPr>
            <p:nvPr/>
          </p:nvGrpSpPr>
          <p:grpSpPr bwMode="auto">
            <a:xfrm>
              <a:off x="1160" y="2379"/>
              <a:ext cx="3272" cy="1409"/>
              <a:chOff x="1096" y="2515"/>
              <a:chExt cx="3272" cy="1409"/>
            </a:xfrm>
          </p:grpSpPr>
          <p:sp>
            <p:nvSpPr>
              <p:cNvPr id="6170" name="Oval 11"/>
              <p:cNvSpPr>
                <a:spLocks noChangeArrowheads="1"/>
              </p:cNvSpPr>
              <p:nvPr/>
            </p:nvSpPr>
            <p:spPr bwMode="auto">
              <a:xfrm>
                <a:off x="1650" y="3077"/>
                <a:ext cx="336" cy="336"/>
              </a:xfrm>
              <a:prstGeom prst="ellipse">
                <a:avLst/>
              </a:prstGeom>
              <a:gradFill rotWithShape="0">
                <a:gsLst>
                  <a:gs pos="0">
                    <a:srgbClr val="FF3300"/>
                  </a:gs>
                  <a:gs pos="100000">
                    <a:srgbClr val="761800"/>
                  </a:gs>
                </a:gsLst>
                <a:path path="shape">
                  <a:fillToRect l="50000" t="50000" r="50000" b="50000"/>
                </a:path>
              </a:gradFill>
              <a:ln>
                <a:noFill/>
              </a:ln>
              <a:effectLst/>
              <a:extLst>
                <a:ext uri="{91240B29-F687-4F45-9708-019B960494DF}">
                  <a14:hiddenLine xmlns:a14="http://schemas.microsoft.com/office/drawing/2010/main" w="19050">
                    <a:solidFill>
                      <a:schemeClr val="hlink"/>
                    </a:solidFill>
                    <a:round/>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500" b="1"/>
              </a:p>
            </p:txBody>
          </p:sp>
          <p:sp>
            <p:nvSpPr>
              <p:cNvPr id="6171" name="Line 12"/>
              <p:cNvSpPr>
                <a:spLocks noChangeShapeType="1"/>
              </p:cNvSpPr>
              <p:nvPr/>
            </p:nvSpPr>
            <p:spPr bwMode="auto">
              <a:xfrm>
                <a:off x="1986" y="3249"/>
                <a:ext cx="384" cy="0"/>
              </a:xfrm>
              <a:prstGeom prst="line">
                <a:avLst/>
              </a:prstGeom>
              <a:noFill/>
              <a:ln w="19050">
                <a:solidFill>
                  <a:schemeClr val="hlink"/>
                </a:solidFill>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72" name="Line 13"/>
              <p:cNvSpPr>
                <a:spLocks noChangeShapeType="1"/>
              </p:cNvSpPr>
              <p:nvPr/>
            </p:nvSpPr>
            <p:spPr bwMode="auto">
              <a:xfrm>
                <a:off x="1266" y="3269"/>
                <a:ext cx="384" cy="0"/>
              </a:xfrm>
              <a:prstGeom prst="line">
                <a:avLst/>
              </a:prstGeom>
              <a:noFill/>
              <a:ln w="19050">
                <a:solidFill>
                  <a:schemeClr val="hlink"/>
                </a:solidFill>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73" name="Line 14"/>
              <p:cNvSpPr>
                <a:spLocks noChangeShapeType="1"/>
              </p:cNvSpPr>
              <p:nvPr/>
            </p:nvSpPr>
            <p:spPr bwMode="auto">
              <a:xfrm flipV="1">
                <a:off x="1822" y="2741"/>
                <a:ext cx="0" cy="336"/>
              </a:xfrm>
              <a:prstGeom prst="line">
                <a:avLst/>
              </a:prstGeom>
              <a:noFill/>
              <a:ln w="19050">
                <a:solidFill>
                  <a:schemeClr val="hlink"/>
                </a:solidFill>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74" name="Line 15"/>
              <p:cNvSpPr>
                <a:spLocks noChangeShapeType="1"/>
              </p:cNvSpPr>
              <p:nvPr/>
            </p:nvSpPr>
            <p:spPr bwMode="auto">
              <a:xfrm flipV="1">
                <a:off x="1822" y="3413"/>
                <a:ext cx="0" cy="336"/>
              </a:xfrm>
              <a:prstGeom prst="line">
                <a:avLst/>
              </a:prstGeom>
              <a:noFill/>
              <a:ln w="19050">
                <a:solidFill>
                  <a:schemeClr val="hlink"/>
                </a:solidFill>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6192" name="Oval 16"/>
              <p:cNvSpPr>
                <a:spLocks noChangeArrowheads="1"/>
              </p:cNvSpPr>
              <p:nvPr/>
            </p:nvSpPr>
            <p:spPr bwMode="auto">
              <a:xfrm>
                <a:off x="1746" y="2597"/>
                <a:ext cx="144" cy="144"/>
              </a:xfrm>
              <a:prstGeom prst="ellipse">
                <a:avLst/>
              </a:prstGeom>
              <a:gradFill rotWithShape="0">
                <a:gsLst>
                  <a:gs pos="0">
                    <a:schemeClr val="accent1"/>
                  </a:gs>
                  <a:gs pos="100000">
                    <a:schemeClr val="accent1">
                      <a:gamma/>
                      <a:shade val="40000"/>
                      <a:invGamma/>
                    </a:schemeClr>
                  </a:gs>
                </a:gsLst>
                <a:path path="shape">
                  <a:fillToRect l="50000" t="50000" r="50000" b="50000"/>
                </a:path>
              </a:gradFill>
              <a:ln>
                <a:noFill/>
              </a:ln>
              <a:effectLst/>
              <a:extLst>
                <a:ext uri="{91240B29-F687-4F45-9708-019B960494DF}">
                  <a14:hiddenLine xmlns:a14="http://schemas.microsoft.com/office/drawing/2010/main" w="19050">
                    <a:solidFill>
                      <a:schemeClr val="hlink"/>
                    </a:solidFill>
                    <a:round/>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500" b="1"/>
              </a:p>
            </p:txBody>
          </p:sp>
          <p:graphicFrame>
            <p:nvGraphicFramePr>
              <p:cNvPr id="6176" name="Object 17"/>
              <p:cNvGraphicFramePr>
                <a:graphicFrameLocks noChangeAspect="1"/>
              </p:cNvGraphicFramePr>
              <p:nvPr/>
            </p:nvGraphicFramePr>
            <p:xfrm>
              <a:off x="1912" y="2560"/>
              <a:ext cx="211" cy="211"/>
            </p:xfrm>
            <a:graphic>
              <a:graphicData uri="http://schemas.openxmlformats.org/presentationml/2006/ole">
                <mc:AlternateContent xmlns:mc="http://schemas.openxmlformats.org/markup-compatibility/2006">
                  <mc:Choice xmlns:v="urn:schemas-microsoft-com:vml" Requires="v">
                    <p:oleObj spid="_x0000_s83083" name="Equation" r:id="rId5" imgW="164885" imgH="164885" progId="Equation.3">
                      <p:embed/>
                    </p:oleObj>
                  </mc:Choice>
                  <mc:Fallback>
                    <p:oleObj name="Equation" r:id="rId5" imgW="164885" imgH="164885" progId="Equation.3">
                      <p:embed/>
                      <p:pic>
                        <p:nvPicPr>
                          <p:cNvPr id="0" name="Object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12" y="2560"/>
                            <a:ext cx="211" cy="2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77" name="Object 19"/>
              <p:cNvGraphicFramePr>
                <a:graphicFrameLocks noChangeAspect="1"/>
              </p:cNvGraphicFramePr>
              <p:nvPr/>
            </p:nvGraphicFramePr>
            <p:xfrm>
              <a:off x="1914" y="3705"/>
              <a:ext cx="219" cy="219"/>
            </p:xfrm>
            <a:graphic>
              <a:graphicData uri="http://schemas.openxmlformats.org/presentationml/2006/ole">
                <mc:AlternateContent xmlns:mc="http://schemas.openxmlformats.org/markup-compatibility/2006">
                  <mc:Choice xmlns:v="urn:schemas-microsoft-com:vml" Requires="v">
                    <p:oleObj spid="_x0000_s83084" name="Equation" r:id="rId7" imgW="164885" imgH="164885" progId="Equation.3">
                      <p:embed/>
                    </p:oleObj>
                  </mc:Choice>
                  <mc:Fallback>
                    <p:oleObj name="Equation" r:id="rId7" imgW="164885" imgH="164885" progId="Equation.3">
                      <p:embed/>
                      <p:pic>
                        <p:nvPicPr>
                          <p:cNvPr id="0" name="Object 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14" y="3705"/>
                            <a:ext cx="219" cy="2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78" name="Object 21"/>
              <p:cNvGraphicFramePr>
                <a:graphicFrameLocks noChangeAspect="1"/>
              </p:cNvGraphicFramePr>
              <p:nvPr/>
            </p:nvGraphicFramePr>
            <p:xfrm>
              <a:off x="1470" y="2987"/>
              <a:ext cx="195" cy="227"/>
            </p:xfrm>
            <a:graphic>
              <a:graphicData uri="http://schemas.openxmlformats.org/presentationml/2006/ole">
                <mc:AlternateContent xmlns:mc="http://schemas.openxmlformats.org/markup-compatibility/2006">
                  <mc:Choice xmlns:v="urn:schemas-microsoft-com:vml" Requires="v">
                    <p:oleObj spid="_x0000_s83085" name="Equation" r:id="rId8" imgW="152202" imgH="177569" progId="Equation.3">
                      <p:embed/>
                    </p:oleObj>
                  </mc:Choice>
                  <mc:Fallback>
                    <p:oleObj name="Equation" r:id="rId8" imgW="152202" imgH="177569" progId="Equation.3">
                      <p:embed/>
                      <p:pic>
                        <p:nvPicPr>
                          <p:cNvPr id="0" name="Object 2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70" y="2987"/>
                            <a:ext cx="195" cy="2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6203" name="Oval 27"/>
              <p:cNvSpPr>
                <a:spLocks noChangeArrowheads="1"/>
              </p:cNvSpPr>
              <p:nvPr/>
            </p:nvSpPr>
            <p:spPr bwMode="auto">
              <a:xfrm>
                <a:off x="1122" y="3194"/>
                <a:ext cx="144" cy="144"/>
              </a:xfrm>
              <a:prstGeom prst="ellipse">
                <a:avLst/>
              </a:prstGeom>
              <a:gradFill rotWithShape="0">
                <a:gsLst>
                  <a:gs pos="0">
                    <a:schemeClr val="accent1"/>
                  </a:gs>
                  <a:gs pos="100000">
                    <a:schemeClr val="accent1">
                      <a:gamma/>
                      <a:shade val="40000"/>
                      <a:invGamma/>
                    </a:schemeClr>
                  </a:gs>
                </a:gsLst>
                <a:path path="shape">
                  <a:fillToRect l="50000" t="50000" r="50000" b="50000"/>
                </a:path>
              </a:gradFill>
              <a:ln w="19050">
                <a:solidFill>
                  <a:schemeClr val="hlink"/>
                </a:solidFill>
                <a:round/>
                <a:headEnd type="none" w="med" len="lg"/>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500" b="1"/>
              </a:p>
            </p:txBody>
          </p:sp>
          <p:sp>
            <p:nvSpPr>
              <p:cNvPr id="306204" name="Oval 28"/>
              <p:cNvSpPr>
                <a:spLocks noChangeArrowheads="1"/>
              </p:cNvSpPr>
              <p:nvPr/>
            </p:nvSpPr>
            <p:spPr bwMode="auto">
              <a:xfrm>
                <a:off x="2370" y="3173"/>
                <a:ext cx="144" cy="144"/>
              </a:xfrm>
              <a:prstGeom prst="ellipse">
                <a:avLst/>
              </a:prstGeom>
              <a:gradFill rotWithShape="0">
                <a:gsLst>
                  <a:gs pos="0">
                    <a:schemeClr val="accent1"/>
                  </a:gs>
                  <a:gs pos="100000">
                    <a:schemeClr val="accent1">
                      <a:gamma/>
                      <a:shade val="40000"/>
                      <a:invGamma/>
                    </a:schemeClr>
                  </a:gs>
                </a:gsLst>
                <a:path path="shape">
                  <a:fillToRect l="50000" t="50000" r="50000" b="50000"/>
                </a:path>
              </a:gradFill>
              <a:ln>
                <a:noFill/>
              </a:ln>
              <a:effectLst/>
              <a:extLst>
                <a:ext uri="{91240B29-F687-4F45-9708-019B960494DF}">
                  <a14:hiddenLine xmlns:a14="http://schemas.microsoft.com/office/drawing/2010/main" w="19050">
                    <a:solidFill>
                      <a:schemeClr val="hlink"/>
                    </a:solidFill>
                    <a:round/>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500" b="1"/>
              </a:p>
            </p:txBody>
          </p:sp>
          <p:sp>
            <p:nvSpPr>
              <p:cNvPr id="306205" name="Oval 29"/>
              <p:cNvSpPr>
                <a:spLocks noChangeArrowheads="1"/>
              </p:cNvSpPr>
              <p:nvPr/>
            </p:nvSpPr>
            <p:spPr bwMode="auto">
              <a:xfrm>
                <a:off x="1746" y="3749"/>
                <a:ext cx="144" cy="144"/>
              </a:xfrm>
              <a:prstGeom prst="ellipse">
                <a:avLst/>
              </a:prstGeom>
              <a:gradFill rotWithShape="0">
                <a:gsLst>
                  <a:gs pos="0">
                    <a:schemeClr val="accent1"/>
                  </a:gs>
                  <a:gs pos="100000">
                    <a:schemeClr val="accent1">
                      <a:gamma/>
                      <a:shade val="40000"/>
                      <a:invGamma/>
                    </a:schemeClr>
                  </a:gs>
                </a:gsLst>
                <a:path path="shape">
                  <a:fillToRect l="50000" t="50000" r="50000" b="50000"/>
                </a:path>
              </a:gradFill>
              <a:ln>
                <a:noFill/>
              </a:ln>
              <a:effectLst/>
              <a:extLst>
                <a:ext uri="{91240B29-F687-4F45-9708-019B960494DF}">
                  <a14:hiddenLine xmlns:a14="http://schemas.microsoft.com/office/drawing/2010/main" w="19050">
                    <a:solidFill>
                      <a:schemeClr val="hlink"/>
                    </a:solidFill>
                    <a:round/>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500" b="1"/>
              </a:p>
            </p:txBody>
          </p:sp>
          <p:graphicFrame>
            <p:nvGraphicFramePr>
              <p:cNvPr id="6182" name="Object 42"/>
              <p:cNvGraphicFramePr>
                <a:graphicFrameLocks noChangeAspect="1"/>
              </p:cNvGraphicFramePr>
              <p:nvPr/>
            </p:nvGraphicFramePr>
            <p:xfrm>
              <a:off x="2320" y="2953"/>
              <a:ext cx="211" cy="211"/>
            </p:xfrm>
            <a:graphic>
              <a:graphicData uri="http://schemas.openxmlformats.org/presentationml/2006/ole">
                <mc:AlternateContent xmlns:mc="http://schemas.openxmlformats.org/markup-compatibility/2006">
                  <mc:Choice xmlns:v="urn:schemas-microsoft-com:vml" Requires="v">
                    <p:oleObj spid="_x0000_s83086" name="Equation" r:id="rId10" imgW="164885" imgH="164885" progId="Equation.3">
                      <p:embed/>
                    </p:oleObj>
                  </mc:Choice>
                  <mc:Fallback>
                    <p:oleObj name="Equation" r:id="rId10" imgW="164885" imgH="164885" progId="Equation.3">
                      <p:embed/>
                      <p:pic>
                        <p:nvPicPr>
                          <p:cNvPr id="0" name="Object 4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20" y="2953"/>
                            <a:ext cx="211" cy="2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83" name="Object 43"/>
              <p:cNvGraphicFramePr>
                <a:graphicFrameLocks noChangeAspect="1"/>
              </p:cNvGraphicFramePr>
              <p:nvPr/>
            </p:nvGraphicFramePr>
            <p:xfrm>
              <a:off x="1096" y="2972"/>
              <a:ext cx="211" cy="211"/>
            </p:xfrm>
            <a:graphic>
              <a:graphicData uri="http://schemas.openxmlformats.org/presentationml/2006/ole">
                <mc:AlternateContent xmlns:mc="http://schemas.openxmlformats.org/markup-compatibility/2006">
                  <mc:Choice xmlns:v="urn:schemas-microsoft-com:vml" Requires="v">
                    <p:oleObj spid="_x0000_s83087" name="Equation" r:id="rId11" imgW="164885" imgH="164885" progId="Equation.3">
                      <p:embed/>
                    </p:oleObj>
                  </mc:Choice>
                  <mc:Fallback>
                    <p:oleObj name="Equation" r:id="rId11" imgW="164885" imgH="164885" progId="Equation.3">
                      <p:embed/>
                      <p:pic>
                        <p:nvPicPr>
                          <p:cNvPr id="0" name="Object 4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96" y="2972"/>
                            <a:ext cx="211" cy="2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184" name="Group 113"/>
              <p:cNvGrpSpPr>
                <a:grpSpLocks/>
              </p:cNvGrpSpPr>
              <p:nvPr/>
            </p:nvGrpSpPr>
            <p:grpSpPr bwMode="auto">
              <a:xfrm>
                <a:off x="3121" y="2515"/>
                <a:ext cx="1247" cy="1356"/>
                <a:chOff x="3097" y="2203"/>
                <a:chExt cx="1247" cy="1356"/>
              </a:xfrm>
            </p:grpSpPr>
            <p:sp>
              <p:nvSpPr>
                <p:cNvPr id="6185" name="Rectangle 86"/>
                <p:cNvSpPr>
                  <a:spLocks noChangeArrowheads="1"/>
                </p:cNvSpPr>
                <p:nvPr/>
              </p:nvSpPr>
              <p:spPr bwMode="auto">
                <a:xfrm>
                  <a:off x="3629" y="2769"/>
                  <a:ext cx="267"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zh-CN" sz="2500" b="1">
                      <a:solidFill>
                        <a:schemeClr val="hlink"/>
                      </a:solidFill>
                      <a:latin typeface="Bookman Old Style" pitchFamily="18" charset="0"/>
                      <a:ea typeface="宋体" pitchFamily="2" charset="-122"/>
                    </a:rPr>
                    <a:t>C</a:t>
                  </a:r>
                </a:p>
              </p:txBody>
            </p:sp>
            <p:sp>
              <p:nvSpPr>
                <p:cNvPr id="6186" name="Line 87"/>
                <p:cNvSpPr>
                  <a:spLocks noChangeShapeType="1"/>
                </p:cNvSpPr>
                <p:nvPr/>
              </p:nvSpPr>
              <p:spPr bwMode="auto">
                <a:xfrm>
                  <a:off x="3910" y="2953"/>
                  <a:ext cx="192" cy="0"/>
                </a:xfrm>
                <a:prstGeom prst="line">
                  <a:avLst/>
                </a:prstGeom>
                <a:noFill/>
                <a:ln w="127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7" name="Line 88"/>
                <p:cNvSpPr>
                  <a:spLocks noChangeShapeType="1"/>
                </p:cNvSpPr>
                <p:nvPr/>
              </p:nvSpPr>
              <p:spPr bwMode="auto">
                <a:xfrm>
                  <a:off x="3796" y="3076"/>
                  <a:ext cx="0" cy="192"/>
                </a:xfrm>
                <a:prstGeom prst="line">
                  <a:avLst/>
                </a:prstGeom>
                <a:noFill/>
                <a:ln w="127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8" name="Line 89"/>
                <p:cNvSpPr>
                  <a:spLocks noChangeShapeType="1"/>
                </p:cNvSpPr>
                <p:nvPr/>
              </p:nvSpPr>
              <p:spPr bwMode="auto">
                <a:xfrm>
                  <a:off x="3796" y="2617"/>
                  <a:ext cx="0" cy="192"/>
                </a:xfrm>
                <a:prstGeom prst="line">
                  <a:avLst/>
                </a:prstGeom>
                <a:noFill/>
                <a:ln w="127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9" name="Line 90"/>
                <p:cNvSpPr>
                  <a:spLocks noChangeShapeType="1"/>
                </p:cNvSpPr>
                <p:nvPr/>
              </p:nvSpPr>
              <p:spPr bwMode="auto">
                <a:xfrm>
                  <a:off x="3460" y="2953"/>
                  <a:ext cx="192" cy="0"/>
                </a:xfrm>
                <a:prstGeom prst="line">
                  <a:avLst/>
                </a:prstGeom>
                <a:noFill/>
                <a:ln w="127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6190" name="Group 100"/>
                <p:cNvGrpSpPr>
                  <a:grpSpLocks/>
                </p:cNvGrpSpPr>
                <p:nvPr/>
              </p:nvGrpSpPr>
              <p:grpSpPr bwMode="auto">
                <a:xfrm>
                  <a:off x="3546" y="2203"/>
                  <a:ext cx="378" cy="387"/>
                  <a:chOff x="3546" y="2203"/>
                  <a:chExt cx="378" cy="387"/>
                </a:xfrm>
              </p:grpSpPr>
              <p:sp>
                <p:nvSpPr>
                  <p:cNvPr id="6200" name="Rectangle 91"/>
                  <p:cNvSpPr>
                    <a:spLocks noChangeArrowheads="1"/>
                  </p:cNvSpPr>
                  <p:nvPr/>
                </p:nvSpPr>
                <p:spPr bwMode="auto">
                  <a:xfrm>
                    <a:off x="3641" y="2289"/>
                    <a:ext cx="283"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zh-CN" sz="2500" b="1">
                        <a:solidFill>
                          <a:schemeClr val="hlink"/>
                        </a:solidFill>
                        <a:latin typeface="Bookman Old Style" pitchFamily="18" charset="0"/>
                        <a:ea typeface="宋体" pitchFamily="2" charset="-122"/>
                      </a:rPr>
                      <a:t>H</a:t>
                    </a:r>
                  </a:p>
                </p:txBody>
              </p:sp>
              <p:sp>
                <p:nvSpPr>
                  <p:cNvPr id="6201" name="Rectangle 92"/>
                  <p:cNvSpPr>
                    <a:spLocks noChangeArrowheads="1"/>
                  </p:cNvSpPr>
                  <p:nvPr/>
                </p:nvSpPr>
                <p:spPr bwMode="auto">
                  <a:xfrm>
                    <a:off x="3546" y="2203"/>
                    <a:ext cx="238"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zh-CN" sz="2500" b="1">
                        <a:solidFill>
                          <a:schemeClr val="hlink"/>
                        </a:solidFill>
                        <a:latin typeface="Bookman Old Style" pitchFamily="18" charset="0"/>
                        <a:ea typeface="宋体" pitchFamily="2" charset="-122"/>
                      </a:rPr>
                      <a:t>+</a:t>
                    </a:r>
                  </a:p>
                </p:txBody>
              </p:sp>
            </p:grpSp>
            <p:grpSp>
              <p:nvGrpSpPr>
                <p:cNvPr id="6191" name="Group 104"/>
                <p:cNvGrpSpPr>
                  <a:grpSpLocks/>
                </p:cNvGrpSpPr>
                <p:nvPr/>
              </p:nvGrpSpPr>
              <p:grpSpPr bwMode="auto">
                <a:xfrm>
                  <a:off x="3563" y="3172"/>
                  <a:ext cx="378" cy="387"/>
                  <a:chOff x="3546" y="2203"/>
                  <a:chExt cx="378" cy="387"/>
                </a:xfrm>
              </p:grpSpPr>
              <p:sp>
                <p:nvSpPr>
                  <p:cNvPr id="6198" name="Rectangle 105"/>
                  <p:cNvSpPr>
                    <a:spLocks noChangeArrowheads="1"/>
                  </p:cNvSpPr>
                  <p:nvPr/>
                </p:nvSpPr>
                <p:spPr bwMode="auto">
                  <a:xfrm>
                    <a:off x="3641" y="2289"/>
                    <a:ext cx="283"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zh-CN" sz="2500" b="1">
                        <a:solidFill>
                          <a:schemeClr val="hlink"/>
                        </a:solidFill>
                        <a:latin typeface="Bookman Old Style" pitchFamily="18" charset="0"/>
                        <a:ea typeface="宋体" pitchFamily="2" charset="-122"/>
                      </a:rPr>
                      <a:t>H</a:t>
                    </a:r>
                  </a:p>
                </p:txBody>
              </p:sp>
              <p:sp>
                <p:nvSpPr>
                  <p:cNvPr id="6199" name="Rectangle 106"/>
                  <p:cNvSpPr>
                    <a:spLocks noChangeArrowheads="1"/>
                  </p:cNvSpPr>
                  <p:nvPr/>
                </p:nvSpPr>
                <p:spPr bwMode="auto">
                  <a:xfrm>
                    <a:off x="3546" y="2203"/>
                    <a:ext cx="238"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zh-CN" sz="2500" b="1">
                        <a:solidFill>
                          <a:schemeClr val="hlink"/>
                        </a:solidFill>
                        <a:latin typeface="Bookman Old Style" pitchFamily="18" charset="0"/>
                        <a:ea typeface="宋体" pitchFamily="2" charset="-122"/>
                      </a:rPr>
                      <a:t>+</a:t>
                    </a:r>
                  </a:p>
                </p:txBody>
              </p:sp>
            </p:grpSp>
            <p:grpSp>
              <p:nvGrpSpPr>
                <p:cNvPr id="6192" name="Group 107"/>
                <p:cNvGrpSpPr>
                  <a:grpSpLocks/>
                </p:cNvGrpSpPr>
                <p:nvPr/>
              </p:nvGrpSpPr>
              <p:grpSpPr bwMode="auto">
                <a:xfrm>
                  <a:off x="3097" y="2678"/>
                  <a:ext cx="378" cy="387"/>
                  <a:chOff x="3546" y="2203"/>
                  <a:chExt cx="378" cy="387"/>
                </a:xfrm>
              </p:grpSpPr>
              <p:sp>
                <p:nvSpPr>
                  <p:cNvPr id="6196" name="Rectangle 108"/>
                  <p:cNvSpPr>
                    <a:spLocks noChangeArrowheads="1"/>
                  </p:cNvSpPr>
                  <p:nvPr/>
                </p:nvSpPr>
                <p:spPr bwMode="auto">
                  <a:xfrm>
                    <a:off x="3641" y="2289"/>
                    <a:ext cx="283"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zh-CN" sz="2500" b="1">
                        <a:solidFill>
                          <a:schemeClr val="hlink"/>
                        </a:solidFill>
                        <a:latin typeface="Bookman Old Style" pitchFamily="18" charset="0"/>
                        <a:ea typeface="宋体" pitchFamily="2" charset="-122"/>
                      </a:rPr>
                      <a:t>H</a:t>
                    </a:r>
                  </a:p>
                </p:txBody>
              </p:sp>
              <p:sp>
                <p:nvSpPr>
                  <p:cNvPr id="6197" name="Rectangle 109"/>
                  <p:cNvSpPr>
                    <a:spLocks noChangeArrowheads="1"/>
                  </p:cNvSpPr>
                  <p:nvPr/>
                </p:nvSpPr>
                <p:spPr bwMode="auto">
                  <a:xfrm>
                    <a:off x="3546" y="2203"/>
                    <a:ext cx="238"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zh-CN" sz="2500" b="1">
                        <a:solidFill>
                          <a:schemeClr val="hlink"/>
                        </a:solidFill>
                        <a:latin typeface="Bookman Old Style" pitchFamily="18" charset="0"/>
                        <a:ea typeface="宋体" pitchFamily="2" charset="-122"/>
                      </a:rPr>
                      <a:t>+</a:t>
                    </a:r>
                  </a:p>
                </p:txBody>
              </p:sp>
            </p:grpSp>
            <p:grpSp>
              <p:nvGrpSpPr>
                <p:cNvPr id="6193" name="Group 110"/>
                <p:cNvGrpSpPr>
                  <a:grpSpLocks/>
                </p:cNvGrpSpPr>
                <p:nvPr/>
              </p:nvGrpSpPr>
              <p:grpSpPr bwMode="auto">
                <a:xfrm>
                  <a:off x="3966" y="2677"/>
                  <a:ext cx="378" cy="387"/>
                  <a:chOff x="3546" y="2203"/>
                  <a:chExt cx="378" cy="387"/>
                </a:xfrm>
              </p:grpSpPr>
              <p:sp>
                <p:nvSpPr>
                  <p:cNvPr id="6194" name="Rectangle 111"/>
                  <p:cNvSpPr>
                    <a:spLocks noChangeArrowheads="1"/>
                  </p:cNvSpPr>
                  <p:nvPr/>
                </p:nvSpPr>
                <p:spPr bwMode="auto">
                  <a:xfrm>
                    <a:off x="3641" y="2289"/>
                    <a:ext cx="283"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zh-CN" sz="2500" b="1">
                        <a:solidFill>
                          <a:schemeClr val="hlink"/>
                        </a:solidFill>
                        <a:latin typeface="Bookman Old Style" pitchFamily="18" charset="0"/>
                        <a:ea typeface="宋体" pitchFamily="2" charset="-122"/>
                      </a:rPr>
                      <a:t>H</a:t>
                    </a:r>
                  </a:p>
                </p:txBody>
              </p:sp>
              <p:sp>
                <p:nvSpPr>
                  <p:cNvPr id="6195" name="Rectangle 112"/>
                  <p:cNvSpPr>
                    <a:spLocks noChangeArrowheads="1"/>
                  </p:cNvSpPr>
                  <p:nvPr/>
                </p:nvSpPr>
                <p:spPr bwMode="auto">
                  <a:xfrm>
                    <a:off x="3546" y="2203"/>
                    <a:ext cx="238"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zh-CN" sz="2500" b="1">
                        <a:solidFill>
                          <a:schemeClr val="hlink"/>
                        </a:solidFill>
                        <a:latin typeface="Bookman Old Style" pitchFamily="18" charset="0"/>
                        <a:ea typeface="宋体" pitchFamily="2" charset="-122"/>
                      </a:rPr>
                      <a:t>+</a:t>
                    </a:r>
                  </a:p>
                </p:txBody>
              </p:sp>
            </p:grpSp>
          </p:grpSp>
        </p:grpSp>
      </p:grpSp>
      <p:sp>
        <p:nvSpPr>
          <p:cNvPr id="306290" name="Rectangle 114"/>
          <p:cNvSpPr>
            <a:spLocks noChangeArrowheads="1"/>
          </p:cNvSpPr>
          <p:nvPr/>
        </p:nvSpPr>
        <p:spPr bwMode="auto">
          <a:xfrm>
            <a:off x="1066800" y="1058863"/>
            <a:ext cx="2508250" cy="477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kumimoji="0" lang="en-US" altLang="zh-CN" sz="2500" b="1">
                <a:solidFill>
                  <a:schemeClr val="hlink"/>
                </a:solidFill>
                <a:ea typeface="宋体" pitchFamily="2" charset="-122"/>
                <a:cs typeface="Times New Roman" pitchFamily="18" charset="0"/>
              </a:rPr>
              <a:t>— </a:t>
            </a:r>
            <a:r>
              <a:rPr kumimoji="0" lang="zh-CN" altLang="en-US" sz="2500" b="1">
                <a:solidFill>
                  <a:schemeClr val="hlink"/>
                </a:solidFill>
                <a:ea typeface="宋体" pitchFamily="2" charset="-122"/>
                <a:cs typeface="Times New Roman" pitchFamily="18" charset="0"/>
              </a:rPr>
              <a:t>非极性电介质</a:t>
            </a:r>
          </a:p>
        </p:txBody>
      </p:sp>
      <p:sp>
        <p:nvSpPr>
          <p:cNvPr id="41" name="Oval 11"/>
          <p:cNvSpPr>
            <a:spLocks noChangeArrowheads="1"/>
          </p:cNvSpPr>
          <p:nvPr/>
        </p:nvSpPr>
        <p:spPr bwMode="auto">
          <a:xfrm>
            <a:off x="3187700" y="5684838"/>
            <a:ext cx="533400" cy="533400"/>
          </a:xfrm>
          <a:prstGeom prst="ellipse">
            <a:avLst/>
          </a:prstGeom>
          <a:gradFill rotWithShape="0">
            <a:gsLst>
              <a:gs pos="0">
                <a:srgbClr val="FF3300"/>
              </a:gs>
              <a:gs pos="100000">
                <a:srgbClr val="761800"/>
              </a:gs>
            </a:gsLst>
            <a:path path="shape">
              <a:fillToRect l="50000" t="50000" r="50000" b="50000"/>
            </a:path>
          </a:gradFill>
          <a:ln>
            <a:noFill/>
          </a:ln>
          <a:effectLst/>
          <a:extLst>
            <a:ext uri="{91240B29-F687-4F45-9708-019B960494DF}">
              <a14:hiddenLine xmlns:a14="http://schemas.microsoft.com/office/drawing/2010/main" w="19050">
                <a:solidFill>
                  <a:schemeClr val="hlink"/>
                </a:solidFill>
                <a:round/>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500" b="1"/>
          </a:p>
        </p:txBody>
      </p:sp>
      <p:sp>
        <p:nvSpPr>
          <p:cNvPr id="42" name="Oval 27"/>
          <p:cNvSpPr>
            <a:spLocks noChangeArrowheads="1"/>
          </p:cNvSpPr>
          <p:nvPr/>
        </p:nvSpPr>
        <p:spPr bwMode="auto">
          <a:xfrm>
            <a:off x="2214563" y="5741988"/>
            <a:ext cx="573087" cy="495300"/>
          </a:xfrm>
          <a:prstGeom prst="ellipse">
            <a:avLst/>
          </a:prstGeom>
          <a:gradFill rotWithShape="0">
            <a:gsLst>
              <a:gs pos="0">
                <a:schemeClr val="accent1"/>
              </a:gs>
              <a:gs pos="84600">
                <a:srgbClr val="FFC000"/>
              </a:gs>
              <a:gs pos="100000">
                <a:schemeClr val="accent1">
                  <a:gamma/>
                  <a:shade val="40000"/>
                  <a:invGamma/>
                </a:schemeClr>
              </a:gs>
            </a:gsLst>
            <a:path path="shape">
              <a:fillToRect l="50000" t="50000" r="50000" b="50000"/>
            </a:path>
          </a:gradFill>
          <a:ln w="19050">
            <a:solidFill>
              <a:schemeClr val="hlink"/>
            </a:solidFill>
            <a:round/>
            <a:headEnd type="none" w="med" len="lg"/>
            <a:tailEnd type="none" w="med" len="lg"/>
          </a:ln>
          <a:effectLst/>
          <a:extLst/>
        </p:spPr>
        <p:txBody>
          <a:bodyPr wrap="none" anchor="ctr"/>
          <a:lstStyle/>
          <a:p>
            <a:pPr>
              <a:defRPr/>
            </a:pPr>
            <a:endParaRPr lang="zh-CN" altLang="en-US" sz="2500" b="1"/>
          </a:p>
        </p:txBody>
      </p:sp>
      <p:sp>
        <p:nvSpPr>
          <p:cNvPr id="43" name="Oval 28"/>
          <p:cNvSpPr>
            <a:spLocks noChangeArrowheads="1"/>
          </p:cNvSpPr>
          <p:nvPr/>
        </p:nvSpPr>
        <p:spPr bwMode="auto">
          <a:xfrm>
            <a:off x="4064000" y="5722938"/>
            <a:ext cx="571500" cy="495300"/>
          </a:xfrm>
          <a:prstGeom prst="ellipse">
            <a:avLst/>
          </a:prstGeom>
          <a:gradFill rotWithShape="0">
            <a:gsLst>
              <a:gs pos="0">
                <a:schemeClr val="accent1"/>
              </a:gs>
              <a:gs pos="84600">
                <a:srgbClr val="FFC000"/>
              </a:gs>
              <a:gs pos="100000">
                <a:schemeClr val="accent1">
                  <a:gamma/>
                  <a:shade val="40000"/>
                  <a:invGamma/>
                </a:schemeClr>
              </a:gs>
            </a:gsLst>
            <a:path path="shape">
              <a:fillToRect l="50000" t="50000" r="50000" b="50000"/>
            </a:path>
          </a:gradFill>
          <a:ln>
            <a:noFill/>
          </a:ln>
          <a:effectLst/>
          <a:extLst/>
        </p:spPr>
        <p:txBody>
          <a:bodyPr wrap="none" anchor="ctr"/>
          <a:lstStyle/>
          <a:p>
            <a:pPr>
              <a:defRPr/>
            </a:pPr>
            <a:endParaRPr lang="zh-CN" altLang="en-US" sz="2500" b="1"/>
          </a:p>
        </p:txBody>
      </p:sp>
      <p:sp>
        <p:nvSpPr>
          <p:cNvPr id="2" name="矩形 1"/>
          <p:cNvSpPr>
            <a:spLocks noChangeArrowheads="1"/>
          </p:cNvSpPr>
          <p:nvPr/>
        </p:nvSpPr>
        <p:spPr bwMode="auto">
          <a:xfrm>
            <a:off x="3073400" y="6457950"/>
            <a:ext cx="6540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kumimoji="0" lang="en-US" altLang="zh-CN" b="1">
                <a:solidFill>
                  <a:schemeClr val="hlink"/>
                </a:solidFill>
              </a:rPr>
              <a:t>CO</a:t>
            </a:r>
            <a:r>
              <a:rPr kumimoji="0" lang="en-US" altLang="zh-CN" b="1" baseline="-25000">
                <a:solidFill>
                  <a:schemeClr val="hlink"/>
                </a:solidFill>
              </a:rPr>
              <a:t>2</a:t>
            </a:r>
            <a:endParaRPr lang="zh-CN" altLang="en-US"/>
          </a:p>
        </p:txBody>
      </p:sp>
      <p:graphicFrame>
        <p:nvGraphicFramePr>
          <p:cNvPr id="45" name="Object 21"/>
          <p:cNvGraphicFramePr>
            <a:graphicFrameLocks noChangeAspect="1"/>
          </p:cNvGraphicFramePr>
          <p:nvPr/>
        </p:nvGraphicFramePr>
        <p:xfrm>
          <a:off x="3265488" y="6151563"/>
          <a:ext cx="309562" cy="360362"/>
        </p:xfrm>
        <a:graphic>
          <a:graphicData uri="http://schemas.openxmlformats.org/presentationml/2006/ole">
            <mc:AlternateContent xmlns:mc="http://schemas.openxmlformats.org/markup-compatibility/2006">
              <mc:Choice xmlns:v="urn:schemas-microsoft-com:vml" Requires="v">
                <p:oleObj spid="_x0000_s83088" name="Equation" r:id="rId12" imgW="152202" imgH="177569" progId="Equation.3">
                  <p:embed/>
                </p:oleObj>
              </mc:Choice>
              <mc:Fallback>
                <p:oleObj name="Equation" r:id="rId12" imgW="152202" imgH="177569" progId="Equation.3">
                  <p:embed/>
                  <p:pic>
                    <p:nvPicPr>
                      <p:cNvPr id="0" name="Object 2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65488" y="6151563"/>
                        <a:ext cx="309562" cy="360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 name="Object 42"/>
          <p:cNvGraphicFramePr>
            <a:graphicFrameLocks noChangeAspect="1"/>
          </p:cNvGraphicFramePr>
          <p:nvPr/>
        </p:nvGraphicFramePr>
        <p:xfrm>
          <a:off x="4175125" y="6237288"/>
          <a:ext cx="257175" cy="334962"/>
        </p:xfrm>
        <a:graphic>
          <a:graphicData uri="http://schemas.openxmlformats.org/presentationml/2006/ole">
            <mc:AlternateContent xmlns:mc="http://schemas.openxmlformats.org/markup-compatibility/2006">
              <mc:Choice xmlns:v="urn:schemas-microsoft-com:vml" Requires="v">
                <p:oleObj spid="_x0000_s83089" name="公式" r:id="rId13" imgW="126780" imgH="164814" progId="Equation.3">
                  <p:embed/>
                </p:oleObj>
              </mc:Choice>
              <mc:Fallback>
                <p:oleObj name="公式" r:id="rId13" imgW="126780" imgH="164814" progId="Equation.3">
                  <p:embed/>
                  <p:pic>
                    <p:nvPicPr>
                      <p:cNvPr id="0" name="Object 4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175125" y="6237288"/>
                        <a:ext cx="257175" cy="334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 name="Object 43"/>
          <p:cNvGraphicFramePr>
            <a:graphicFrameLocks noChangeAspect="1"/>
          </p:cNvGraphicFramePr>
          <p:nvPr/>
        </p:nvGraphicFramePr>
        <p:xfrm>
          <a:off x="2276475" y="6251575"/>
          <a:ext cx="257175" cy="334963"/>
        </p:xfrm>
        <a:graphic>
          <a:graphicData uri="http://schemas.openxmlformats.org/presentationml/2006/ole">
            <mc:AlternateContent xmlns:mc="http://schemas.openxmlformats.org/markup-compatibility/2006">
              <mc:Choice xmlns:v="urn:schemas-microsoft-com:vml" Requires="v">
                <p:oleObj spid="_x0000_s83090" name="公式" r:id="rId15" imgW="126780" imgH="164814" progId="Equation.3">
                  <p:embed/>
                </p:oleObj>
              </mc:Choice>
              <mc:Fallback>
                <p:oleObj name="公式" r:id="rId15" imgW="126780" imgH="164814" progId="Equation.3">
                  <p:embed/>
                  <p:pic>
                    <p:nvPicPr>
                      <p:cNvPr id="0" name="Object 4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276475" y="6251575"/>
                        <a:ext cx="257175" cy="334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8" name="Line 13"/>
          <p:cNvSpPr>
            <a:spLocks noChangeShapeType="1"/>
          </p:cNvSpPr>
          <p:nvPr/>
        </p:nvSpPr>
        <p:spPr bwMode="auto">
          <a:xfrm flipV="1">
            <a:off x="2500313" y="5951538"/>
            <a:ext cx="900112" cy="19050"/>
          </a:xfrm>
          <a:prstGeom prst="line">
            <a:avLst/>
          </a:prstGeom>
          <a:noFill/>
          <a:ln w="76200">
            <a:solidFill>
              <a:schemeClr val="hlink"/>
            </a:solidFill>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 name="Line 13"/>
          <p:cNvSpPr>
            <a:spLocks noChangeShapeType="1"/>
          </p:cNvSpPr>
          <p:nvPr/>
        </p:nvSpPr>
        <p:spPr bwMode="auto">
          <a:xfrm>
            <a:off x="3454400" y="5951538"/>
            <a:ext cx="838200" cy="19050"/>
          </a:xfrm>
          <a:prstGeom prst="line">
            <a:avLst/>
          </a:prstGeom>
          <a:noFill/>
          <a:ln w="76200">
            <a:solidFill>
              <a:schemeClr val="hlink"/>
            </a:solidFill>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50" name="Object 21"/>
          <p:cNvGraphicFramePr>
            <a:graphicFrameLocks noChangeAspect="1"/>
          </p:cNvGraphicFramePr>
          <p:nvPr/>
        </p:nvGraphicFramePr>
        <p:xfrm>
          <a:off x="6491288" y="6080125"/>
          <a:ext cx="465137" cy="385763"/>
        </p:xfrm>
        <a:graphic>
          <a:graphicData uri="http://schemas.openxmlformats.org/presentationml/2006/ole">
            <mc:AlternateContent xmlns:mc="http://schemas.openxmlformats.org/markup-compatibility/2006">
              <mc:Choice xmlns:v="urn:schemas-microsoft-com:vml" Requires="v">
                <p:oleObj spid="_x0000_s83091" name="公式" r:id="rId17" imgW="228600" imgH="190500" progId="Equation.3">
                  <p:embed/>
                </p:oleObj>
              </mc:Choice>
              <mc:Fallback>
                <p:oleObj name="公式" r:id="rId17" imgW="228600" imgH="190500" progId="Equation.3">
                  <p:embed/>
                  <p:pic>
                    <p:nvPicPr>
                      <p:cNvPr id="0" name="Object 2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491288" y="6080125"/>
                        <a:ext cx="465137" cy="385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 name="Line 13"/>
          <p:cNvSpPr>
            <a:spLocks noChangeShapeType="1"/>
          </p:cNvSpPr>
          <p:nvPr/>
        </p:nvSpPr>
        <p:spPr bwMode="auto">
          <a:xfrm flipV="1">
            <a:off x="5805488" y="5892800"/>
            <a:ext cx="898525" cy="19050"/>
          </a:xfrm>
          <a:prstGeom prst="line">
            <a:avLst/>
          </a:prstGeom>
          <a:noFill/>
          <a:ln w="76200">
            <a:solidFill>
              <a:schemeClr val="hlink"/>
            </a:solidFill>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 name="Line 13"/>
          <p:cNvSpPr>
            <a:spLocks noChangeShapeType="1"/>
          </p:cNvSpPr>
          <p:nvPr/>
        </p:nvSpPr>
        <p:spPr bwMode="auto">
          <a:xfrm>
            <a:off x="6757988" y="5892800"/>
            <a:ext cx="838200" cy="19050"/>
          </a:xfrm>
          <a:prstGeom prst="line">
            <a:avLst/>
          </a:prstGeom>
          <a:noFill/>
          <a:ln w="76200">
            <a:solidFill>
              <a:schemeClr val="hlink"/>
            </a:solidFill>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 name="加号 3"/>
          <p:cNvSpPr/>
          <p:nvPr/>
        </p:nvSpPr>
        <p:spPr bwMode="auto">
          <a:xfrm>
            <a:off x="6364288" y="5616575"/>
            <a:ext cx="719137" cy="552450"/>
          </a:xfrm>
          <a:prstGeom prst="mathPlus">
            <a:avLst/>
          </a:prstGeom>
          <a:solidFill>
            <a:srgbClr val="FFFF66"/>
          </a:solidFill>
          <a:ln w="9525" cap="flat" cmpd="sng" algn="ctr">
            <a:solidFill>
              <a:srgbClr val="FF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defRPr/>
            </a:pPr>
            <a:endParaRPr lang="zh-CN" altLang="en-US">
              <a:cs typeface="楷体_GB2312"/>
            </a:endParaRPr>
          </a:p>
        </p:txBody>
      </p:sp>
      <p:sp>
        <p:nvSpPr>
          <p:cNvPr id="5" name="减号 4"/>
          <p:cNvSpPr/>
          <p:nvPr/>
        </p:nvSpPr>
        <p:spPr bwMode="auto">
          <a:xfrm>
            <a:off x="7596188" y="5734050"/>
            <a:ext cx="288925" cy="431800"/>
          </a:xfrm>
          <a:prstGeom prst="mathMinus">
            <a:avLst/>
          </a:prstGeom>
          <a:solidFill>
            <a:srgbClr val="FFFF66"/>
          </a:solidFill>
          <a:ln w="9525" cap="flat" cmpd="sng" algn="ctr">
            <a:solidFill>
              <a:srgbClr val="FF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defRPr/>
            </a:pPr>
            <a:endParaRPr lang="zh-CN" altLang="en-US">
              <a:cs typeface="楷体_GB2312"/>
            </a:endParaRPr>
          </a:p>
        </p:txBody>
      </p:sp>
      <p:sp>
        <p:nvSpPr>
          <p:cNvPr id="56" name="减号 55"/>
          <p:cNvSpPr/>
          <p:nvPr/>
        </p:nvSpPr>
        <p:spPr bwMode="auto">
          <a:xfrm flipV="1">
            <a:off x="5672138" y="5697538"/>
            <a:ext cx="265112" cy="395287"/>
          </a:xfrm>
          <a:prstGeom prst="mathMinus">
            <a:avLst/>
          </a:prstGeom>
          <a:solidFill>
            <a:srgbClr val="FFFF66"/>
          </a:solidFill>
          <a:ln w="9525" cap="flat" cmpd="sng" algn="ctr">
            <a:solidFill>
              <a:srgbClr val="FF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defRPr/>
            </a:pPr>
            <a:endParaRPr lang="zh-CN" altLang="en-US">
              <a:cs typeface="楷体_GB2312"/>
            </a:endParaRPr>
          </a:p>
        </p:txBody>
      </p:sp>
      <p:graphicFrame>
        <p:nvGraphicFramePr>
          <p:cNvPr id="7" name="对象 6"/>
          <p:cNvGraphicFramePr>
            <a:graphicFrameLocks noChangeAspect="1"/>
          </p:cNvGraphicFramePr>
          <p:nvPr/>
        </p:nvGraphicFramePr>
        <p:xfrm>
          <a:off x="5565775" y="6081713"/>
          <a:ext cx="438150" cy="385762"/>
        </p:xfrm>
        <a:graphic>
          <a:graphicData uri="http://schemas.openxmlformats.org/presentationml/2006/ole">
            <mc:AlternateContent xmlns:mc="http://schemas.openxmlformats.org/markup-compatibility/2006">
              <mc:Choice xmlns:v="urn:schemas-microsoft-com:vml" Requires="v">
                <p:oleObj spid="_x0000_s83092" name="公式" r:id="rId19" imgW="215713" imgH="190335" progId="Equation.3">
                  <p:embed/>
                </p:oleObj>
              </mc:Choice>
              <mc:Fallback>
                <p:oleObj name="公式" r:id="rId19" imgW="215713" imgH="190335" progId="Equation.3">
                  <p:embed/>
                  <p:pic>
                    <p:nvPicPr>
                      <p:cNvPr id="0" name="对象 6"/>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565775" y="6081713"/>
                        <a:ext cx="438150" cy="385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 name="对象 7"/>
          <p:cNvGraphicFramePr>
            <a:graphicFrameLocks noChangeAspect="1"/>
          </p:cNvGraphicFramePr>
          <p:nvPr/>
        </p:nvGraphicFramePr>
        <p:xfrm>
          <a:off x="7464425" y="6067425"/>
          <a:ext cx="438150" cy="387350"/>
        </p:xfrm>
        <a:graphic>
          <a:graphicData uri="http://schemas.openxmlformats.org/presentationml/2006/ole">
            <mc:AlternateContent xmlns:mc="http://schemas.openxmlformats.org/markup-compatibility/2006">
              <mc:Choice xmlns:v="urn:schemas-microsoft-com:vml" Requires="v">
                <p:oleObj spid="_x0000_s83093" name="公式" r:id="rId21" imgW="215713" imgH="190335" progId="Equation.3">
                  <p:embed/>
                </p:oleObj>
              </mc:Choice>
              <mc:Fallback>
                <p:oleObj name="公式" r:id="rId21" imgW="215713" imgH="190335" progId="Equation.3">
                  <p:embed/>
                  <p:pic>
                    <p:nvPicPr>
                      <p:cNvPr id="0" name="对象 7"/>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464425" y="6067425"/>
                        <a:ext cx="438150" cy="387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306182"/>
                                        </p:tgtEl>
                                        <p:attrNameLst>
                                          <p:attrName>style.visibility</p:attrName>
                                        </p:attrNameLst>
                                      </p:cBhvr>
                                      <p:to>
                                        <p:strVal val="visible"/>
                                      </p:to>
                                    </p:set>
                                  </p:childTnLst>
                                </p:cTn>
                              </p:par>
                            </p:childTnLst>
                          </p:cTn>
                        </p:par>
                        <p:par>
                          <p:cTn id="7" fill="hold" nodeType="afterGroup">
                            <p:stCondLst>
                              <p:cond delay="500"/>
                            </p:stCondLst>
                            <p:childTnLst>
                              <p:par>
                                <p:cTn id="8" presetID="22" presetClass="entr" presetSubtype="8" fill="hold" grpId="0" nodeType="afterEffect">
                                  <p:stCondLst>
                                    <p:cond delay="0"/>
                                  </p:stCondLst>
                                  <p:childTnLst>
                                    <p:set>
                                      <p:cBhvr>
                                        <p:cTn id="9" dur="1" fill="hold">
                                          <p:stCondLst>
                                            <p:cond delay="0"/>
                                          </p:stCondLst>
                                        </p:cTn>
                                        <p:tgtEl>
                                          <p:spTgt spid="306290"/>
                                        </p:tgtEl>
                                        <p:attrNameLst>
                                          <p:attrName>style.visibility</p:attrName>
                                        </p:attrNameLst>
                                      </p:cBhvr>
                                      <p:to>
                                        <p:strVal val="visible"/>
                                      </p:to>
                                    </p:set>
                                    <p:animEffect transition="in" filter="wipe(left)">
                                      <p:cBhvr>
                                        <p:cTn id="10" dur="500"/>
                                        <p:tgtEl>
                                          <p:spTgt spid="306290"/>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06181"/>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06183"/>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306293"/>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9"/>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5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2"/>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8"/>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7"/>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4"/>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5"/>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6181" grpId="0" autoUpdateAnimBg="0"/>
      <p:bldP spid="306182" grpId="0" autoUpdateAnimBg="0"/>
      <p:bldP spid="306183" grpId="0" autoUpdateAnimBg="0"/>
      <p:bldP spid="306290" grpId="0" autoUpdateAnimBg="0"/>
      <p:bldP spid="41" grpId="0" animBg="1"/>
      <p:bldP spid="42" grpId="0" animBg="1"/>
      <p:bldP spid="43" grpId="0" animBg="1"/>
      <p:bldP spid="2" grpId="0"/>
      <p:bldP spid="48" grpId="0" animBg="1"/>
      <p:bldP spid="49" grpId="0" animBg="1"/>
      <p:bldP spid="51" grpId="0" animBg="1"/>
      <p:bldP spid="5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98" name="Rectangle 90"/>
          <p:cNvSpPr>
            <a:spLocks noChangeArrowheads="1"/>
          </p:cNvSpPr>
          <p:nvPr/>
        </p:nvSpPr>
        <p:spPr bwMode="auto">
          <a:xfrm>
            <a:off x="338138" y="260350"/>
            <a:ext cx="7097712" cy="477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r>
              <a:rPr kumimoji="0" lang="zh-CN" altLang="en-US" sz="2500" b="1">
                <a:solidFill>
                  <a:srgbClr val="0033CC"/>
                </a:solidFill>
              </a:rPr>
              <a:t>三、电介质的极化 </a:t>
            </a:r>
            <a:r>
              <a:rPr kumimoji="0" lang="zh-CN" altLang="en-US" sz="2500" b="1">
                <a:solidFill>
                  <a:srgbClr val="0000FF"/>
                </a:solidFill>
              </a:rPr>
              <a:t> </a:t>
            </a:r>
            <a:r>
              <a:rPr kumimoji="0" lang="en-US" altLang="zh-CN" sz="2500" b="1">
                <a:solidFill>
                  <a:srgbClr val="993300"/>
                </a:solidFill>
              </a:rPr>
              <a:t>(Polarization)</a:t>
            </a:r>
          </a:p>
        </p:txBody>
      </p:sp>
      <p:grpSp>
        <p:nvGrpSpPr>
          <p:cNvPr id="324733" name="Group 125"/>
          <p:cNvGrpSpPr>
            <a:grpSpLocks/>
          </p:cNvGrpSpPr>
          <p:nvPr/>
        </p:nvGrpSpPr>
        <p:grpSpPr bwMode="auto">
          <a:xfrm>
            <a:off x="179388" y="4238625"/>
            <a:ext cx="6184900" cy="2286000"/>
            <a:chOff x="735" y="3026"/>
            <a:chExt cx="3896" cy="790"/>
          </a:xfrm>
        </p:grpSpPr>
        <p:sp>
          <p:nvSpPr>
            <p:cNvPr id="7201" name="Rectangle 121"/>
            <p:cNvSpPr>
              <a:spLocks noChangeArrowheads="1"/>
            </p:cNvSpPr>
            <p:nvPr/>
          </p:nvSpPr>
          <p:spPr bwMode="auto">
            <a:xfrm>
              <a:off x="735" y="3341"/>
              <a:ext cx="928"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zh-CN" altLang="en-US" sz="2500" b="1">
                  <a:solidFill>
                    <a:srgbClr val="993300"/>
                  </a:solidFill>
                  <a:latin typeface="黑体" pitchFamily="49" charset="-122"/>
                </a:rPr>
                <a:t>极化机制</a:t>
              </a:r>
            </a:p>
          </p:txBody>
        </p:sp>
        <p:sp>
          <p:nvSpPr>
            <p:cNvPr id="7202" name="AutoShape 122"/>
            <p:cNvSpPr>
              <a:spLocks/>
            </p:cNvSpPr>
            <p:nvPr/>
          </p:nvSpPr>
          <p:spPr bwMode="auto">
            <a:xfrm>
              <a:off x="1983" y="3134"/>
              <a:ext cx="70" cy="563"/>
            </a:xfrm>
            <a:prstGeom prst="leftBrace">
              <a:avLst>
                <a:gd name="adj1" fmla="val 54513"/>
                <a:gd name="adj2" fmla="val 51894"/>
              </a:avLst>
            </a:prstGeom>
            <a:noFill/>
            <a:ln w="38100">
              <a:solidFill>
                <a:srgbClr val="00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a:endParaRPr lang="zh-CN" altLang="zh-CN" sz="2500" b="1">
                <a:solidFill>
                  <a:srgbClr val="3366CC"/>
                </a:solidFill>
              </a:endParaRPr>
            </a:p>
          </p:txBody>
        </p:sp>
        <p:sp>
          <p:nvSpPr>
            <p:cNvPr id="7203" name="Rectangle 123"/>
            <p:cNvSpPr>
              <a:spLocks noChangeArrowheads="1"/>
            </p:cNvSpPr>
            <p:nvPr/>
          </p:nvSpPr>
          <p:spPr bwMode="auto">
            <a:xfrm>
              <a:off x="1983" y="3026"/>
              <a:ext cx="2583"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r>
                <a:rPr lang="zh-CN" altLang="en-US" sz="2500" b="1" dirty="0">
                  <a:solidFill>
                    <a:srgbClr val="333399"/>
                  </a:solidFill>
                  <a:latin typeface="黑体" pitchFamily="49" charset="-122"/>
                </a:rPr>
                <a:t>无极分子</a:t>
              </a:r>
              <a:r>
                <a:rPr lang="zh-CN" altLang="en-US" sz="2500" b="1" dirty="0">
                  <a:solidFill>
                    <a:srgbClr val="993300"/>
                  </a:solidFill>
                  <a:latin typeface="黑体" pitchFamily="49" charset="-122"/>
                </a:rPr>
                <a:t>位移极化</a:t>
              </a:r>
            </a:p>
          </p:txBody>
        </p:sp>
        <p:sp>
          <p:nvSpPr>
            <p:cNvPr id="7204" name="Rectangle 124"/>
            <p:cNvSpPr>
              <a:spLocks noChangeArrowheads="1"/>
            </p:cNvSpPr>
            <p:nvPr/>
          </p:nvSpPr>
          <p:spPr bwMode="auto">
            <a:xfrm>
              <a:off x="2007" y="3515"/>
              <a:ext cx="2624"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r>
                <a:rPr lang="zh-CN" altLang="en-US" sz="2500" b="1">
                  <a:solidFill>
                    <a:srgbClr val="333399"/>
                  </a:solidFill>
                  <a:latin typeface="黑体" pitchFamily="49" charset="-122"/>
                </a:rPr>
                <a:t>有极分子</a:t>
              </a:r>
              <a:r>
                <a:rPr lang="zh-CN" altLang="en-US" sz="2500" b="1">
                  <a:solidFill>
                    <a:srgbClr val="993300"/>
                  </a:solidFill>
                  <a:latin typeface="黑体" pitchFamily="49" charset="-122"/>
                </a:rPr>
                <a:t>取向极化</a:t>
              </a:r>
            </a:p>
          </p:txBody>
        </p:sp>
      </p:grpSp>
      <p:sp>
        <p:nvSpPr>
          <p:cNvPr id="9" name="Text Box 11"/>
          <p:cNvSpPr txBox="1">
            <a:spLocks noChangeArrowheads="1"/>
          </p:cNvSpPr>
          <p:nvPr/>
        </p:nvSpPr>
        <p:spPr bwMode="auto">
          <a:xfrm>
            <a:off x="204788" y="981075"/>
            <a:ext cx="8596312" cy="2862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just" eaLnBrk="1" hangingPunct="1">
              <a:lnSpc>
                <a:spcPct val="150000"/>
              </a:lnSpc>
              <a:spcBef>
                <a:spcPct val="0"/>
              </a:spcBef>
            </a:pPr>
            <a:r>
              <a:rPr lang="en-US" altLang="zh-CN" sz="3000" b="1">
                <a:solidFill>
                  <a:srgbClr val="993300"/>
                </a:solidFill>
                <a:latin typeface="黑体" pitchFamily="49" charset="-122"/>
              </a:rPr>
              <a:t> </a:t>
            </a:r>
            <a:r>
              <a:rPr lang="zh-CN" altLang="en-US" sz="3000" b="1">
                <a:solidFill>
                  <a:srgbClr val="000099"/>
                </a:solidFill>
                <a:latin typeface="黑体" pitchFamily="49" charset="-122"/>
              </a:rPr>
              <a:t>在外电场作用下，</a:t>
            </a:r>
            <a:r>
              <a:rPr lang="zh-CN" altLang="en-US" sz="3000" b="1">
                <a:solidFill>
                  <a:srgbClr val="000000"/>
                </a:solidFill>
                <a:ea typeface="宋体" pitchFamily="2" charset="-122"/>
              </a:rPr>
              <a:t>电介质表面出现的这种电荷只能在分子范围内移动，与电介质是不可分离的，称为</a:t>
            </a:r>
            <a:r>
              <a:rPr lang="zh-CN" altLang="en-US" sz="3000" b="1">
                <a:solidFill>
                  <a:srgbClr val="FF0000"/>
                </a:solidFill>
                <a:ea typeface="宋体" pitchFamily="2" charset="-122"/>
              </a:rPr>
              <a:t>极化电荷或束缚电荷。</a:t>
            </a:r>
            <a:r>
              <a:rPr lang="zh-CN" altLang="en-US" sz="3000" b="1">
                <a:solidFill>
                  <a:srgbClr val="000000"/>
                </a:solidFill>
                <a:ea typeface="宋体" pitchFamily="2" charset="-122"/>
              </a:rPr>
              <a:t>这种现象，叫做电介质的极化。</a:t>
            </a:r>
            <a:endParaRPr lang="zh-CN" altLang="en-US" sz="3000" b="1">
              <a:solidFill>
                <a:srgbClr val="FF0000"/>
              </a:solidFill>
              <a:ea typeface="宋体" pitchFamily="2" charset="-122"/>
            </a:endParaRPr>
          </a:p>
        </p:txBody>
      </p:sp>
      <p:grpSp>
        <p:nvGrpSpPr>
          <p:cNvPr id="37" name="Group 2"/>
          <p:cNvGrpSpPr>
            <a:grpSpLocks/>
          </p:cNvGrpSpPr>
          <p:nvPr/>
        </p:nvGrpSpPr>
        <p:grpSpPr bwMode="auto">
          <a:xfrm>
            <a:off x="6096000" y="3248025"/>
            <a:ext cx="3048000" cy="3276600"/>
            <a:chOff x="3840" y="864"/>
            <a:chExt cx="1920" cy="2064"/>
          </a:xfrm>
        </p:grpSpPr>
        <p:sp>
          <p:nvSpPr>
            <p:cNvPr id="7194" name="Rectangle 3"/>
            <p:cNvSpPr>
              <a:spLocks noChangeArrowheads="1"/>
            </p:cNvSpPr>
            <p:nvPr/>
          </p:nvSpPr>
          <p:spPr bwMode="auto">
            <a:xfrm>
              <a:off x="3840" y="864"/>
              <a:ext cx="1920" cy="206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7195" name="Group 4"/>
            <p:cNvGrpSpPr>
              <a:grpSpLocks/>
            </p:cNvGrpSpPr>
            <p:nvPr/>
          </p:nvGrpSpPr>
          <p:grpSpPr bwMode="auto">
            <a:xfrm>
              <a:off x="5256" y="1056"/>
              <a:ext cx="288" cy="1680"/>
              <a:chOff x="5256" y="1056"/>
              <a:chExt cx="288" cy="1680"/>
            </a:xfrm>
          </p:grpSpPr>
          <p:sp>
            <p:nvSpPr>
              <p:cNvPr id="7199" name="Rectangle 5"/>
              <p:cNvSpPr>
                <a:spLocks noChangeArrowheads="1"/>
              </p:cNvSpPr>
              <p:nvPr/>
            </p:nvSpPr>
            <p:spPr bwMode="auto">
              <a:xfrm>
                <a:off x="5280" y="1056"/>
                <a:ext cx="240" cy="1680"/>
              </a:xfrm>
              <a:prstGeom prst="rect">
                <a:avLst/>
              </a:prstGeom>
              <a:solidFill>
                <a:srgbClr val="FF33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0" name="Text Box 6"/>
              <p:cNvSpPr txBox="1">
                <a:spLocks noChangeArrowheads="1"/>
              </p:cNvSpPr>
              <p:nvPr/>
            </p:nvSpPr>
            <p:spPr bwMode="auto">
              <a:xfrm>
                <a:off x="5256" y="1056"/>
                <a:ext cx="288" cy="1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50000"/>
                  </a:spcBef>
                </a:pPr>
                <a:r>
                  <a:rPr lang="zh-CN" altLang="en-US" sz="2800" b="1">
                    <a:solidFill>
                      <a:srgbClr val="000000"/>
                    </a:solidFill>
                    <a:ea typeface="宋体" pitchFamily="2" charset="-122"/>
                  </a:rPr>
                  <a:t>－－－－－－</a:t>
                </a:r>
              </a:p>
            </p:txBody>
          </p:sp>
        </p:grpSp>
        <p:grpSp>
          <p:nvGrpSpPr>
            <p:cNvPr id="7196" name="Group 7"/>
            <p:cNvGrpSpPr>
              <a:grpSpLocks/>
            </p:cNvGrpSpPr>
            <p:nvPr/>
          </p:nvGrpSpPr>
          <p:grpSpPr bwMode="auto">
            <a:xfrm>
              <a:off x="4128" y="1056"/>
              <a:ext cx="240" cy="1680"/>
              <a:chOff x="4128" y="1056"/>
              <a:chExt cx="240" cy="1680"/>
            </a:xfrm>
          </p:grpSpPr>
          <p:sp>
            <p:nvSpPr>
              <p:cNvPr id="7197" name="Rectangle 8"/>
              <p:cNvSpPr>
                <a:spLocks noChangeArrowheads="1"/>
              </p:cNvSpPr>
              <p:nvPr/>
            </p:nvSpPr>
            <p:spPr bwMode="auto">
              <a:xfrm>
                <a:off x="4128" y="1056"/>
                <a:ext cx="240" cy="1680"/>
              </a:xfrm>
              <a:prstGeom prst="rect">
                <a:avLst/>
              </a:prstGeom>
              <a:solidFill>
                <a:srgbClr val="FF33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8" name="Text Box 9"/>
              <p:cNvSpPr txBox="1">
                <a:spLocks noChangeArrowheads="1"/>
              </p:cNvSpPr>
              <p:nvPr/>
            </p:nvSpPr>
            <p:spPr bwMode="auto">
              <a:xfrm>
                <a:off x="4144" y="1056"/>
                <a:ext cx="192" cy="1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50000"/>
                  </a:spcBef>
                </a:pPr>
                <a:r>
                  <a:rPr lang="en-US" altLang="zh-CN" sz="2800" b="1">
                    <a:solidFill>
                      <a:srgbClr val="000000"/>
                    </a:solidFill>
                    <a:ea typeface="宋体" pitchFamily="2" charset="-122"/>
                  </a:rPr>
                  <a:t>++++++</a:t>
                </a:r>
              </a:p>
            </p:txBody>
          </p:sp>
        </p:grpSp>
      </p:grpSp>
      <p:sp>
        <p:nvSpPr>
          <p:cNvPr id="45" name="Rectangle 13"/>
          <p:cNvSpPr>
            <a:spLocks noChangeArrowheads="1"/>
          </p:cNvSpPr>
          <p:nvPr/>
        </p:nvSpPr>
        <p:spPr bwMode="auto">
          <a:xfrm>
            <a:off x="6934200" y="3552825"/>
            <a:ext cx="1447800" cy="2667000"/>
          </a:xfrm>
          <a:prstGeom prst="rect">
            <a:avLst/>
          </a:prstGeom>
          <a:solidFill>
            <a:srgbClr val="FF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6" name="Group 14"/>
          <p:cNvGrpSpPr>
            <a:grpSpLocks/>
          </p:cNvGrpSpPr>
          <p:nvPr/>
        </p:nvGrpSpPr>
        <p:grpSpPr bwMode="auto">
          <a:xfrm>
            <a:off x="6781800" y="3629025"/>
            <a:ext cx="1600200" cy="2465388"/>
            <a:chOff x="4272" y="1104"/>
            <a:chExt cx="1008" cy="1553"/>
          </a:xfrm>
        </p:grpSpPr>
        <p:sp>
          <p:nvSpPr>
            <p:cNvPr id="7192" name="Text Box 15"/>
            <p:cNvSpPr txBox="1">
              <a:spLocks noChangeArrowheads="1"/>
            </p:cNvSpPr>
            <p:nvPr/>
          </p:nvSpPr>
          <p:spPr bwMode="auto">
            <a:xfrm>
              <a:off x="4272" y="1104"/>
              <a:ext cx="288" cy="1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lnSpc>
                  <a:spcPct val="130000"/>
                </a:lnSpc>
                <a:spcBef>
                  <a:spcPct val="50000"/>
                </a:spcBef>
              </a:pPr>
              <a:r>
                <a:rPr lang="zh-CN" altLang="en-US" sz="2400" b="1">
                  <a:solidFill>
                    <a:srgbClr val="FFFFFF"/>
                  </a:solidFill>
                  <a:ea typeface="宋体" pitchFamily="2" charset="-122"/>
                </a:rPr>
                <a:t>－ － －</a:t>
              </a:r>
            </a:p>
          </p:txBody>
        </p:sp>
        <p:sp>
          <p:nvSpPr>
            <p:cNvPr id="7193" name="Text Box 16"/>
            <p:cNvSpPr txBox="1">
              <a:spLocks noChangeArrowheads="1"/>
            </p:cNvSpPr>
            <p:nvPr/>
          </p:nvSpPr>
          <p:spPr bwMode="auto">
            <a:xfrm>
              <a:off x="5040" y="1200"/>
              <a:ext cx="240" cy="1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50000"/>
                </a:spcBef>
              </a:pPr>
              <a:r>
                <a:rPr lang="en-US" altLang="zh-CN" sz="2400" b="1">
                  <a:solidFill>
                    <a:srgbClr val="FF0066"/>
                  </a:solidFill>
                  <a:ea typeface="宋体" pitchFamily="2" charset="-122"/>
                </a:rPr>
                <a:t>+</a:t>
              </a:r>
            </a:p>
            <a:p>
              <a:pPr eaLnBrk="1" hangingPunct="1">
                <a:spcBef>
                  <a:spcPct val="50000"/>
                </a:spcBef>
              </a:pPr>
              <a:r>
                <a:rPr lang="en-US" altLang="zh-CN" sz="2400" b="1">
                  <a:solidFill>
                    <a:srgbClr val="FF0066"/>
                  </a:solidFill>
                  <a:ea typeface="宋体" pitchFamily="2" charset="-122"/>
                </a:rPr>
                <a:t>   +</a:t>
              </a:r>
            </a:p>
            <a:p>
              <a:pPr eaLnBrk="1" hangingPunct="1">
                <a:spcBef>
                  <a:spcPct val="50000"/>
                </a:spcBef>
              </a:pPr>
              <a:r>
                <a:rPr lang="en-US" altLang="zh-CN" sz="2400" b="1">
                  <a:solidFill>
                    <a:srgbClr val="FF0066"/>
                  </a:solidFill>
                  <a:ea typeface="宋体" pitchFamily="2" charset="-122"/>
                </a:rPr>
                <a:t> +</a:t>
              </a:r>
            </a:p>
          </p:txBody>
        </p:sp>
      </p:grpSp>
      <p:grpSp>
        <p:nvGrpSpPr>
          <p:cNvPr id="49" name="Group 27"/>
          <p:cNvGrpSpPr>
            <a:grpSpLocks/>
          </p:cNvGrpSpPr>
          <p:nvPr/>
        </p:nvGrpSpPr>
        <p:grpSpPr bwMode="auto">
          <a:xfrm>
            <a:off x="7086600" y="4086225"/>
            <a:ext cx="990600" cy="2362200"/>
            <a:chOff x="4464" y="1392"/>
            <a:chExt cx="624" cy="1488"/>
          </a:xfrm>
        </p:grpSpPr>
        <p:grpSp>
          <p:nvGrpSpPr>
            <p:cNvPr id="7187" name="Group 28"/>
            <p:cNvGrpSpPr>
              <a:grpSpLocks/>
            </p:cNvGrpSpPr>
            <p:nvPr/>
          </p:nvGrpSpPr>
          <p:grpSpPr bwMode="auto">
            <a:xfrm>
              <a:off x="4464" y="1392"/>
              <a:ext cx="624" cy="1104"/>
              <a:chOff x="4464" y="1392"/>
              <a:chExt cx="624" cy="1104"/>
            </a:xfrm>
          </p:grpSpPr>
          <p:sp>
            <p:nvSpPr>
              <p:cNvPr id="7189" name="Line 29"/>
              <p:cNvSpPr>
                <a:spLocks noChangeShapeType="1"/>
              </p:cNvSpPr>
              <p:nvPr/>
            </p:nvSpPr>
            <p:spPr bwMode="auto">
              <a:xfrm flipH="1">
                <a:off x="4512" y="1392"/>
                <a:ext cx="576" cy="0"/>
              </a:xfrm>
              <a:prstGeom prst="line">
                <a:avLst/>
              </a:prstGeom>
              <a:noFill/>
              <a:ln w="28575">
                <a:solidFill>
                  <a:srgbClr val="00FFFF"/>
                </a:solidFill>
                <a:prstDash val="sysDot"/>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190" name="Line 30"/>
              <p:cNvSpPr>
                <a:spLocks noChangeShapeType="1"/>
              </p:cNvSpPr>
              <p:nvPr/>
            </p:nvSpPr>
            <p:spPr bwMode="auto">
              <a:xfrm flipH="1">
                <a:off x="4464" y="1920"/>
                <a:ext cx="624" cy="0"/>
              </a:xfrm>
              <a:prstGeom prst="line">
                <a:avLst/>
              </a:prstGeom>
              <a:noFill/>
              <a:ln w="28575">
                <a:solidFill>
                  <a:srgbClr val="00FFFF"/>
                </a:solidFill>
                <a:prstDash val="sysDot"/>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191" name="Line 31"/>
              <p:cNvSpPr>
                <a:spLocks noChangeShapeType="1"/>
              </p:cNvSpPr>
              <p:nvPr/>
            </p:nvSpPr>
            <p:spPr bwMode="auto">
              <a:xfrm flipH="1">
                <a:off x="4512" y="2496"/>
                <a:ext cx="576" cy="0"/>
              </a:xfrm>
              <a:prstGeom prst="line">
                <a:avLst/>
              </a:prstGeom>
              <a:noFill/>
              <a:ln w="28575">
                <a:solidFill>
                  <a:srgbClr val="00FFFF"/>
                </a:solidFill>
                <a:prstDash val="sysDot"/>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aphicFrame>
          <p:nvGraphicFramePr>
            <p:cNvPr id="7188" name="Object 32"/>
            <p:cNvGraphicFramePr>
              <a:graphicFrameLocks noChangeAspect="1"/>
            </p:cNvGraphicFramePr>
            <p:nvPr/>
          </p:nvGraphicFramePr>
          <p:xfrm>
            <a:off x="4608" y="2592"/>
            <a:ext cx="336" cy="288"/>
          </p:xfrm>
          <a:graphic>
            <a:graphicData uri="http://schemas.openxmlformats.org/presentationml/2006/ole">
              <mc:AlternateContent xmlns:mc="http://schemas.openxmlformats.org/markup-compatibility/2006">
                <mc:Choice xmlns:v="urn:schemas-microsoft-com:vml" Requires="v">
                  <p:oleObj spid="_x0000_s7391" name="公式" r:id="rId3" imgW="190417" imgH="190417" progId="Equation.3">
                    <p:embed/>
                  </p:oleObj>
                </mc:Choice>
                <mc:Fallback>
                  <p:oleObj name="公式" r:id="rId3" imgW="190417" imgH="190417" progId="Equation.3">
                    <p:embed/>
                    <p:pic>
                      <p:nvPicPr>
                        <p:cNvPr id="0" name="Object 3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08" y="2592"/>
                          <a:ext cx="336" cy="288"/>
                        </a:xfrm>
                        <a:prstGeom prst="rect">
                          <a:avLst/>
                        </a:prstGeom>
                        <a:solidFill>
                          <a:srgbClr val="33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5" name="Group 36"/>
          <p:cNvGrpSpPr>
            <a:grpSpLocks/>
          </p:cNvGrpSpPr>
          <p:nvPr/>
        </p:nvGrpSpPr>
        <p:grpSpPr bwMode="auto">
          <a:xfrm>
            <a:off x="7162800" y="3119438"/>
            <a:ext cx="992188" cy="2906712"/>
            <a:chOff x="4512" y="783"/>
            <a:chExt cx="625" cy="1831"/>
          </a:xfrm>
        </p:grpSpPr>
        <p:sp>
          <p:nvSpPr>
            <p:cNvPr id="7178" name="Line 18"/>
            <p:cNvSpPr>
              <a:spLocks noChangeShapeType="1"/>
            </p:cNvSpPr>
            <p:nvPr/>
          </p:nvSpPr>
          <p:spPr bwMode="auto">
            <a:xfrm>
              <a:off x="4512" y="1488"/>
              <a:ext cx="624" cy="0"/>
            </a:xfrm>
            <a:prstGeom prst="line">
              <a:avLst/>
            </a:prstGeom>
            <a:noFill/>
            <a:ln w="38100" cap="sq">
              <a:solidFill>
                <a:schemeClr val="tx1"/>
              </a:solidFill>
              <a:miter lim="800000"/>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7179" name="Group 35"/>
            <p:cNvGrpSpPr>
              <a:grpSpLocks/>
            </p:cNvGrpSpPr>
            <p:nvPr/>
          </p:nvGrpSpPr>
          <p:grpSpPr bwMode="auto">
            <a:xfrm>
              <a:off x="4513" y="783"/>
              <a:ext cx="624" cy="1831"/>
              <a:chOff x="4558" y="436"/>
              <a:chExt cx="624" cy="1831"/>
            </a:xfrm>
          </p:grpSpPr>
          <p:grpSp>
            <p:nvGrpSpPr>
              <p:cNvPr id="7180" name="Group 20"/>
              <p:cNvGrpSpPr>
                <a:grpSpLocks/>
              </p:cNvGrpSpPr>
              <p:nvPr/>
            </p:nvGrpSpPr>
            <p:grpSpPr bwMode="auto">
              <a:xfrm>
                <a:off x="4558" y="875"/>
                <a:ext cx="624" cy="1392"/>
                <a:chOff x="4512" y="1248"/>
                <a:chExt cx="624" cy="1392"/>
              </a:xfrm>
            </p:grpSpPr>
            <p:sp>
              <p:nvSpPr>
                <p:cNvPr id="7182" name="Line 21"/>
                <p:cNvSpPr>
                  <a:spLocks noChangeShapeType="1"/>
                </p:cNvSpPr>
                <p:nvPr/>
              </p:nvSpPr>
              <p:spPr bwMode="auto">
                <a:xfrm>
                  <a:off x="4512" y="1248"/>
                  <a:ext cx="624" cy="0"/>
                </a:xfrm>
                <a:prstGeom prst="line">
                  <a:avLst/>
                </a:prstGeom>
                <a:noFill/>
                <a:ln w="38100" cap="sq">
                  <a:solidFill>
                    <a:schemeClr val="tx1"/>
                  </a:solidFill>
                  <a:miter lim="800000"/>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183" name="Line 22"/>
                <p:cNvSpPr>
                  <a:spLocks noChangeShapeType="1"/>
                </p:cNvSpPr>
                <p:nvPr/>
              </p:nvSpPr>
              <p:spPr bwMode="auto">
                <a:xfrm>
                  <a:off x="4512" y="1776"/>
                  <a:ext cx="624" cy="0"/>
                </a:xfrm>
                <a:prstGeom prst="line">
                  <a:avLst/>
                </a:prstGeom>
                <a:noFill/>
                <a:ln w="38100" cap="sq">
                  <a:solidFill>
                    <a:schemeClr val="tx1"/>
                  </a:solidFill>
                  <a:miter lim="800000"/>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184" name="Line 23"/>
                <p:cNvSpPr>
                  <a:spLocks noChangeShapeType="1"/>
                </p:cNvSpPr>
                <p:nvPr/>
              </p:nvSpPr>
              <p:spPr bwMode="auto">
                <a:xfrm>
                  <a:off x="4512" y="2064"/>
                  <a:ext cx="576" cy="0"/>
                </a:xfrm>
                <a:prstGeom prst="line">
                  <a:avLst/>
                </a:prstGeom>
                <a:noFill/>
                <a:ln w="38100" cap="sq">
                  <a:solidFill>
                    <a:schemeClr val="tx1"/>
                  </a:solidFill>
                  <a:miter lim="800000"/>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185" name="Line 24"/>
                <p:cNvSpPr>
                  <a:spLocks noChangeShapeType="1"/>
                </p:cNvSpPr>
                <p:nvPr/>
              </p:nvSpPr>
              <p:spPr bwMode="auto">
                <a:xfrm>
                  <a:off x="4512" y="2352"/>
                  <a:ext cx="576" cy="0"/>
                </a:xfrm>
                <a:prstGeom prst="line">
                  <a:avLst/>
                </a:prstGeom>
                <a:noFill/>
                <a:ln w="38100" cap="sq">
                  <a:solidFill>
                    <a:schemeClr val="tx1"/>
                  </a:solidFill>
                  <a:miter lim="800000"/>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186" name="Line 25"/>
                <p:cNvSpPr>
                  <a:spLocks noChangeShapeType="1"/>
                </p:cNvSpPr>
                <p:nvPr/>
              </p:nvSpPr>
              <p:spPr bwMode="auto">
                <a:xfrm>
                  <a:off x="4512" y="2640"/>
                  <a:ext cx="576" cy="0"/>
                </a:xfrm>
                <a:prstGeom prst="line">
                  <a:avLst/>
                </a:prstGeom>
                <a:noFill/>
                <a:ln w="38100" cap="sq">
                  <a:solidFill>
                    <a:schemeClr val="tx1"/>
                  </a:solidFill>
                  <a:miter lim="800000"/>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aphicFrame>
            <p:nvGraphicFramePr>
              <p:cNvPr id="7181" name="Object 33"/>
              <p:cNvGraphicFramePr>
                <a:graphicFrameLocks noChangeAspect="1"/>
              </p:cNvGraphicFramePr>
              <p:nvPr/>
            </p:nvGraphicFramePr>
            <p:xfrm>
              <a:off x="4830" y="436"/>
              <a:ext cx="254" cy="318"/>
            </p:xfrm>
            <a:graphic>
              <a:graphicData uri="http://schemas.openxmlformats.org/presentationml/2006/ole">
                <mc:AlternateContent xmlns:mc="http://schemas.openxmlformats.org/markup-compatibility/2006">
                  <mc:Choice xmlns:v="urn:schemas-microsoft-com:vml" Requires="v">
                    <p:oleObj spid="_x0000_s7392" name="Equation" r:id="rId5" imgW="203024" imgH="253780" progId="Equation.DSMT4">
                      <p:embed/>
                    </p:oleObj>
                  </mc:Choice>
                  <mc:Fallback>
                    <p:oleObj name="Equation" r:id="rId5" imgW="203024" imgH="253780" progId="Equation.DSMT4">
                      <p:embed/>
                      <p:pic>
                        <p:nvPicPr>
                          <p:cNvPr id="0" name="Object 3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30" y="436"/>
                            <a:ext cx="254" cy="31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32469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blinds(horizontal)">
                                      <p:cBhvr>
                                        <p:cTn id="11" dur="500"/>
                                        <p:tgtEl>
                                          <p:spTgt spid="9"/>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4" presetClass="entr" presetSubtype="16" fill="hold" nodeType="clickEffect">
                                  <p:stCondLst>
                                    <p:cond delay="0"/>
                                  </p:stCondLst>
                                  <p:childTnLst>
                                    <p:set>
                                      <p:cBhvr>
                                        <p:cTn id="15" dur="1" fill="hold">
                                          <p:stCondLst>
                                            <p:cond delay="0"/>
                                          </p:stCondLst>
                                        </p:cTn>
                                        <p:tgtEl>
                                          <p:spTgt spid="37"/>
                                        </p:tgtEl>
                                        <p:attrNameLst>
                                          <p:attrName>style.visibility</p:attrName>
                                        </p:attrNameLst>
                                      </p:cBhvr>
                                      <p:to>
                                        <p:strVal val="visible"/>
                                      </p:to>
                                    </p:set>
                                    <p:animEffect transition="in" filter="box(in)">
                                      <p:cBhvr>
                                        <p:cTn id="16" dur="500"/>
                                        <p:tgtEl>
                                          <p:spTgt spid="3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nodeType="clickEffect">
                                  <p:stCondLst>
                                    <p:cond delay="0"/>
                                  </p:stCondLst>
                                  <p:childTnLst>
                                    <p:set>
                                      <p:cBhvr>
                                        <p:cTn id="20" dur="1" fill="hold">
                                          <p:stCondLst>
                                            <p:cond delay="0"/>
                                          </p:stCondLst>
                                        </p:cTn>
                                        <p:tgtEl>
                                          <p:spTgt spid="55"/>
                                        </p:tgtEl>
                                        <p:attrNameLst>
                                          <p:attrName>style.visibility</p:attrName>
                                        </p:attrNameLst>
                                      </p:cBhvr>
                                      <p:to>
                                        <p:strVal val="visible"/>
                                      </p:to>
                                    </p:set>
                                    <p:animEffect transition="in" filter="blinds(horizontal)">
                                      <p:cBhvr>
                                        <p:cTn id="21" dur="500"/>
                                        <p:tgtEl>
                                          <p:spTgt spid="55"/>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45"/>
                                        </p:tgtEl>
                                        <p:attrNameLst>
                                          <p:attrName>style.visibility</p:attrName>
                                        </p:attrNameLst>
                                      </p:cBhvr>
                                      <p:to>
                                        <p:strVal val="visible"/>
                                      </p:to>
                                    </p:set>
                                    <p:animEffect transition="in" filter="dissolve">
                                      <p:cBhvr>
                                        <p:cTn id="26" dur="500"/>
                                        <p:tgtEl>
                                          <p:spTgt spid="45"/>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nodeType="clickEffect">
                                  <p:stCondLst>
                                    <p:cond delay="0"/>
                                  </p:stCondLst>
                                  <p:childTnLst>
                                    <p:set>
                                      <p:cBhvr>
                                        <p:cTn id="30" dur="1" fill="hold">
                                          <p:stCondLst>
                                            <p:cond delay="0"/>
                                          </p:stCondLst>
                                        </p:cTn>
                                        <p:tgtEl>
                                          <p:spTgt spid="46"/>
                                        </p:tgtEl>
                                        <p:attrNameLst>
                                          <p:attrName>style.visibility</p:attrName>
                                        </p:attrNameLst>
                                      </p:cBhvr>
                                      <p:to>
                                        <p:strVal val="visible"/>
                                      </p:to>
                                    </p:set>
                                    <p:animEffect transition="in" filter="blinds(horizontal)">
                                      <p:cBhvr>
                                        <p:cTn id="31" dur="500"/>
                                        <p:tgtEl>
                                          <p:spTgt spid="46"/>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7" presetClass="entr" presetSubtype="2" fill="hold" nodeType="clickEffect">
                                  <p:stCondLst>
                                    <p:cond delay="0"/>
                                  </p:stCondLst>
                                  <p:childTnLst>
                                    <p:set>
                                      <p:cBhvr>
                                        <p:cTn id="35" dur="1" fill="hold">
                                          <p:stCondLst>
                                            <p:cond delay="0"/>
                                          </p:stCondLst>
                                        </p:cTn>
                                        <p:tgtEl>
                                          <p:spTgt spid="49"/>
                                        </p:tgtEl>
                                        <p:attrNameLst>
                                          <p:attrName>style.visibility</p:attrName>
                                        </p:attrNameLst>
                                      </p:cBhvr>
                                      <p:to>
                                        <p:strVal val="visible"/>
                                      </p:to>
                                    </p:set>
                                    <p:anim calcmode="lin" valueType="num">
                                      <p:cBhvr>
                                        <p:cTn id="36" dur="500" fill="hold"/>
                                        <p:tgtEl>
                                          <p:spTgt spid="49"/>
                                        </p:tgtEl>
                                        <p:attrNameLst>
                                          <p:attrName>ppt_x</p:attrName>
                                        </p:attrNameLst>
                                      </p:cBhvr>
                                      <p:tavLst>
                                        <p:tav tm="0">
                                          <p:val>
                                            <p:strVal val="#ppt_x+#ppt_w/2"/>
                                          </p:val>
                                        </p:tav>
                                        <p:tav tm="100000">
                                          <p:val>
                                            <p:strVal val="#ppt_x"/>
                                          </p:val>
                                        </p:tav>
                                      </p:tavLst>
                                    </p:anim>
                                    <p:anim calcmode="lin" valueType="num">
                                      <p:cBhvr>
                                        <p:cTn id="37" dur="500" fill="hold"/>
                                        <p:tgtEl>
                                          <p:spTgt spid="49"/>
                                        </p:tgtEl>
                                        <p:attrNameLst>
                                          <p:attrName>ppt_y</p:attrName>
                                        </p:attrNameLst>
                                      </p:cBhvr>
                                      <p:tavLst>
                                        <p:tav tm="0">
                                          <p:val>
                                            <p:strVal val="#ppt_y"/>
                                          </p:val>
                                        </p:tav>
                                        <p:tav tm="100000">
                                          <p:val>
                                            <p:strVal val="#ppt_y"/>
                                          </p:val>
                                        </p:tav>
                                      </p:tavLst>
                                    </p:anim>
                                    <p:anim calcmode="lin" valueType="num">
                                      <p:cBhvr>
                                        <p:cTn id="38" dur="500" fill="hold"/>
                                        <p:tgtEl>
                                          <p:spTgt spid="49"/>
                                        </p:tgtEl>
                                        <p:attrNameLst>
                                          <p:attrName>ppt_w</p:attrName>
                                        </p:attrNameLst>
                                      </p:cBhvr>
                                      <p:tavLst>
                                        <p:tav tm="0">
                                          <p:val>
                                            <p:fltVal val="0"/>
                                          </p:val>
                                        </p:tav>
                                        <p:tav tm="100000">
                                          <p:val>
                                            <p:strVal val="#ppt_w"/>
                                          </p:val>
                                        </p:tav>
                                      </p:tavLst>
                                    </p:anim>
                                    <p:anim calcmode="lin" valueType="num">
                                      <p:cBhvr>
                                        <p:cTn id="39" dur="500" fill="hold"/>
                                        <p:tgtEl>
                                          <p:spTgt spid="49"/>
                                        </p:tgtEl>
                                        <p:attrNameLst>
                                          <p:attrName>ppt_h</p:attrName>
                                        </p:attrNameLst>
                                      </p:cBhvr>
                                      <p:tavLst>
                                        <p:tav tm="0">
                                          <p:val>
                                            <p:strVal val="#ppt_h"/>
                                          </p:val>
                                        </p:tav>
                                        <p:tav tm="100000">
                                          <p:val>
                                            <p:strVal val="#ppt_h"/>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324733"/>
                                        </p:tgtEl>
                                        <p:attrNameLst>
                                          <p:attrName>style.visibility</p:attrName>
                                        </p:attrNameLst>
                                      </p:cBhvr>
                                      <p:to>
                                        <p:strVal val="visible"/>
                                      </p:to>
                                    </p:set>
                                    <p:animEffect transition="in" filter="wipe(left)">
                                      <p:cBhvr>
                                        <p:cTn id="44" dur="500"/>
                                        <p:tgtEl>
                                          <p:spTgt spid="3247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4698" grpId="0" autoUpdateAnimBg="0"/>
      <p:bldP spid="9" grpId="0" autoUpdateAnimBg="0"/>
      <p:bldP spid="4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418" name="Text Box 2"/>
          <p:cNvSpPr txBox="1">
            <a:spLocks noChangeArrowheads="1"/>
          </p:cNvSpPr>
          <p:nvPr/>
        </p:nvSpPr>
        <p:spPr bwMode="auto">
          <a:xfrm>
            <a:off x="391708" y="625221"/>
            <a:ext cx="5943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US" altLang="zh-CN" sz="2800" b="1" dirty="0">
                <a:solidFill>
                  <a:srgbClr val="3333FF"/>
                </a:solidFill>
                <a:effectLst>
                  <a:outerShdw blurRad="38100" dist="38100" dir="2700000" algn="tl">
                    <a:srgbClr val="C0C0C0"/>
                  </a:outerShdw>
                </a:effectLst>
                <a:latin typeface="幼圆" pitchFamily="49" charset="-122"/>
                <a:ea typeface="幼圆" pitchFamily="49" charset="-122"/>
              </a:rPr>
              <a:t>1</a:t>
            </a:r>
            <a:r>
              <a:rPr lang="zh-CN" altLang="en-US" sz="2800" b="1" dirty="0">
                <a:solidFill>
                  <a:srgbClr val="3333FF"/>
                </a:solidFill>
                <a:effectLst>
                  <a:outerShdw blurRad="38100" dist="38100" dir="2700000" algn="tl">
                    <a:srgbClr val="C0C0C0"/>
                  </a:outerShdw>
                </a:effectLst>
                <a:latin typeface="幼圆" pitchFamily="49" charset="-122"/>
                <a:ea typeface="幼圆" pitchFamily="49" charset="-122"/>
              </a:rPr>
              <a:t>、无极分子的位移极化</a:t>
            </a:r>
            <a:endParaRPr lang="zh-CN" altLang="en-US" sz="2400" dirty="0">
              <a:solidFill>
                <a:srgbClr val="3333FF"/>
              </a:solidFill>
              <a:ea typeface="宋体" charset="-122"/>
            </a:endParaRPr>
          </a:p>
        </p:txBody>
      </p:sp>
      <p:grpSp>
        <p:nvGrpSpPr>
          <p:cNvPr id="444419" name="Group 3"/>
          <p:cNvGrpSpPr>
            <a:grpSpLocks/>
          </p:cNvGrpSpPr>
          <p:nvPr/>
        </p:nvGrpSpPr>
        <p:grpSpPr bwMode="auto">
          <a:xfrm>
            <a:off x="977900" y="1370013"/>
            <a:ext cx="2490788" cy="1392237"/>
            <a:chOff x="2784" y="1344"/>
            <a:chExt cx="2160" cy="1200"/>
          </a:xfrm>
        </p:grpSpPr>
        <p:sp>
          <p:nvSpPr>
            <p:cNvPr id="8270" name="Rectangle 4"/>
            <p:cNvSpPr>
              <a:spLocks noChangeArrowheads="1"/>
            </p:cNvSpPr>
            <p:nvPr/>
          </p:nvSpPr>
          <p:spPr bwMode="auto">
            <a:xfrm>
              <a:off x="2784" y="1344"/>
              <a:ext cx="2160" cy="1200"/>
            </a:xfrm>
            <a:prstGeom prst="rect">
              <a:avLst/>
            </a:prstGeom>
            <a:solidFill>
              <a:srgbClr val="99CCFF"/>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99CCFF"/>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zh-CN" altLang="en-US"/>
            </a:p>
          </p:txBody>
        </p:sp>
        <p:sp>
          <p:nvSpPr>
            <p:cNvPr id="8271" name="Oval 5"/>
            <p:cNvSpPr>
              <a:spLocks noChangeArrowheads="1"/>
            </p:cNvSpPr>
            <p:nvPr/>
          </p:nvSpPr>
          <p:spPr bwMode="auto">
            <a:xfrm>
              <a:off x="2880" y="1440"/>
              <a:ext cx="288" cy="288"/>
            </a:xfrm>
            <a:prstGeom prst="ellipse">
              <a:avLst/>
            </a:prstGeom>
            <a:gradFill rotWithShape="0">
              <a:gsLst>
                <a:gs pos="0">
                  <a:srgbClr val="FFCC99"/>
                </a:gs>
                <a:gs pos="100000">
                  <a:srgbClr val="765E47"/>
                </a:gs>
              </a:gsLst>
              <a:path path="shape">
                <a:fillToRect l="50000" t="50000" r="50000" b="50000"/>
              </a:path>
            </a:gradFill>
            <a:ln w="952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ea typeface="宋体" pitchFamily="2" charset="-122"/>
                </a:rPr>
                <a:t>±</a:t>
              </a:r>
              <a:endParaRPr lang="en-US" altLang="zh-CN" sz="2400">
                <a:solidFill>
                  <a:schemeClr val="tx1"/>
                </a:solidFill>
                <a:ea typeface="宋体" pitchFamily="2" charset="-122"/>
              </a:endParaRPr>
            </a:p>
          </p:txBody>
        </p:sp>
        <p:sp>
          <p:nvSpPr>
            <p:cNvPr id="8272" name="Oval 6"/>
            <p:cNvSpPr>
              <a:spLocks noChangeArrowheads="1"/>
            </p:cNvSpPr>
            <p:nvPr/>
          </p:nvSpPr>
          <p:spPr bwMode="auto">
            <a:xfrm>
              <a:off x="2880" y="1824"/>
              <a:ext cx="288" cy="288"/>
            </a:xfrm>
            <a:prstGeom prst="ellipse">
              <a:avLst/>
            </a:prstGeom>
            <a:gradFill rotWithShape="0">
              <a:gsLst>
                <a:gs pos="0">
                  <a:srgbClr val="FFCC99"/>
                </a:gs>
                <a:gs pos="100000">
                  <a:srgbClr val="765E47"/>
                </a:gs>
              </a:gsLst>
              <a:path path="shape">
                <a:fillToRect l="50000" t="50000" r="50000" b="50000"/>
              </a:path>
            </a:gradFill>
            <a:ln w="952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ea typeface="宋体" pitchFamily="2" charset="-122"/>
                </a:rPr>
                <a:t>±</a:t>
              </a:r>
              <a:endParaRPr lang="en-US" altLang="zh-CN" sz="2400">
                <a:solidFill>
                  <a:schemeClr val="tx1"/>
                </a:solidFill>
                <a:ea typeface="宋体" pitchFamily="2" charset="-122"/>
              </a:endParaRPr>
            </a:p>
          </p:txBody>
        </p:sp>
        <p:sp>
          <p:nvSpPr>
            <p:cNvPr id="8273" name="Oval 7"/>
            <p:cNvSpPr>
              <a:spLocks noChangeArrowheads="1"/>
            </p:cNvSpPr>
            <p:nvPr/>
          </p:nvSpPr>
          <p:spPr bwMode="auto">
            <a:xfrm>
              <a:off x="2880" y="2208"/>
              <a:ext cx="288" cy="288"/>
            </a:xfrm>
            <a:prstGeom prst="ellipse">
              <a:avLst/>
            </a:prstGeom>
            <a:gradFill rotWithShape="0">
              <a:gsLst>
                <a:gs pos="0">
                  <a:srgbClr val="FFCC99"/>
                </a:gs>
                <a:gs pos="100000">
                  <a:srgbClr val="765E47"/>
                </a:gs>
              </a:gsLst>
              <a:path path="shape">
                <a:fillToRect l="50000" t="50000" r="50000" b="50000"/>
              </a:path>
            </a:gradFill>
            <a:ln w="952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ea typeface="宋体" pitchFamily="2" charset="-122"/>
                </a:rPr>
                <a:t>±</a:t>
              </a:r>
              <a:endParaRPr lang="en-US" altLang="zh-CN" sz="2400">
                <a:solidFill>
                  <a:schemeClr val="tx1"/>
                </a:solidFill>
                <a:ea typeface="宋体" pitchFamily="2" charset="-122"/>
              </a:endParaRPr>
            </a:p>
          </p:txBody>
        </p:sp>
        <p:sp>
          <p:nvSpPr>
            <p:cNvPr id="8274" name="Oval 8"/>
            <p:cNvSpPr>
              <a:spLocks noChangeArrowheads="1"/>
            </p:cNvSpPr>
            <p:nvPr/>
          </p:nvSpPr>
          <p:spPr bwMode="auto">
            <a:xfrm>
              <a:off x="3312" y="1440"/>
              <a:ext cx="288" cy="288"/>
            </a:xfrm>
            <a:prstGeom prst="ellipse">
              <a:avLst/>
            </a:prstGeom>
            <a:gradFill rotWithShape="0">
              <a:gsLst>
                <a:gs pos="0">
                  <a:srgbClr val="FFCC99"/>
                </a:gs>
                <a:gs pos="100000">
                  <a:srgbClr val="765E47"/>
                </a:gs>
              </a:gsLst>
              <a:path path="shape">
                <a:fillToRect l="50000" t="50000" r="50000" b="50000"/>
              </a:path>
            </a:gradFill>
            <a:ln w="952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ea typeface="宋体" pitchFamily="2" charset="-122"/>
                </a:rPr>
                <a:t>±</a:t>
              </a:r>
              <a:endParaRPr lang="en-US" altLang="zh-CN" sz="2400">
                <a:solidFill>
                  <a:schemeClr val="tx1"/>
                </a:solidFill>
                <a:ea typeface="宋体" pitchFamily="2" charset="-122"/>
              </a:endParaRPr>
            </a:p>
          </p:txBody>
        </p:sp>
        <p:sp>
          <p:nvSpPr>
            <p:cNvPr id="8275" name="Oval 9"/>
            <p:cNvSpPr>
              <a:spLocks noChangeArrowheads="1"/>
            </p:cNvSpPr>
            <p:nvPr/>
          </p:nvSpPr>
          <p:spPr bwMode="auto">
            <a:xfrm>
              <a:off x="3312" y="1824"/>
              <a:ext cx="288" cy="288"/>
            </a:xfrm>
            <a:prstGeom prst="ellipse">
              <a:avLst/>
            </a:prstGeom>
            <a:gradFill rotWithShape="0">
              <a:gsLst>
                <a:gs pos="0">
                  <a:srgbClr val="FFCC99"/>
                </a:gs>
                <a:gs pos="100000">
                  <a:srgbClr val="765E47"/>
                </a:gs>
              </a:gsLst>
              <a:path path="shape">
                <a:fillToRect l="50000" t="50000" r="50000" b="50000"/>
              </a:path>
            </a:gradFill>
            <a:ln w="952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ea typeface="宋体" pitchFamily="2" charset="-122"/>
                </a:rPr>
                <a:t>±</a:t>
              </a:r>
              <a:endParaRPr lang="en-US" altLang="zh-CN" sz="2400">
                <a:solidFill>
                  <a:schemeClr val="tx1"/>
                </a:solidFill>
                <a:ea typeface="宋体" pitchFamily="2" charset="-122"/>
              </a:endParaRPr>
            </a:p>
          </p:txBody>
        </p:sp>
        <p:sp>
          <p:nvSpPr>
            <p:cNvPr id="8276" name="Oval 10"/>
            <p:cNvSpPr>
              <a:spLocks noChangeArrowheads="1"/>
            </p:cNvSpPr>
            <p:nvPr/>
          </p:nvSpPr>
          <p:spPr bwMode="auto">
            <a:xfrm>
              <a:off x="3312" y="2208"/>
              <a:ext cx="288" cy="288"/>
            </a:xfrm>
            <a:prstGeom prst="ellipse">
              <a:avLst/>
            </a:prstGeom>
            <a:gradFill rotWithShape="0">
              <a:gsLst>
                <a:gs pos="0">
                  <a:srgbClr val="FFCC99"/>
                </a:gs>
                <a:gs pos="100000">
                  <a:srgbClr val="765E47"/>
                </a:gs>
              </a:gsLst>
              <a:path path="shape">
                <a:fillToRect l="50000" t="50000" r="50000" b="50000"/>
              </a:path>
            </a:gradFill>
            <a:ln w="952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ea typeface="宋体" pitchFamily="2" charset="-122"/>
                </a:rPr>
                <a:t>±</a:t>
              </a:r>
              <a:endParaRPr lang="en-US" altLang="zh-CN" sz="2400">
                <a:solidFill>
                  <a:schemeClr val="tx1"/>
                </a:solidFill>
                <a:ea typeface="宋体" pitchFamily="2" charset="-122"/>
              </a:endParaRPr>
            </a:p>
          </p:txBody>
        </p:sp>
        <p:sp>
          <p:nvSpPr>
            <p:cNvPr id="8277" name="Oval 11"/>
            <p:cNvSpPr>
              <a:spLocks noChangeArrowheads="1"/>
            </p:cNvSpPr>
            <p:nvPr/>
          </p:nvSpPr>
          <p:spPr bwMode="auto">
            <a:xfrm>
              <a:off x="3744" y="2208"/>
              <a:ext cx="288" cy="288"/>
            </a:xfrm>
            <a:prstGeom prst="ellipse">
              <a:avLst/>
            </a:prstGeom>
            <a:gradFill rotWithShape="0">
              <a:gsLst>
                <a:gs pos="0">
                  <a:srgbClr val="FFCC99"/>
                </a:gs>
                <a:gs pos="100000">
                  <a:srgbClr val="765E47"/>
                </a:gs>
              </a:gsLst>
              <a:path path="shape">
                <a:fillToRect l="50000" t="50000" r="50000" b="50000"/>
              </a:path>
            </a:gradFill>
            <a:ln w="952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ea typeface="宋体" pitchFamily="2" charset="-122"/>
                </a:rPr>
                <a:t>±</a:t>
              </a:r>
              <a:endParaRPr lang="en-US" altLang="zh-CN" sz="2400">
                <a:solidFill>
                  <a:schemeClr val="tx1"/>
                </a:solidFill>
                <a:ea typeface="宋体" pitchFamily="2" charset="-122"/>
              </a:endParaRPr>
            </a:p>
          </p:txBody>
        </p:sp>
        <p:sp>
          <p:nvSpPr>
            <p:cNvPr id="8278" name="Oval 12"/>
            <p:cNvSpPr>
              <a:spLocks noChangeArrowheads="1"/>
            </p:cNvSpPr>
            <p:nvPr/>
          </p:nvSpPr>
          <p:spPr bwMode="auto">
            <a:xfrm>
              <a:off x="3744" y="1824"/>
              <a:ext cx="288" cy="288"/>
            </a:xfrm>
            <a:prstGeom prst="ellipse">
              <a:avLst/>
            </a:prstGeom>
            <a:gradFill rotWithShape="0">
              <a:gsLst>
                <a:gs pos="0">
                  <a:srgbClr val="FFCC99"/>
                </a:gs>
                <a:gs pos="100000">
                  <a:srgbClr val="765E47"/>
                </a:gs>
              </a:gsLst>
              <a:path path="shape">
                <a:fillToRect l="50000" t="50000" r="50000" b="50000"/>
              </a:path>
            </a:gradFill>
            <a:ln w="952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ea typeface="宋体" pitchFamily="2" charset="-122"/>
                </a:rPr>
                <a:t>±</a:t>
              </a:r>
              <a:endParaRPr lang="en-US" altLang="zh-CN" sz="2400">
                <a:solidFill>
                  <a:schemeClr val="tx1"/>
                </a:solidFill>
                <a:ea typeface="宋体" pitchFamily="2" charset="-122"/>
              </a:endParaRPr>
            </a:p>
          </p:txBody>
        </p:sp>
        <p:sp>
          <p:nvSpPr>
            <p:cNvPr id="8279" name="Oval 13"/>
            <p:cNvSpPr>
              <a:spLocks noChangeArrowheads="1"/>
            </p:cNvSpPr>
            <p:nvPr/>
          </p:nvSpPr>
          <p:spPr bwMode="auto">
            <a:xfrm>
              <a:off x="3744" y="1440"/>
              <a:ext cx="288" cy="288"/>
            </a:xfrm>
            <a:prstGeom prst="ellipse">
              <a:avLst/>
            </a:prstGeom>
            <a:gradFill rotWithShape="0">
              <a:gsLst>
                <a:gs pos="0">
                  <a:srgbClr val="FFCC99"/>
                </a:gs>
                <a:gs pos="100000">
                  <a:srgbClr val="765E47"/>
                </a:gs>
              </a:gsLst>
              <a:path path="shape">
                <a:fillToRect l="50000" t="50000" r="50000" b="50000"/>
              </a:path>
            </a:gradFill>
            <a:ln w="952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ea typeface="宋体" pitchFamily="2" charset="-122"/>
                </a:rPr>
                <a:t>±</a:t>
              </a:r>
              <a:endParaRPr lang="en-US" altLang="zh-CN" sz="2400">
                <a:solidFill>
                  <a:schemeClr val="tx1"/>
                </a:solidFill>
                <a:ea typeface="宋体" pitchFamily="2" charset="-122"/>
              </a:endParaRPr>
            </a:p>
          </p:txBody>
        </p:sp>
        <p:sp>
          <p:nvSpPr>
            <p:cNvPr id="8280" name="Oval 14"/>
            <p:cNvSpPr>
              <a:spLocks noChangeArrowheads="1"/>
            </p:cNvSpPr>
            <p:nvPr/>
          </p:nvSpPr>
          <p:spPr bwMode="auto">
            <a:xfrm>
              <a:off x="4176" y="1440"/>
              <a:ext cx="288" cy="288"/>
            </a:xfrm>
            <a:prstGeom prst="ellipse">
              <a:avLst/>
            </a:prstGeom>
            <a:gradFill rotWithShape="0">
              <a:gsLst>
                <a:gs pos="0">
                  <a:srgbClr val="FFCC99"/>
                </a:gs>
                <a:gs pos="100000">
                  <a:srgbClr val="765E47"/>
                </a:gs>
              </a:gsLst>
              <a:path path="shape">
                <a:fillToRect l="50000" t="50000" r="50000" b="50000"/>
              </a:path>
            </a:gradFill>
            <a:ln w="952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ea typeface="宋体" pitchFamily="2" charset="-122"/>
                </a:rPr>
                <a:t>±</a:t>
              </a:r>
              <a:endParaRPr lang="en-US" altLang="zh-CN" sz="2400">
                <a:solidFill>
                  <a:schemeClr val="tx1"/>
                </a:solidFill>
                <a:ea typeface="宋体" pitchFamily="2" charset="-122"/>
              </a:endParaRPr>
            </a:p>
          </p:txBody>
        </p:sp>
        <p:sp>
          <p:nvSpPr>
            <p:cNvPr id="8281" name="Oval 15"/>
            <p:cNvSpPr>
              <a:spLocks noChangeArrowheads="1"/>
            </p:cNvSpPr>
            <p:nvPr/>
          </p:nvSpPr>
          <p:spPr bwMode="auto">
            <a:xfrm>
              <a:off x="4176" y="1824"/>
              <a:ext cx="288" cy="288"/>
            </a:xfrm>
            <a:prstGeom prst="ellipse">
              <a:avLst/>
            </a:prstGeom>
            <a:gradFill rotWithShape="0">
              <a:gsLst>
                <a:gs pos="0">
                  <a:srgbClr val="FFCC99"/>
                </a:gs>
                <a:gs pos="100000">
                  <a:srgbClr val="765E47"/>
                </a:gs>
              </a:gsLst>
              <a:path path="shape">
                <a:fillToRect l="50000" t="50000" r="50000" b="50000"/>
              </a:path>
            </a:gradFill>
            <a:ln w="952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ea typeface="宋体" pitchFamily="2" charset="-122"/>
                </a:rPr>
                <a:t>±</a:t>
              </a:r>
              <a:endParaRPr lang="en-US" altLang="zh-CN" sz="2400">
                <a:solidFill>
                  <a:schemeClr val="tx1"/>
                </a:solidFill>
                <a:ea typeface="宋体" pitchFamily="2" charset="-122"/>
              </a:endParaRPr>
            </a:p>
          </p:txBody>
        </p:sp>
        <p:sp>
          <p:nvSpPr>
            <p:cNvPr id="8282" name="Oval 16"/>
            <p:cNvSpPr>
              <a:spLocks noChangeArrowheads="1"/>
            </p:cNvSpPr>
            <p:nvPr/>
          </p:nvSpPr>
          <p:spPr bwMode="auto">
            <a:xfrm>
              <a:off x="4176" y="2208"/>
              <a:ext cx="288" cy="288"/>
            </a:xfrm>
            <a:prstGeom prst="ellipse">
              <a:avLst/>
            </a:prstGeom>
            <a:gradFill rotWithShape="0">
              <a:gsLst>
                <a:gs pos="0">
                  <a:srgbClr val="FFCC99"/>
                </a:gs>
                <a:gs pos="100000">
                  <a:srgbClr val="765E47"/>
                </a:gs>
              </a:gsLst>
              <a:path path="shape">
                <a:fillToRect l="50000" t="50000" r="50000" b="50000"/>
              </a:path>
            </a:gradFill>
            <a:ln w="952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ea typeface="宋体" pitchFamily="2" charset="-122"/>
                </a:rPr>
                <a:t>±</a:t>
              </a:r>
              <a:endParaRPr lang="en-US" altLang="zh-CN" sz="2400">
                <a:solidFill>
                  <a:schemeClr val="tx1"/>
                </a:solidFill>
                <a:ea typeface="宋体" pitchFamily="2" charset="-122"/>
              </a:endParaRPr>
            </a:p>
          </p:txBody>
        </p:sp>
        <p:sp>
          <p:nvSpPr>
            <p:cNvPr id="8283" name="Oval 17"/>
            <p:cNvSpPr>
              <a:spLocks noChangeArrowheads="1"/>
            </p:cNvSpPr>
            <p:nvPr/>
          </p:nvSpPr>
          <p:spPr bwMode="auto">
            <a:xfrm>
              <a:off x="4608" y="2208"/>
              <a:ext cx="288" cy="288"/>
            </a:xfrm>
            <a:prstGeom prst="ellipse">
              <a:avLst/>
            </a:prstGeom>
            <a:gradFill rotWithShape="0">
              <a:gsLst>
                <a:gs pos="0">
                  <a:srgbClr val="FFCC99"/>
                </a:gs>
                <a:gs pos="100000">
                  <a:srgbClr val="765E47"/>
                </a:gs>
              </a:gsLst>
              <a:path path="shape">
                <a:fillToRect l="50000" t="50000" r="50000" b="50000"/>
              </a:path>
            </a:gradFill>
            <a:ln w="952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ea typeface="宋体" pitchFamily="2" charset="-122"/>
                </a:rPr>
                <a:t>±</a:t>
              </a:r>
              <a:endParaRPr lang="en-US" altLang="zh-CN" sz="2400">
                <a:solidFill>
                  <a:schemeClr val="tx1"/>
                </a:solidFill>
                <a:ea typeface="宋体" pitchFamily="2" charset="-122"/>
              </a:endParaRPr>
            </a:p>
          </p:txBody>
        </p:sp>
        <p:sp>
          <p:nvSpPr>
            <p:cNvPr id="8284" name="Oval 18"/>
            <p:cNvSpPr>
              <a:spLocks noChangeArrowheads="1"/>
            </p:cNvSpPr>
            <p:nvPr/>
          </p:nvSpPr>
          <p:spPr bwMode="auto">
            <a:xfrm>
              <a:off x="4608" y="1824"/>
              <a:ext cx="288" cy="288"/>
            </a:xfrm>
            <a:prstGeom prst="ellipse">
              <a:avLst/>
            </a:prstGeom>
            <a:gradFill rotWithShape="0">
              <a:gsLst>
                <a:gs pos="0">
                  <a:srgbClr val="FFCC99"/>
                </a:gs>
                <a:gs pos="100000">
                  <a:srgbClr val="765E47"/>
                </a:gs>
              </a:gsLst>
              <a:path path="shape">
                <a:fillToRect l="50000" t="50000" r="50000" b="50000"/>
              </a:path>
            </a:gradFill>
            <a:ln w="952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ea typeface="宋体" pitchFamily="2" charset="-122"/>
                </a:rPr>
                <a:t>±</a:t>
              </a:r>
              <a:endParaRPr lang="en-US" altLang="zh-CN" sz="2400">
                <a:solidFill>
                  <a:schemeClr val="tx1"/>
                </a:solidFill>
                <a:ea typeface="宋体" pitchFamily="2" charset="-122"/>
              </a:endParaRPr>
            </a:p>
          </p:txBody>
        </p:sp>
        <p:sp>
          <p:nvSpPr>
            <p:cNvPr id="8285" name="Oval 19"/>
            <p:cNvSpPr>
              <a:spLocks noChangeArrowheads="1"/>
            </p:cNvSpPr>
            <p:nvPr/>
          </p:nvSpPr>
          <p:spPr bwMode="auto">
            <a:xfrm>
              <a:off x="4608" y="1440"/>
              <a:ext cx="288" cy="288"/>
            </a:xfrm>
            <a:prstGeom prst="ellipse">
              <a:avLst/>
            </a:prstGeom>
            <a:gradFill rotWithShape="0">
              <a:gsLst>
                <a:gs pos="0">
                  <a:srgbClr val="FFCC99"/>
                </a:gs>
                <a:gs pos="100000">
                  <a:srgbClr val="765E47"/>
                </a:gs>
              </a:gsLst>
              <a:path path="shape">
                <a:fillToRect l="50000" t="50000" r="50000" b="50000"/>
              </a:path>
            </a:gradFill>
            <a:ln w="952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ea typeface="宋体" pitchFamily="2" charset="-122"/>
                </a:rPr>
                <a:t>±</a:t>
              </a:r>
              <a:endParaRPr lang="en-US" altLang="zh-CN" sz="2400">
                <a:solidFill>
                  <a:schemeClr val="tx1"/>
                </a:solidFill>
                <a:ea typeface="宋体" pitchFamily="2" charset="-122"/>
              </a:endParaRPr>
            </a:p>
          </p:txBody>
        </p:sp>
      </p:grpSp>
      <p:grpSp>
        <p:nvGrpSpPr>
          <p:cNvPr id="444436" name="Group 20"/>
          <p:cNvGrpSpPr>
            <a:grpSpLocks/>
          </p:cNvGrpSpPr>
          <p:nvPr/>
        </p:nvGrpSpPr>
        <p:grpSpPr bwMode="auto">
          <a:xfrm>
            <a:off x="4983163" y="1255713"/>
            <a:ext cx="2647950" cy="1541462"/>
            <a:chOff x="2736" y="2640"/>
            <a:chExt cx="2256" cy="1200"/>
          </a:xfrm>
        </p:grpSpPr>
        <p:sp>
          <p:nvSpPr>
            <p:cNvPr id="8217" name="Rectangle 21"/>
            <p:cNvSpPr>
              <a:spLocks noChangeArrowheads="1"/>
            </p:cNvSpPr>
            <p:nvPr/>
          </p:nvSpPr>
          <p:spPr bwMode="auto">
            <a:xfrm>
              <a:off x="2736" y="2640"/>
              <a:ext cx="2256" cy="1200"/>
            </a:xfrm>
            <a:prstGeom prst="rect">
              <a:avLst/>
            </a:prstGeom>
            <a:solidFill>
              <a:srgbClr val="99CCFF"/>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99CCFF"/>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zh-CN" altLang="en-US"/>
            </a:p>
          </p:txBody>
        </p:sp>
        <p:grpSp>
          <p:nvGrpSpPr>
            <p:cNvPr id="8218" name="Group 22"/>
            <p:cNvGrpSpPr>
              <a:grpSpLocks/>
            </p:cNvGrpSpPr>
            <p:nvPr/>
          </p:nvGrpSpPr>
          <p:grpSpPr bwMode="auto">
            <a:xfrm>
              <a:off x="2736" y="2784"/>
              <a:ext cx="528" cy="960"/>
              <a:chOff x="2544" y="2784"/>
              <a:chExt cx="528" cy="960"/>
            </a:xfrm>
          </p:grpSpPr>
          <p:grpSp>
            <p:nvGrpSpPr>
              <p:cNvPr id="8258" name="Group 23"/>
              <p:cNvGrpSpPr>
                <a:grpSpLocks/>
              </p:cNvGrpSpPr>
              <p:nvPr/>
            </p:nvGrpSpPr>
            <p:grpSpPr bwMode="auto">
              <a:xfrm>
                <a:off x="2544" y="2784"/>
                <a:ext cx="528" cy="192"/>
                <a:chOff x="1872" y="2784"/>
                <a:chExt cx="528" cy="192"/>
              </a:xfrm>
            </p:grpSpPr>
            <p:sp>
              <p:nvSpPr>
                <p:cNvPr id="8267" name="Oval 24"/>
                <p:cNvSpPr>
                  <a:spLocks noChangeArrowheads="1"/>
                </p:cNvSpPr>
                <p:nvPr/>
              </p:nvSpPr>
              <p:spPr bwMode="auto">
                <a:xfrm>
                  <a:off x="2208" y="2784"/>
                  <a:ext cx="192" cy="192"/>
                </a:xfrm>
                <a:prstGeom prst="ellipse">
                  <a:avLst/>
                </a:prstGeom>
                <a:gradFill rotWithShape="0">
                  <a:gsLst>
                    <a:gs pos="0">
                      <a:srgbClr val="FFCC99"/>
                    </a:gs>
                    <a:gs pos="100000">
                      <a:srgbClr val="765E47"/>
                    </a:gs>
                  </a:gsLst>
                  <a:path path="shape">
                    <a:fillToRect l="50000" t="50000" r="50000" b="50000"/>
                  </a:path>
                </a:gradFill>
                <a:ln w="2857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solidFill>
                        <a:srgbClr val="FFFF00"/>
                      </a:solidFill>
                      <a:ea typeface="宋体" pitchFamily="2" charset="-122"/>
                    </a:rPr>
                    <a:t>+</a:t>
                  </a:r>
                  <a:endParaRPr lang="en-US" altLang="zh-CN" sz="2400">
                    <a:solidFill>
                      <a:schemeClr val="tx1"/>
                    </a:solidFill>
                    <a:ea typeface="宋体" pitchFamily="2" charset="-122"/>
                  </a:endParaRPr>
                </a:p>
              </p:txBody>
            </p:sp>
            <p:sp>
              <p:nvSpPr>
                <p:cNvPr id="8268" name="Oval 25"/>
                <p:cNvSpPr>
                  <a:spLocks noChangeArrowheads="1"/>
                </p:cNvSpPr>
                <p:nvPr/>
              </p:nvSpPr>
              <p:spPr bwMode="auto">
                <a:xfrm>
                  <a:off x="1872" y="2784"/>
                  <a:ext cx="192" cy="192"/>
                </a:xfrm>
                <a:prstGeom prst="ellipse">
                  <a:avLst/>
                </a:prstGeom>
                <a:gradFill rotWithShape="0">
                  <a:gsLst>
                    <a:gs pos="0">
                      <a:srgbClr val="FFCC99"/>
                    </a:gs>
                    <a:gs pos="100000">
                      <a:srgbClr val="765E47"/>
                    </a:gs>
                  </a:gsLst>
                  <a:path path="shape">
                    <a:fillToRect l="50000" t="50000" r="50000" b="50000"/>
                  </a:path>
                </a:gradFill>
                <a:ln w="2857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b="1">
                      <a:solidFill>
                        <a:schemeClr val="bg1"/>
                      </a:solidFill>
                      <a:ea typeface="宋体" pitchFamily="2" charset="-122"/>
                    </a:rPr>
                    <a:t>-</a:t>
                  </a:r>
                  <a:endParaRPr lang="en-US" altLang="zh-CN" sz="2400">
                    <a:solidFill>
                      <a:schemeClr val="tx1"/>
                    </a:solidFill>
                    <a:ea typeface="宋体" pitchFamily="2" charset="-122"/>
                  </a:endParaRPr>
                </a:p>
              </p:txBody>
            </p:sp>
            <p:sp>
              <p:nvSpPr>
                <p:cNvPr id="8269" name="Line 26"/>
                <p:cNvSpPr>
                  <a:spLocks noChangeShapeType="1"/>
                </p:cNvSpPr>
                <p:nvPr/>
              </p:nvSpPr>
              <p:spPr bwMode="auto">
                <a:xfrm>
                  <a:off x="2064" y="2880"/>
                  <a:ext cx="144" cy="0"/>
                </a:xfrm>
                <a:prstGeom prst="line">
                  <a:avLst/>
                </a:prstGeom>
                <a:noFill/>
                <a:ln w="2857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59" name="Group 27"/>
              <p:cNvGrpSpPr>
                <a:grpSpLocks/>
              </p:cNvGrpSpPr>
              <p:nvPr/>
            </p:nvGrpSpPr>
            <p:grpSpPr bwMode="auto">
              <a:xfrm>
                <a:off x="2544" y="3168"/>
                <a:ext cx="528" cy="192"/>
                <a:chOff x="1872" y="2784"/>
                <a:chExt cx="528" cy="192"/>
              </a:xfrm>
            </p:grpSpPr>
            <p:sp>
              <p:nvSpPr>
                <p:cNvPr id="8264" name="Oval 28"/>
                <p:cNvSpPr>
                  <a:spLocks noChangeArrowheads="1"/>
                </p:cNvSpPr>
                <p:nvPr/>
              </p:nvSpPr>
              <p:spPr bwMode="auto">
                <a:xfrm>
                  <a:off x="2208" y="2784"/>
                  <a:ext cx="192" cy="192"/>
                </a:xfrm>
                <a:prstGeom prst="ellipse">
                  <a:avLst/>
                </a:prstGeom>
                <a:gradFill rotWithShape="0">
                  <a:gsLst>
                    <a:gs pos="0">
                      <a:srgbClr val="FFCC99"/>
                    </a:gs>
                    <a:gs pos="100000">
                      <a:srgbClr val="765E47"/>
                    </a:gs>
                  </a:gsLst>
                  <a:path path="shape">
                    <a:fillToRect l="50000" t="50000" r="50000" b="50000"/>
                  </a:path>
                </a:gradFill>
                <a:ln w="2857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solidFill>
                        <a:srgbClr val="FFFF00"/>
                      </a:solidFill>
                      <a:ea typeface="宋体" pitchFamily="2" charset="-122"/>
                    </a:rPr>
                    <a:t>+</a:t>
                  </a:r>
                  <a:endParaRPr lang="en-US" altLang="zh-CN" sz="2400">
                    <a:solidFill>
                      <a:schemeClr val="tx1"/>
                    </a:solidFill>
                    <a:ea typeface="宋体" pitchFamily="2" charset="-122"/>
                  </a:endParaRPr>
                </a:p>
              </p:txBody>
            </p:sp>
            <p:sp>
              <p:nvSpPr>
                <p:cNvPr id="8265" name="Oval 29"/>
                <p:cNvSpPr>
                  <a:spLocks noChangeArrowheads="1"/>
                </p:cNvSpPr>
                <p:nvPr/>
              </p:nvSpPr>
              <p:spPr bwMode="auto">
                <a:xfrm>
                  <a:off x="1872" y="2784"/>
                  <a:ext cx="192" cy="192"/>
                </a:xfrm>
                <a:prstGeom prst="ellipse">
                  <a:avLst/>
                </a:prstGeom>
                <a:gradFill rotWithShape="0">
                  <a:gsLst>
                    <a:gs pos="0">
                      <a:srgbClr val="FFCC99"/>
                    </a:gs>
                    <a:gs pos="100000">
                      <a:srgbClr val="765E47"/>
                    </a:gs>
                  </a:gsLst>
                  <a:path path="shape">
                    <a:fillToRect l="50000" t="50000" r="50000" b="50000"/>
                  </a:path>
                </a:gradFill>
                <a:ln w="2857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b="1">
                      <a:solidFill>
                        <a:schemeClr val="bg1"/>
                      </a:solidFill>
                      <a:ea typeface="宋体" pitchFamily="2" charset="-122"/>
                    </a:rPr>
                    <a:t>-</a:t>
                  </a:r>
                  <a:endParaRPr lang="en-US" altLang="zh-CN" sz="2400">
                    <a:solidFill>
                      <a:schemeClr val="tx1"/>
                    </a:solidFill>
                    <a:ea typeface="宋体" pitchFamily="2" charset="-122"/>
                  </a:endParaRPr>
                </a:p>
              </p:txBody>
            </p:sp>
            <p:sp>
              <p:nvSpPr>
                <p:cNvPr id="8266" name="Line 30"/>
                <p:cNvSpPr>
                  <a:spLocks noChangeShapeType="1"/>
                </p:cNvSpPr>
                <p:nvPr/>
              </p:nvSpPr>
              <p:spPr bwMode="auto">
                <a:xfrm>
                  <a:off x="2064" y="2880"/>
                  <a:ext cx="144" cy="0"/>
                </a:xfrm>
                <a:prstGeom prst="line">
                  <a:avLst/>
                </a:prstGeom>
                <a:noFill/>
                <a:ln w="2857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60" name="Group 31"/>
              <p:cNvGrpSpPr>
                <a:grpSpLocks/>
              </p:cNvGrpSpPr>
              <p:nvPr/>
            </p:nvGrpSpPr>
            <p:grpSpPr bwMode="auto">
              <a:xfrm>
                <a:off x="2544" y="3552"/>
                <a:ext cx="528" cy="192"/>
                <a:chOff x="1872" y="2784"/>
                <a:chExt cx="528" cy="192"/>
              </a:xfrm>
            </p:grpSpPr>
            <p:sp>
              <p:nvSpPr>
                <p:cNvPr id="8261" name="Oval 32"/>
                <p:cNvSpPr>
                  <a:spLocks noChangeArrowheads="1"/>
                </p:cNvSpPr>
                <p:nvPr/>
              </p:nvSpPr>
              <p:spPr bwMode="auto">
                <a:xfrm>
                  <a:off x="2208" y="2784"/>
                  <a:ext cx="192" cy="192"/>
                </a:xfrm>
                <a:prstGeom prst="ellipse">
                  <a:avLst/>
                </a:prstGeom>
                <a:gradFill rotWithShape="0">
                  <a:gsLst>
                    <a:gs pos="0">
                      <a:srgbClr val="FFCC99"/>
                    </a:gs>
                    <a:gs pos="100000">
                      <a:srgbClr val="765E47"/>
                    </a:gs>
                  </a:gsLst>
                  <a:path path="shape">
                    <a:fillToRect l="50000" t="50000" r="50000" b="50000"/>
                  </a:path>
                </a:gradFill>
                <a:ln w="2857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solidFill>
                        <a:srgbClr val="FFFF00"/>
                      </a:solidFill>
                      <a:ea typeface="宋体" pitchFamily="2" charset="-122"/>
                    </a:rPr>
                    <a:t>+</a:t>
                  </a:r>
                  <a:endParaRPr lang="en-US" altLang="zh-CN" sz="2400">
                    <a:solidFill>
                      <a:schemeClr val="tx1"/>
                    </a:solidFill>
                    <a:ea typeface="宋体" pitchFamily="2" charset="-122"/>
                  </a:endParaRPr>
                </a:p>
              </p:txBody>
            </p:sp>
            <p:sp>
              <p:nvSpPr>
                <p:cNvPr id="8262" name="Oval 33"/>
                <p:cNvSpPr>
                  <a:spLocks noChangeArrowheads="1"/>
                </p:cNvSpPr>
                <p:nvPr/>
              </p:nvSpPr>
              <p:spPr bwMode="auto">
                <a:xfrm>
                  <a:off x="1872" y="2784"/>
                  <a:ext cx="192" cy="192"/>
                </a:xfrm>
                <a:prstGeom prst="ellipse">
                  <a:avLst/>
                </a:prstGeom>
                <a:gradFill rotWithShape="0">
                  <a:gsLst>
                    <a:gs pos="0">
                      <a:srgbClr val="FFCC99"/>
                    </a:gs>
                    <a:gs pos="100000">
                      <a:srgbClr val="765E47"/>
                    </a:gs>
                  </a:gsLst>
                  <a:path path="shape">
                    <a:fillToRect l="50000" t="50000" r="50000" b="50000"/>
                  </a:path>
                </a:gradFill>
                <a:ln w="2857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b="1">
                      <a:solidFill>
                        <a:schemeClr val="bg1"/>
                      </a:solidFill>
                      <a:ea typeface="宋体" pitchFamily="2" charset="-122"/>
                    </a:rPr>
                    <a:t>-</a:t>
                  </a:r>
                  <a:endParaRPr lang="en-US" altLang="zh-CN" sz="2400">
                    <a:solidFill>
                      <a:schemeClr val="tx1"/>
                    </a:solidFill>
                    <a:ea typeface="宋体" pitchFamily="2" charset="-122"/>
                  </a:endParaRPr>
                </a:p>
              </p:txBody>
            </p:sp>
            <p:sp>
              <p:nvSpPr>
                <p:cNvPr id="8263" name="Line 34"/>
                <p:cNvSpPr>
                  <a:spLocks noChangeShapeType="1"/>
                </p:cNvSpPr>
                <p:nvPr/>
              </p:nvSpPr>
              <p:spPr bwMode="auto">
                <a:xfrm>
                  <a:off x="2064" y="2880"/>
                  <a:ext cx="144" cy="0"/>
                </a:xfrm>
                <a:prstGeom prst="line">
                  <a:avLst/>
                </a:prstGeom>
                <a:noFill/>
                <a:ln w="2857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8219" name="Group 35"/>
            <p:cNvGrpSpPr>
              <a:grpSpLocks/>
            </p:cNvGrpSpPr>
            <p:nvPr/>
          </p:nvGrpSpPr>
          <p:grpSpPr bwMode="auto">
            <a:xfrm>
              <a:off x="3312" y="2784"/>
              <a:ext cx="528" cy="960"/>
              <a:chOff x="3264" y="2784"/>
              <a:chExt cx="528" cy="960"/>
            </a:xfrm>
          </p:grpSpPr>
          <p:grpSp>
            <p:nvGrpSpPr>
              <p:cNvPr id="8246" name="Group 36"/>
              <p:cNvGrpSpPr>
                <a:grpSpLocks/>
              </p:cNvGrpSpPr>
              <p:nvPr/>
            </p:nvGrpSpPr>
            <p:grpSpPr bwMode="auto">
              <a:xfrm>
                <a:off x="3264" y="2784"/>
                <a:ext cx="528" cy="192"/>
                <a:chOff x="1872" y="2784"/>
                <a:chExt cx="528" cy="192"/>
              </a:xfrm>
            </p:grpSpPr>
            <p:sp>
              <p:nvSpPr>
                <p:cNvPr id="8255" name="Oval 37"/>
                <p:cNvSpPr>
                  <a:spLocks noChangeArrowheads="1"/>
                </p:cNvSpPr>
                <p:nvPr/>
              </p:nvSpPr>
              <p:spPr bwMode="auto">
                <a:xfrm>
                  <a:off x="2208" y="2784"/>
                  <a:ext cx="192" cy="192"/>
                </a:xfrm>
                <a:prstGeom prst="ellipse">
                  <a:avLst/>
                </a:prstGeom>
                <a:gradFill rotWithShape="0">
                  <a:gsLst>
                    <a:gs pos="0">
                      <a:srgbClr val="FFCC99"/>
                    </a:gs>
                    <a:gs pos="100000">
                      <a:srgbClr val="765E47"/>
                    </a:gs>
                  </a:gsLst>
                  <a:path path="shape">
                    <a:fillToRect l="50000" t="50000" r="50000" b="50000"/>
                  </a:path>
                </a:gradFill>
                <a:ln w="2857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solidFill>
                        <a:srgbClr val="FFFF00"/>
                      </a:solidFill>
                      <a:ea typeface="宋体" pitchFamily="2" charset="-122"/>
                    </a:rPr>
                    <a:t>+</a:t>
                  </a:r>
                  <a:endParaRPr lang="en-US" altLang="zh-CN" sz="2400">
                    <a:solidFill>
                      <a:schemeClr val="tx1"/>
                    </a:solidFill>
                    <a:ea typeface="宋体" pitchFamily="2" charset="-122"/>
                  </a:endParaRPr>
                </a:p>
              </p:txBody>
            </p:sp>
            <p:sp>
              <p:nvSpPr>
                <p:cNvPr id="8256" name="Oval 38"/>
                <p:cNvSpPr>
                  <a:spLocks noChangeArrowheads="1"/>
                </p:cNvSpPr>
                <p:nvPr/>
              </p:nvSpPr>
              <p:spPr bwMode="auto">
                <a:xfrm>
                  <a:off x="1872" y="2784"/>
                  <a:ext cx="192" cy="192"/>
                </a:xfrm>
                <a:prstGeom prst="ellipse">
                  <a:avLst/>
                </a:prstGeom>
                <a:gradFill rotWithShape="0">
                  <a:gsLst>
                    <a:gs pos="0">
                      <a:srgbClr val="FFCC99"/>
                    </a:gs>
                    <a:gs pos="100000">
                      <a:srgbClr val="765E47"/>
                    </a:gs>
                  </a:gsLst>
                  <a:path path="shape">
                    <a:fillToRect l="50000" t="50000" r="50000" b="50000"/>
                  </a:path>
                </a:gradFill>
                <a:ln w="2857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b="1">
                      <a:solidFill>
                        <a:schemeClr val="bg1"/>
                      </a:solidFill>
                      <a:ea typeface="宋体" pitchFamily="2" charset="-122"/>
                    </a:rPr>
                    <a:t>-</a:t>
                  </a:r>
                  <a:endParaRPr lang="en-US" altLang="zh-CN" sz="2400">
                    <a:solidFill>
                      <a:schemeClr val="tx1"/>
                    </a:solidFill>
                    <a:ea typeface="宋体" pitchFamily="2" charset="-122"/>
                  </a:endParaRPr>
                </a:p>
              </p:txBody>
            </p:sp>
            <p:sp>
              <p:nvSpPr>
                <p:cNvPr id="8257" name="Line 39"/>
                <p:cNvSpPr>
                  <a:spLocks noChangeShapeType="1"/>
                </p:cNvSpPr>
                <p:nvPr/>
              </p:nvSpPr>
              <p:spPr bwMode="auto">
                <a:xfrm>
                  <a:off x="2064" y="2880"/>
                  <a:ext cx="144" cy="0"/>
                </a:xfrm>
                <a:prstGeom prst="line">
                  <a:avLst/>
                </a:prstGeom>
                <a:noFill/>
                <a:ln w="2857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47" name="Group 40"/>
              <p:cNvGrpSpPr>
                <a:grpSpLocks/>
              </p:cNvGrpSpPr>
              <p:nvPr/>
            </p:nvGrpSpPr>
            <p:grpSpPr bwMode="auto">
              <a:xfrm>
                <a:off x="3264" y="3168"/>
                <a:ext cx="528" cy="192"/>
                <a:chOff x="1872" y="2784"/>
                <a:chExt cx="528" cy="192"/>
              </a:xfrm>
            </p:grpSpPr>
            <p:sp>
              <p:nvSpPr>
                <p:cNvPr id="8252" name="Oval 41"/>
                <p:cNvSpPr>
                  <a:spLocks noChangeArrowheads="1"/>
                </p:cNvSpPr>
                <p:nvPr/>
              </p:nvSpPr>
              <p:spPr bwMode="auto">
                <a:xfrm>
                  <a:off x="2208" y="2784"/>
                  <a:ext cx="192" cy="192"/>
                </a:xfrm>
                <a:prstGeom prst="ellipse">
                  <a:avLst/>
                </a:prstGeom>
                <a:gradFill rotWithShape="0">
                  <a:gsLst>
                    <a:gs pos="0">
                      <a:srgbClr val="FFCC99"/>
                    </a:gs>
                    <a:gs pos="100000">
                      <a:srgbClr val="765E47"/>
                    </a:gs>
                  </a:gsLst>
                  <a:path path="shape">
                    <a:fillToRect l="50000" t="50000" r="50000" b="50000"/>
                  </a:path>
                </a:gradFill>
                <a:ln w="2857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solidFill>
                        <a:srgbClr val="FFFF00"/>
                      </a:solidFill>
                      <a:ea typeface="宋体" pitchFamily="2" charset="-122"/>
                    </a:rPr>
                    <a:t>+</a:t>
                  </a:r>
                  <a:endParaRPr lang="en-US" altLang="zh-CN" sz="2400">
                    <a:solidFill>
                      <a:schemeClr val="tx1"/>
                    </a:solidFill>
                    <a:ea typeface="宋体" pitchFamily="2" charset="-122"/>
                  </a:endParaRPr>
                </a:p>
              </p:txBody>
            </p:sp>
            <p:sp>
              <p:nvSpPr>
                <p:cNvPr id="8253" name="Oval 42"/>
                <p:cNvSpPr>
                  <a:spLocks noChangeArrowheads="1"/>
                </p:cNvSpPr>
                <p:nvPr/>
              </p:nvSpPr>
              <p:spPr bwMode="auto">
                <a:xfrm>
                  <a:off x="1872" y="2784"/>
                  <a:ext cx="192" cy="192"/>
                </a:xfrm>
                <a:prstGeom prst="ellipse">
                  <a:avLst/>
                </a:prstGeom>
                <a:gradFill rotWithShape="0">
                  <a:gsLst>
                    <a:gs pos="0">
                      <a:srgbClr val="FFCC99"/>
                    </a:gs>
                    <a:gs pos="100000">
                      <a:srgbClr val="765E47"/>
                    </a:gs>
                  </a:gsLst>
                  <a:path path="shape">
                    <a:fillToRect l="50000" t="50000" r="50000" b="50000"/>
                  </a:path>
                </a:gradFill>
                <a:ln w="2857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b="1">
                      <a:solidFill>
                        <a:schemeClr val="bg1"/>
                      </a:solidFill>
                      <a:ea typeface="宋体" pitchFamily="2" charset="-122"/>
                    </a:rPr>
                    <a:t>-</a:t>
                  </a:r>
                  <a:endParaRPr lang="en-US" altLang="zh-CN" sz="2400">
                    <a:solidFill>
                      <a:schemeClr val="tx1"/>
                    </a:solidFill>
                    <a:ea typeface="宋体" pitchFamily="2" charset="-122"/>
                  </a:endParaRPr>
                </a:p>
              </p:txBody>
            </p:sp>
            <p:sp>
              <p:nvSpPr>
                <p:cNvPr id="8254" name="Line 43"/>
                <p:cNvSpPr>
                  <a:spLocks noChangeShapeType="1"/>
                </p:cNvSpPr>
                <p:nvPr/>
              </p:nvSpPr>
              <p:spPr bwMode="auto">
                <a:xfrm>
                  <a:off x="2064" y="2880"/>
                  <a:ext cx="144" cy="0"/>
                </a:xfrm>
                <a:prstGeom prst="line">
                  <a:avLst/>
                </a:prstGeom>
                <a:noFill/>
                <a:ln w="2857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48" name="Group 44"/>
              <p:cNvGrpSpPr>
                <a:grpSpLocks/>
              </p:cNvGrpSpPr>
              <p:nvPr/>
            </p:nvGrpSpPr>
            <p:grpSpPr bwMode="auto">
              <a:xfrm>
                <a:off x="3264" y="3552"/>
                <a:ext cx="528" cy="192"/>
                <a:chOff x="1872" y="2784"/>
                <a:chExt cx="528" cy="192"/>
              </a:xfrm>
            </p:grpSpPr>
            <p:sp>
              <p:nvSpPr>
                <p:cNvPr id="8249" name="Oval 45"/>
                <p:cNvSpPr>
                  <a:spLocks noChangeArrowheads="1"/>
                </p:cNvSpPr>
                <p:nvPr/>
              </p:nvSpPr>
              <p:spPr bwMode="auto">
                <a:xfrm>
                  <a:off x="2208" y="2784"/>
                  <a:ext cx="192" cy="192"/>
                </a:xfrm>
                <a:prstGeom prst="ellipse">
                  <a:avLst/>
                </a:prstGeom>
                <a:gradFill rotWithShape="0">
                  <a:gsLst>
                    <a:gs pos="0">
                      <a:srgbClr val="FFCC99"/>
                    </a:gs>
                    <a:gs pos="100000">
                      <a:srgbClr val="765E47"/>
                    </a:gs>
                  </a:gsLst>
                  <a:path path="shape">
                    <a:fillToRect l="50000" t="50000" r="50000" b="50000"/>
                  </a:path>
                </a:gradFill>
                <a:ln w="2857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dirty="0">
                      <a:solidFill>
                        <a:srgbClr val="FFFF00"/>
                      </a:solidFill>
                      <a:ea typeface="宋体" pitchFamily="2" charset="-122"/>
                    </a:rPr>
                    <a:t>+</a:t>
                  </a:r>
                  <a:endParaRPr lang="en-US" altLang="zh-CN" sz="2400" dirty="0">
                    <a:solidFill>
                      <a:schemeClr val="tx1"/>
                    </a:solidFill>
                    <a:ea typeface="宋体" pitchFamily="2" charset="-122"/>
                  </a:endParaRPr>
                </a:p>
              </p:txBody>
            </p:sp>
            <p:sp>
              <p:nvSpPr>
                <p:cNvPr id="8250" name="Oval 46"/>
                <p:cNvSpPr>
                  <a:spLocks noChangeArrowheads="1"/>
                </p:cNvSpPr>
                <p:nvPr/>
              </p:nvSpPr>
              <p:spPr bwMode="auto">
                <a:xfrm>
                  <a:off x="1872" y="2784"/>
                  <a:ext cx="192" cy="192"/>
                </a:xfrm>
                <a:prstGeom prst="ellipse">
                  <a:avLst/>
                </a:prstGeom>
                <a:gradFill rotWithShape="0">
                  <a:gsLst>
                    <a:gs pos="0">
                      <a:srgbClr val="FFCC99"/>
                    </a:gs>
                    <a:gs pos="100000">
                      <a:srgbClr val="765E47"/>
                    </a:gs>
                  </a:gsLst>
                  <a:path path="shape">
                    <a:fillToRect l="50000" t="50000" r="50000" b="50000"/>
                  </a:path>
                </a:gradFill>
                <a:ln w="2857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b="1">
                      <a:solidFill>
                        <a:schemeClr val="bg1"/>
                      </a:solidFill>
                      <a:ea typeface="宋体" pitchFamily="2" charset="-122"/>
                    </a:rPr>
                    <a:t>-</a:t>
                  </a:r>
                  <a:endParaRPr lang="en-US" altLang="zh-CN" sz="2400">
                    <a:solidFill>
                      <a:schemeClr val="tx1"/>
                    </a:solidFill>
                    <a:ea typeface="宋体" pitchFamily="2" charset="-122"/>
                  </a:endParaRPr>
                </a:p>
              </p:txBody>
            </p:sp>
            <p:sp>
              <p:nvSpPr>
                <p:cNvPr id="8251" name="Line 47"/>
                <p:cNvSpPr>
                  <a:spLocks noChangeShapeType="1"/>
                </p:cNvSpPr>
                <p:nvPr/>
              </p:nvSpPr>
              <p:spPr bwMode="auto">
                <a:xfrm>
                  <a:off x="2064" y="2880"/>
                  <a:ext cx="144" cy="0"/>
                </a:xfrm>
                <a:prstGeom prst="line">
                  <a:avLst/>
                </a:prstGeom>
                <a:noFill/>
                <a:ln w="2857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8220" name="Group 48"/>
            <p:cNvGrpSpPr>
              <a:grpSpLocks/>
            </p:cNvGrpSpPr>
            <p:nvPr/>
          </p:nvGrpSpPr>
          <p:grpSpPr bwMode="auto">
            <a:xfrm>
              <a:off x="3888" y="2784"/>
              <a:ext cx="528" cy="960"/>
              <a:chOff x="3984" y="2784"/>
              <a:chExt cx="528" cy="960"/>
            </a:xfrm>
          </p:grpSpPr>
          <p:grpSp>
            <p:nvGrpSpPr>
              <p:cNvPr id="8234" name="Group 49"/>
              <p:cNvGrpSpPr>
                <a:grpSpLocks/>
              </p:cNvGrpSpPr>
              <p:nvPr/>
            </p:nvGrpSpPr>
            <p:grpSpPr bwMode="auto">
              <a:xfrm>
                <a:off x="3984" y="2784"/>
                <a:ext cx="528" cy="192"/>
                <a:chOff x="1872" y="2784"/>
                <a:chExt cx="528" cy="192"/>
              </a:xfrm>
            </p:grpSpPr>
            <p:sp>
              <p:nvSpPr>
                <p:cNvPr id="8243" name="Oval 50"/>
                <p:cNvSpPr>
                  <a:spLocks noChangeArrowheads="1"/>
                </p:cNvSpPr>
                <p:nvPr/>
              </p:nvSpPr>
              <p:spPr bwMode="auto">
                <a:xfrm>
                  <a:off x="2208" y="2784"/>
                  <a:ext cx="192" cy="192"/>
                </a:xfrm>
                <a:prstGeom prst="ellipse">
                  <a:avLst/>
                </a:prstGeom>
                <a:gradFill rotWithShape="0">
                  <a:gsLst>
                    <a:gs pos="0">
                      <a:srgbClr val="FFCC99"/>
                    </a:gs>
                    <a:gs pos="100000">
                      <a:srgbClr val="765E47"/>
                    </a:gs>
                  </a:gsLst>
                  <a:path path="shape">
                    <a:fillToRect l="50000" t="50000" r="50000" b="50000"/>
                  </a:path>
                </a:gradFill>
                <a:ln w="2857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solidFill>
                        <a:srgbClr val="FFFF00"/>
                      </a:solidFill>
                      <a:ea typeface="宋体" pitchFamily="2" charset="-122"/>
                    </a:rPr>
                    <a:t>+</a:t>
                  </a:r>
                  <a:endParaRPr lang="en-US" altLang="zh-CN" sz="2400">
                    <a:solidFill>
                      <a:schemeClr val="tx1"/>
                    </a:solidFill>
                    <a:ea typeface="宋体" pitchFamily="2" charset="-122"/>
                  </a:endParaRPr>
                </a:p>
              </p:txBody>
            </p:sp>
            <p:sp>
              <p:nvSpPr>
                <p:cNvPr id="8244" name="Oval 51"/>
                <p:cNvSpPr>
                  <a:spLocks noChangeArrowheads="1"/>
                </p:cNvSpPr>
                <p:nvPr/>
              </p:nvSpPr>
              <p:spPr bwMode="auto">
                <a:xfrm>
                  <a:off x="1872" y="2784"/>
                  <a:ext cx="192" cy="192"/>
                </a:xfrm>
                <a:prstGeom prst="ellipse">
                  <a:avLst/>
                </a:prstGeom>
                <a:gradFill rotWithShape="0">
                  <a:gsLst>
                    <a:gs pos="0">
                      <a:srgbClr val="FFCC99"/>
                    </a:gs>
                    <a:gs pos="100000">
                      <a:srgbClr val="765E47"/>
                    </a:gs>
                  </a:gsLst>
                  <a:path path="shape">
                    <a:fillToRect l="50000" t="50000" r="50000" b="50000"/>
                  </a:path>
                </a:gradFill>
                <a:ln w="2857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b="1">
                      <a:solidFill>
                        <a:schemeClr val="bg1"/>
                      </a:solidFill>
                      <a:ea typeface="宋体" pitchFamily="2" charset="-122"/>
                    </a:rPr>
                    <a:t>-</a:t>
                  </a:r>
                  <a:endParaRPr lang="en-US" altLang="zh-CN" sz="2400">
                    <a:solidFill>
                      <a:schemeClr val="tx1"/>
                    </a:solidFill>
                    <a:ea typeface="宋体" pitchFamily="2" charset="-122"/>
                  </a:endParaRPr>
                </a:p>
              </p:txBody>
            </p:sp>
            <p:sp>
              <p:nvSpPr>
                <p:cNvPr id="8245" name="Line 52"/>
                <p:cNvSpPr>
                  <a:spLocks noChangeShapeType="1"/>
                </p:cNvSpPr>
                <p:nvPr/>
              </p:nvSpPr>
              <p:spPr bwMode="auto">
                <a:xfrm>
                  <a:off x="2064" y="2880"/>
                  <a:ext cx="144" cy="0"/>
                </a:xfrm>
                <a:prstGeom prst="line">
                  <a:avLst/>
                </a:prstGeom>
                <a:noFill/>
                <a:ln w="2857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35" name="Group 53"/>
              <p:cNvGrpSpPr>
                <a:grpSpLocks/>
              </p:cNvGrpSpPr>
              <p:nvPr/>
            </p:nvGrpSpPr>
            <p:grpSpPr bwMode="auto">
              <a:xfrm>
                <a:off x="3984" y="3168"/>
                <a:ext cx="528" cy="192"/>
                <a:chOff x="1872" y="2784"/>
                <a:chExt cx="528" cy="192"/>
              </a:xfrm>
            </p:grpSpPr>
            <p:sp>
              <p:nvSpPr>
                <p:cNvPr id="8240" name="Oval 54"/>
                <p:cNvSpPr>
                  <a:spLocks noChangeArrowheads="1"/>
                </p:cNvSpPr>
                <p:nvPr/>
              </p:nvSpPr>
              <p:spPr bwMode="auto">
                <a:xfrm>
                  <a:off x="2208" y="2784"/>
                  <a:ext cx="192" cy="192"/>
                </a:xfrm>
                <a:prstGeom prst="ellipse">
                  <a:avLst/>
                </a:prstGeom>
                <a:gradFill rotWithShape="0">
                  <a:gsLst>
                    <a:gs pos="0">
                      <a:srgbClr val="FFCC99"/>
                    </a:gs>
                    <a:gs pos="100000">
                      <a:srgbClr val="765E47"/>
                    </a:gs>
                  </a:gsLst>
                  <a:path path="shape">
                    <a:fillToRect l="50000" t="50000" r="50000" b="50000"/>
                  </a:path>
                </a:gradFill>
                <a:ln w="2857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solidFill>
                        <a:srgbClr val="FFFF00"/>
                      </a:solidFill>
                      <a:ea typeface="宋体" pitchFamily="2" charset="-122"/>
                    </a:rPr>
                    <a:t>+</a:t>
                  </a:r>
                  <a:endParaRPr lang="en-US" altLang="zh-CN" sz="2400">
                    <a:solidFill>
                      <a:schemeClr val="tx1"/>
                    </a:solidFill>
                    <a:ea typeface="宋体" pitchFamily="2" charset="-122"/>
                  </a:endParaRPr>
                </a:p>
              </p:txBody>
            </p:sp>
            <p:sp>
              <p:nvSpPr>
                <p:cNvPr id="8241" name="Oval 55"/>
                <p:cNvSpPr>
                  <a:spLocks noChangeArrowheads="1"/>
                </p:cNvSpPr>
                <p:nvPr/>
              </p:nvSpPr>
              <p:spPr bwMode="auto">
                <a:xfrm>
                  <a:off x="1872" y="2784"/>
                  <a:ext cx="192" cy="192"/>
                </a:xfrm>
                <a:prstGeom prst="ellipse">
                  <a:avLst/>
                </a:prstGeom>
                <a:gradFill rotWithShape="0">
                  <a:gsLst>
                    <a:gs pos="0">
                      <a:srgbClr val="FFCC99"/>
                    </a:gs>
                    <a:gs pos="100000">
                      <a:srgbClr val="765E47"/>
                    </a:gs>
                  </a:gsLst>
                  <a:path path="shape">
                    <a:fillToRect l="50000" t="50000" r="50000" b="50000"/>
                  </a:path>
                </a:gradFill>
                <a:ln w="2857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b="1">
                      <a:solidFill>
                        <a:schemeClr val="bg1"/>
                      </a:solidFill>
                      <a:ea typeface="宋体" pitchFamily="2" charset="-122"/>
                    </a:rPr>
                    <a:t>-</a:t>
                  </a:r>
                  <a:endParaRPr lang="en-US" altLang="zh-CN" sz="2400">
                    <a:solidFill>
                      <a:schemeClr val="tx1"/>
                    </a:solidFill>
                    <a:ea typeface="宋体" pitchFamily="2" charset="-122"/>
                  </a:endParaRPr>
                </a:p>
              </p:txBody>
            </p:sp>
            <p:sp>
              <p:nvSpPr>
                <p:cNvPr id="8242" name="Line 56"/>
                <p:cNvSpPr>
                  <a:spLocks noChangeShapeType="1"/>
                </p:cNvSpPr>
                <p:nvPr/>
              </p:nvSpPr>
              <p:spPr bwMode="auto">
                <a:xfrm>
                  <a:off x="2064" y="2880"/>
                  <a:ext cx="144" cy="0"/>
                </a:xfrm>
                <a:prstGeom prst="line">
                  <a:avLst/>
                </a:prstGeom>
                <a:noFill/>
                <a:ln w="2857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36" name="Group 57"/>
              <p:cNvGrpSpPr>
                <a:grpSpLocks/>
              </p:cNvGrpSpPr>
              <p:nvPr/>
            </p:nvGrpSpPr>
            <p:grpSpPr bwMode="auto">
              <a:xfrm>
                <a:off x="3984" y="3552"/>
                <a:ext cx="528" cy="192"/>
                <a:chOff x="1872" y="2784"/>
                <a:chExt cx="528" cy="192"/>
              </a:xfrm>
            </p:grpSpPr>
            <p:sp>
              <p:nvSpPr>
                <p:cNvPr id="8237" name="Oval 58"/>
                <p:cNvSpPr>
                  <a:spLocks noChangeArrowheads="1"/>
                </p:cNvSpPr>
                <p:nvPr/>
              </p:nvSpPr>
              <p:spPr bwMode="auto">
                <a:xfrm>
                  <a:off x="2208" y="2784"/>
                  <a:ext cx="192" cy="192"/>
                </a:xfrm>
                <a:prstGeom prst="ellipse">
                  <a:avLst/>
                </a:prstGeom>
                <a:gradFill rotWithShape="0">
                  <a:gsLst>
                    <a:gs pos="0">
                      <a:srgbClr val="FFCC99"/>
                    </a:gs>
                    <a:gs pos="100000">
                      <a:srgbClr val="765E47"/>
                    </a:gs>
                  </a:gsLst>
                  <a:path path="shape">
                    <a:fillToRect l="50000" t="50000" r="50000" b="50000"/>
                  </a:path>
                </a:gradFill>
                <a:ln w="2857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solidFill>
                        <a:srgbClr val="FFFF00"/>
                      </a:solidFill>
                      <a:ea typeface="宋体" pitchFamily="2" charset="-122"/>
                    </a:rPr>
                    <a:t>+</a:t>
                  </a:r>
                  <a:endParaRPr lang="en-US" altLang="zh-CN" sz="2400">
                    <a:solidFill>
                      <a:schemeClr val="tx1"/>
                    </a:solidFill>
                    <a:ea typeface="宋体" pitchFamily="2" charset="-122"/>
                  </a:endParaRPr>
                </a:p>
              </p:txBody>
            </p:sp>
            <p:sp>
              <p:nvSpPr>
                <p:cNvPr id="8238" name="Oval 59"/>
                <p:cNvSpPr>
                  <a:spLocks noChangeArrowheads="1"/>
                </p:cNvSpPr>
                <p:nvPr/>
              </p:nvSpPr>
              <p:spPr bwMode="auto">
                <a:xfrm>
                  <a:off x="1872" y="2784"/>
                  <a:ext cx="192" cy="192"/>
                </a:xfrm>
                <a:prstGeom prst="ellipse">
                  <a:avLst/>
                </a:prstGeom>
                <a:gradFill rotWithShape="0">
                  <a:gsLst>
                    <a:gs pos="0">
                      <a:srgbClr val="FFCC99"/>
                    </a:gs>
                    <a:gs pos="100000">
                      <a:srgbClr val="765E47"/>
                    </a:gs>
                  </a:gsLst>
                  <a:path path="shape">
                    <a:fillToRect l="50000" t="50000" r="50000" b="50000"/>
                  </a:path>
                </a:gradFill>
                <a:ln w="2857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b="1">
                      <a:solidFill>
                        <a:schemeClr val="bg1"/>
                      </a:solidFill>
                      <a:ea typeface="宋体" pitchFamily="2" charset="-122"/>
                    </a:rPr>
                    <a:t>-</a:t>
                  </a:r>
                  <a:endParaRPr lang="en-US" altLang="zh-CN" sz="2400">
                    <a:solidFill>
                      <a:schemeClr val="tx1"/>
                    </a:solidFill>
                    <a:ea typeface="宋体" pitchFamily="2" charset="-122"/>
                  </a:endParaRPr>
                </a:p>
              </p:txBody>
            </p:sp>
            <p:sp>
              <p:nvSpPr>
                <p:cNvPr id="8239" name="Line 60"/>
                <p:cNvSpPr>
                  <a:spLocks noChangeShapeType="1"/>
                </p:cNvSpPr>
                <p:nvPr/>
              </p:nvSpPr>
              <p:spPr bwMode="auto">
                <a:xfrm>
                  <a:off x="2064" y="2880"/>
                  <a:ext cx="144" cy="0"/>
                </a:xfrm>
                <a:prstGeom prst="line">
                  <a:avLst/>
                </a:prstGeom>
                <a:noFill/>
                <a:ln w="2857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8221" name="Group 61"/>
            <p:cNvGrpSpPr>
              <a:grpSpLocks/>
            </p:cNvGrpSpPr>
            <p:nvPr/>
          </p:nvGrpSpPr>
          <p:grpSpPr bwMode="auto">
            <a:xfrm>
              <a:off x="4464" y="2784"/>
              <a:ext cx="528" cy="960"/>
              <a:chOff x="4656" y="2784"/>
              <a:chExt cx="528" cy="960"/>
            </a:xfrm>
          </p:grpSpPr>
          <p:grpSp>
            <p:nvGrpSpPr>
              <p:cNvPr id="8222" name="Group 62"/>
              <p:cNvGrpSpPr>
                <a:grpSpLocks/>
              </p:cNvGrpSpPr>
              <p:nvPr/>
            </p:nvGrpSpPr>
            <p:grpSpPr bwMode="auto">
              <a:xfrm>
                <a:off x="4656" y="2784"/>
                <a:ext cx="528" cy="192"/>
                <a:chOff x="1872" y="2784"/>
                <a:chExt cx="528" cy="192"/>
              </a:xfrm>
            </p:grpSpPr>
            <p:sp>
              <p:nvSpPr>
                <p:cNvPr id="8231" name="Oval 63"/>
                <p:cNvSpPr>
                  <a:spLocks noChangeArrowheads="1"/>
                </p:cNvSpPr>
                <p:nvPr/>
              </p:nvSpPr>
              <p:spPr bwMode="auto">
                <a:xfrm>
                  <a:off x="2208" y="2784"/>
                  <a:ext cx="192" cy="192"/>
                </a:xfrm>
                <a:prstGeom prst="ellipse">
                  <a:avLst/>
                </a:prstGeom>
                <a:gradFill rotWithShape="0">
                  <a:gsLst>
                    <a:gs pos="0">
                      <a:srgbClr val="FFCC99"/>
                    </a:gs>
                    <a:gs pos="100000">
                      <a:srgbClr val="765E47"/>
                    </a:gs>
                  </a:gsLst>
                  <a:path path="shape">
                    <a:fillToRect l="50000" t="50000" r="50000" b="50000"/>
                  </a:path>
                </a:gradFill>
                <a:ln w="2857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solidFill>
                        <a:srgbClr val="FFFF00"/>
                      </a:solidFill>
                      <a:ea typeface="宋体" pitchFamily="2" charset="-122"/>
                    </a:rPr>
                    <a:t>+</a:t>
                  </a:r>
                  <a:endParaRPr lang="en-US" altLang="zh-CN" sz="2400">
                    <a:solidFill>
                      <a:schemeClr val="tx1"/>
                    </a:solidFill>
                    <a:ea typeface="宋体" pitchFamily="2" charset="-122"/>
                  </a:endParaRPr>
                </a:p>
              </p:txBody>
            </p:sp>
            <p:sp>
              <p:nvSpPr>
                <p:cNvPr id="8232" name="Oval 64"/>
                <p:cNvSpPr>
                  <a:spLocks noChangeArrowheads="1"/>
                </p:cNvSpPr>
                <p:nvPr/>
              </p:nvSpPr>
              <p:spPr bwMode="auto">
                <a:xfrm>
                  <a:off x="1872" y="2784"/>
                  <a:ext cx="192" cy="192"/>
                </a:xfrm>
                <a:prstGeom prst="ellipse">
                  <a:avLst/>
                </a:prstGeom>
                <a:gradFill rotWithShape="0">
                  <a:gsLst>
                    <a:gs pos="0">
                      <a:srgbClr val="FFCC99"/>
                    </a:gs>
                    <a:gs pos="100000">
                      <a:srgbClr val="765E47"/>
                    </a:gs>
                  </a:gsLst>
                  <a:path path="shape">
                    <a:fillToRect l="50000" t="50000" r="50000" b="50000"/>
                  </a:path>
                </a:gradFill>
                <a:ln w="2857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b="1">
                      <a:solidFill>
                        <a:schemeClr val="bg1"/>
                      </a:solidFill>
                      <a:ea typeface="宋体" pitchFamily="2" charset="-122"/>
                    </a:rPr>
                    <a:t>-</a:t>
                  </a:r>
                  <a:endParaRPr lang="en-US" altLang="zh-CN" sz="2400">
                    <a:solidFill>
                      <a:schemeClr val="tx1"/>
                    </a:solidFill>
                    <a:ea typeface="宋体" pitchFamily="2" charset="-122"/>
                  </a:endParaRPr>
                </a:p>
              </p:txBody>
            </p:sp>
            <p:sp>
              <p:nvSpPr>
                <p:cNvPr id="8233" name="Line 65"/>
                <p:cNvSpPr>
                  <a:spLocks noChangeShapeType="1"/>
                </p:cNvSpPr>
                <p:nvPr/>
              </p:nvSpPr>
              <p:spPr bwMode="auto">
                <a:xfrm>
                  <a:off x="2064" y="2880"/>
                  <a:ext cx="144" cy="0"/>
                </a:xfrm>
                <a:prstGeom prst="line">
                  <a:avLst/>
                </a:prstGeom>
                <a:noFill/>
                <a:ln w="2857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23" name="Group 66"/>
              <p:cNvGrpSpPr>
                <a:grpSpLocks/>
              </p:cNvGrpSpPr>
              <p:nvPr/>
            </p:nvGrpSpPr>
            <p:grpSpPr bwMode="auto">
              <a:xfrm>
                <a:off x="4656" y="3168"/>
                <a:ext cx="528" cy="192"/>
                <a:chOff x="1872" y="2784"/>
                <a:chExt cx="528" cy="192"/>
              </a:xfrm>
            </p:grpSpPr>
            <p:sp>
              <p:nvSpPr>
                <p:cNvPr id="8228" name="Oval 67"/>
                <p:cNvSpPr>
                  <a:spLocks noChangeArrowheads="1"/>
                </p:cNvSpPr>
                <p:nvPr/>
              </p:nvSpPr>
              <p:spPr bwMode="auto">
                <a:xfrm>
                  <a:off x="2208" y="2784"/>
                  <a:ext cx="192" cy="192"/>
                </a:xfrm>
                <a:prstGeom prst="ellipse">
                  <a:avLst/>
                </a:prstGeom>
                <a:gradFill rotWithShape="0">
                  <a:gsLst>
                    <a:gs pos="0">
                      <a:srgbClr val="FFCC99"/>
                    </a:gs>
                    <a:gs pos="100000">
                      <a:srgbClr val="765E47"/>
                    </a:gs>
                  </a:gsLst>
                  <a:path path="shape">
                    <a:fillToRect l="50000" t="50000" r="50000" b="50000"/>
                  </a:path>
                </a:gradFill>
                <a:ln w="2857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solidFill>
                        <a:srgbClr val="FFFF00"/>
                      </a:solidFill>
                      <a:ea typeface="宋体" pitchFamily="2" charset="-122"/>
                    </a:rPr>
                    <a:t>+</a:t>
                  </a:r>
                  <a:endParaRPr lang="en-US" altLang="zh-CN" sz="2400">
                    <a:solidFill>
                      <a:schemeClr val="tx1"/>
                    </a:solidFill>
                    <a:ea typeface="宋体" pitchFamily="2" charset="-122"/>
                  </a:endParaRPr>
                </a:p>
              </p:txBody>
            </p:sp>
            <p:sp>
              <p:nvSpPr>
                <p:cNvPr id="8229" name="Oval 68"/>
                <p:cNvSpPr>
                  <a:spLocks noChangeArrowheads="1"/>
                </p:cNvSpPr>
                <p:nvPr/>
              </p:nvSpPr>
              <p:spPr bwMode="auto">
                <a:xfrm>
                  <a:off x="1872" y="2784"/>
                  <a:ext cx="192" cy="192"/>
                </a:xfrm>
                <a:prstGeom prst="ellipse">
                  <a:avLst/>
                </a:prstGeom>
                <a:gradFill rotWithShape="0">
                  <a:gsLst>
                    <a:gs pos="0">
                      <a:srgbClr val="FFCC99"/>
                    </a:gs>
                    <a:gs pos="100000">
                      <a:srgbClr val="765E47"/>
                    </a:gs>
                  </a:gsLst>
                  <a:path path="shape">
                    <a:fillToRect l="50000" t="50000" r="50000" b="50000"/>
                  </a:path>
                </a:gradFill>
                <a:ln w="2857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b="1">
                      <a:solidFill>
                        <a:schemeClr val="bg1"/>
                      </a:solidFill>
                      <a:ea typeface="宋体" pitchFamily="2" charset="-122"/>
                    </a:rPr>
                    <a:t>-</a:t>
                  </a:r>
                  <a:endParaRPr lang="en-US" altLang="zh-CN" sz="2400">
                    <a:solidFill>
                      <a:schemeClr val="tx1"/>
                    </a:solidFill>
                    <a:ea typeface="宋体" pitchFamily="2" charset="-122"/>
                  </a:endParaRPr>
                </a:p>
              </p:txBody>
            </p:sp>
            <p:sp>
              <p:nvSpPr>
                <p:cNvPr id="8230" name="Line 69"/>
                <p:cNvSpPr>
                  <a:spLocks noChangeShapeType="1"/>
                </p:cNvSpPr>
                <p:nvPr/>
              </p:nvSpPr>
              <p:spPr bwMode="auto">
                <a:xfrm>
                  <a:off x="2064" y="2880"/>
                  <a:ext cx="144" cy="0"/>
                </a:xfrm>
                <a:prstGeom prst="line">
                  <a:avLst/>
                </a:prstGeom>
                <a:noFill/>
                <a:ln w="2857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24" name="Group 70"/>
              <p:cNvGrpSpPr>
                <a:grpSpLocks/>
              </p:cNvGrpSpPr>
              <p:nvPr/>
            </p:nvGrpSpPr>
            <p:grpSpPr bwMode="auto">
              <a:xfrm>
                <a:off x="4656" y="3552"/>
                <a:ext cx="528" cy="192"/>
                <a:chOff x="1872" y="2784"/>
                <a:chExt cx="528" cy="192"/>
              </a:xfrm>
            </p:grpSpPr>
            <p:sp>
              <p:nvSpPr>
                <p:cNvPr id="8225" name="Oval 71"/>
                <p:cNvSpPr>
                  <a:spLocks noChangeArrowheads="1"/>
                </p:cNvSpPr>
                <p:nvPr/>
              </p:nvSpPr>
              <p:spPr bwMode="auto">
                <a:xfrm>
                  <a:off x="2208" y="2784"/>
                  <a:ext cx="192" cy="192"/>
                </a:xfrm>
                <a:prstGeom prst="ellipse">
                  <a:avLst/>
                </a:prstGeom>
                <a:gradFill rotWithShape="0">
                  <a:gsLst>
                    <a:gs pos="0">
                      <a:srgbClr val="FFCC99"/>
                    </a:gs>
                    <a:gs pos="100000">
                      <a:srgbClr val="765E47"/>
                    </a:gs>
                  </a:gsLst>
                  <a:path path="shape">
                    <a:fillToRect l="50000" t="50000" r="50000" b="50000"/>
                  </a:path>
                </a:gradFill>
                <a:ln w="2857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solidFill>
                        <a:srgbClr val="FFFF00"/>
                      </a:solidFill>
                      <a:ea typeface="宋体" pitchFamily="2" charset="-122"/>
                    </a:rPr>
                    <a:t>+</a:t>
                  </a:r>
                  <a:endParaRPr lang="en-US" altLang="zh-CN" sz="2400">
                    <a:solidFill>
                      <a:schemeClr val="tx1"/>
                    </a:solidFill>
                    <a:ea typeface="宋体" pitchFamily="2" charset="-122"/>
                  </a:endParaRPr>
                </a:p>
              </p:txBody>
            </p:sp>
            <p:sp>
              <p:nvSpPr>
                <p:cNvPr id="8226" name="Oval 72"/>
                <p:cNvSpPr>
                  <a:spLocks noChangeArrowheads="1"/>
                </p:cNvSpPr>
                <p:nvPr/>
              </p:nvSpPr>
              <p:spPr bwMode="auto">
                <a:xfrm>
                  <a:off x="1872" y="2784"/>
                  <a:ext cx="192" cy="192"/>
                </a:xfrm>
                <a:prstGeom prst="ellipse">
                  <a:avLst/>
                </a:prstGeom>
                <a:gradFill rotWithShape="0">
                  <a:gsLst>
                    <a:gs pos="0">
                      <a:srgbClr val="FFCC99"/>
                    </a:gs>
                    <a:gs pos="100000">
                      <a:srgbClr val="765E47"/>
                    </a:gs>
                  </a:gsLst>
                  <a:path path="shape">
                    <a:fillToRect l="50000" t="50000" r="50000" b="50000"/>
                  </a:path>
                </a:gradFill>
                <a:ln w="2857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b="1">
                      <a:solidFill>
                        <a:schemeClr val="bg1"/>
                      </a:solidFill>
                      <a:ea typeface="宋体" pitchFamily="2" charset="-122"/>
                    </a:rPr>
                    <a:t>-</a:t>
                  </a:r>
                  <a:endParaRPr lang="en-US" altLang="zh-CN" sz="2400">
                    <a:solidFill>
                      <a:schemeClr val="tx1"/>
                    </a:solidFill>
                    <a:ea typeface="宋体" pitchFamily="2" charset="-122"/>
                  </a:endParaRPr>
                </a:p>
              </p:txBody>
            </p:sp>
            <p:sp>
              <p:nvSpPr>
                <p:cNvPr id="8227" name="Line 73"/>
                <p:cNvSpPr>
                  <a:spLocks noChangeShapeType="1"/>
                </p:cNvSpPr>
                <p:nvPr/>
              </p:nvSpPr>
              <p:spPr bwMode="auto">
                <a:xfrm>
                  <a:off x="2064" y="2880"/>
                  <a:ext cx="144" cy="0"/>
                </a:xfrm>
                <a:prstGeom prst="line">
                  <a:avLst/>
                </a:prstGeom>
                <a:noFill/>
                <a:ln w="2857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grpSp>
        <p:nvGrpSpPr>
          <p:cNvPr id="444490" name="Group 74"/>
          <p:cNvGrpSpPr>
            <a:grpSpLocks/>
          </p:cNvGrpSpPr>
          <p:nvPr/>
        </p:nvGrpSpPr>
        <p:grpSpPr bwMode="auto">
          <a:xfrm>
            <a:off x="4714875" y="1825625"/>
            <a:ext cx="4356100" cy="461963"/>
            <a:chOff x="2857" y="3120"/>
            <a:chExt cx="2744" cy="291"/>
          </a:xfrm>
        </p:grpSpPr>
        <p:sp>
          <p:nvSpPr>
            <p:cNvPr id="8215" name="Line 75"/>
            <p:cNvSpPr>
              <a:spLocks noChangeShapeType="1"/>
            </p:cNvSpPr>
            <p:nvPr/>
          </p:nvSpPr>
          <p:spPr bwMode="auto">
            <a:xfrm flipV="1">
              <a:off x="2857" y="3120"/>
              <a:ext cx="2471" cy="23"/>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16" name="Rectangle 76"/>
            <p:cNvSpPr>
              <a:spLocks noChangeArrowheads="1"/>
            </p:cNvSpPr>
            <p:nvPr/>
          </p:nvSpPr>
          <p:spPr bwMode="auto">
            <a:xfrm>
              <a:off x="5088" y="3120"/>
              <a:ext cx="51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ea typeface="宋体" pitchFamily="2" charset="-122"/>
                </a:rPr>
                <a:t>E</a:t>
              </a:r>
              <a:r>
                <a:rPr lang="en-US" altLang="zh-CN" sz="2400" b="1" baseline="-25000">
                  <a:ea typeface="宋体" pitchFamily="2" charset="-122"/>
                </a:rPr>
                <a:t>0</a:t>
              </a:r>
              <a:r>
                <a:rPr lang="en-US" altLang="zh-CN" sz="2400" b="1">
                  <a:ea typeface="宋体" pitchFamily="2" charset="-122"/>
                  <a:sym typeface="Symbol" pitchFamily="18" charset="2"/>
                </a:rPr>
                <a:t>0</a:t>
              </a:r>
              <a:endParaRPr lang="en-US" altLang="zh-CN" sz="2400" b="1">
                <a:ea typeface="宋体" pitchFamily="2" charset="-122"/>
              </a:endParaRPr>
            </a:p>
          </p:txBody>
        </p:sp>
      </p:grpSp>
      <p:graphicFrame>
        <p:nvGraphicFramePr>
          <p:cNvPr id="444493" name="Object 77"/>
          <p:cNvGraphicFramePr>
            <a:graphicFrameLocks noChangeAspect="1"/>
          </p:cNvGraphicFramePr>
          <p:nvPr/>
        </p:nvGraphicFramePr>
        <p:xfrm>
          <a:off x="7202488" y="1100138"/>
          <a:ext cx="301625" cy="381000"/>
        </p:xfrm>
        <a:graphic>
          <a:graphicData uri="http://schemas.openxmlformats.org/presentationml/2006/ole">
            <mc:AlternateContent xmlns:mc="http://schemas.openxmlformats.org/markup-compatibility/2006">
              <mc:Choice xmlns:v="urn:schemas-microsoft-com:vml" Requires="v">
                <p:oleObj spid="_x0000_s8472" name="公式" r:id="rId3" imgW="152334" imgH="190417" progId="Equation.3">
                  <p:embed/>
                </p:oleObj>
              </mc:Choice>
              <mc:Fallback>
                <p:oleObj name="公式" r:id="rId3" imgW="152334" imgH="190417" progId="Equation.3">
                  <p:embed/>
                  <p:pic>
                    <p:nvPicPr>
                      <p:cNvPr id="0" name="Object 7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2488" y="1100138"/>
                        <a:ext cx="301625" cy="381000"/>
                      </a:xfrm>
                      <a:prstGeom prst="rect">
                        <a:avLst/>
                      </a:prstGeom>
                      <a:solidFill>
                        <a:srgbClr val="FFFF00"/>
                      </a:solidFill>
                      <a:ln>
                        <a:noFill/>
                      </a:ln>
                      <a:effectLst>
                        <a:outerShdw dist="35921" dir="27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44496" name="Text Box 80"/>
          <p:cNvSpPr txBox="1">
            <a:spLocks noChangeArrowheads="1"/>
          </p:cNvSpPr>
          <p:nvPr/>
        </p:nvSpPr>
        <p:spPr bwMode="auto">
          <a:xfrm>
            <a:off x="323850" y="2800350"/>
            <a:ext cx="8747125"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50000"/>
              </a:spcBef>
            </a:pPr>
            <a:r>
              <a:rPr lang="en-US" altLang="zh-CN" sz="2400">
                <a:solidFill>
                  <a:schemeClr val="tx1"/>
                </a:solidFill>
                <a:ea typeface="宋体" pitchFamily="2" charset="-122"/>
              </a:rPr>
              <a:t>        </a:t>
            </a:r>
            <a:r>
              <a:rPr lang="zh-CN" altLang="en-US" sz="2800" b="1">
                <a:solidFill>
                  <a:schemeClr val="tx1"/>
                </a:solidFill>
              </a:rPr>
              <a:t>无极分子在外场的作用下正负电荷中心发生偏移而产生的极化称为</a:t>
            </a:r>
            <a:r>
              <a:rPr lang="zh-CN" altLang="en-US" sz="2800" b="1"/>
              <a:t>位移极化</a:t>
            </a:r>
            <a:r>
              <a:rPr lang="zh-CN" altLang="en-US" sz="2800" b="1">
                <a:solidFill>
                  <a:schemeClr val="tx1"/>
                </a:solidFill>
              </a:rPr>
              <a:t>。</a:t>
            </a:r>
          </a:p>
        </p:txBody>
      </p:sp>
      <p:sp>
        <p:nvSpPr>
          <p:cNvPr id="9224" name="矩形 1"/>
          <p:cNvSpPr>
            <a:spLocks noChangeArrowheads="1"/>
          </p:cNvSpPr>
          <p:nvPr/>
        </p:nvSpPr>
        <p:spPr bwMode="auto">
          <a:xfrm>
            <a:off x="96838" y="1582738"/>
            <a:ext cx="958850"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ea typeface="宋体" pitchFamily="2" charset="-122"/>
              </a:rPr>
              <a:t>外电场</a:t>
            </a:r>
            <a:endParaRPr lang="en-US" altLang="zh-CN" b="1">
              <a:ea typeface="宋体" pitchFamily="2" charset="-122"/>
            </a:endParaRPr>
          </a:p>
          <a:p>
            <a:r>
              <a:rPr lang="en-US" altLang="zh-CN" b="1">
                <a:ea typeface="宋体" pitchFamily="2" charset="-122"/>
              </a:rPr>
              <a:t>E</a:t>
            </a:r>
            <a:r>
              <a:rPr lang="en-US" altLang="zh-CN" b="1" baseline="-25000">
                <a:ea typeface="宋体" pitchFamily="2" charset="-122"/>
              </a:rPr>
              <a:t>0</a:t>
            </a:r>
            <a:r>
              <a:rPr lang="en-US" altLang="zh-CN" b="1">
                <a:ea typeface="宋体" pitchFamily="2" charset="-122"/>
              </a:rPr>
              <a:t>=0</a:t>
            </a:r>
            <a:endParaRPr lang="zh-CN" altLang="en-US"/>
          </a:p>
        </p:txBody>
      </p:sp>
      <p:pic>
        <p:nvPicPr>
          <p:cNvPr id="80" name="Picture 6" descr="26-25b"/>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44875" y="4160838"/>
            <a:ext cx="2509838" cy="2516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81" name="Picture 6" descr="26-25a"/>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7700" y="4160838"/>
            <a:ext cx="2366963" cy="2738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82" name="Text Box 2"/>
          <p:cNvSpPr txBox="1">
            <a:spLocks noChangeArrowheads="1"/>
          </p:cNvSpPr>
          <p:nvPr/>
        </p:nvSpPr>
        <p:spPr bwMode="auto">
          <a:xfrm>
            <a:off x="298450" y="3779838"/>
            <a:ext cx="5565775" cy="522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US" altLang="zh-CN" sz="2800" b="1" dirty="0">
                <a:solidFill>
                  <a:schemeClr val="hlink"/>
                </a:solidFill>
                <a:effectLst>
                  <a:outerShdw blurRad="38100" dist="38100" dir="2700000" algn="tl">
                    <a:srgbClr val="C0C0C0"/>
                  </a:outerShdw>
                </a:effectLst>
                <a:latin typeface="幼圆" pitchFamily="49" charset="-122"/>
                <a:ea typeface="幼圆" pitchFamily="49" charset="-122"/>
              </a:rPr>
              <a:t>2</a:t>
            </a:r>
            <a:r>
              <a:rPr lang="zh-CN" altLang="en-US" sz="2800" b="1" dirty="0">
                <a:solidFill>
                  <a:schemeClr val="hlink"/>
                </a:solidFill>
                <a:effectLst>
                  <a:outerShdw blurRad="38100" dist="38100" dir="2700000" algn="tl">
                    <a:srgbClr val="C0C0C0"/>
                  </a:outerShdw>
                </a:effectLst>
                <a:latin typeface="幼圆" pitchFamily="49" charset="-122"/>
                <a:ea typeface="幼圆" pitchFamily="49" charset="-122"/>
              </a:rPr>
              <a:t>、有极分子的取向极化</a:t>
            </a:r>
            <a:endParaRPr lang="zh-CN" altLang="en-US" sz="2400" dirty="0">
              <a:solidFill>
                <a:schemeClr val="hlink"/>
              </a:solidFill>
              <a:ea typeface="宋体" charset="-122"/>
            </a:endParaRPr>
          </a:p>
        </p:txBody>
      </p:sp>
      <p:sp>
        <p:nvSpPr>
          <p:cNvPr id="83" name="Text Box 121"/>
          <p:cNvSpPr txBox="1">
            <a:spLocks noChangeArrowheads="1"/>
          </p:cNvSpPr>
          <p:nvPr/>
        </p:nvSpPr>
        <p:spPr bwMode="auto">
          <a:xfrm>
            <a:off x="1042988" y="5876925"/>
            <a:ext cx="1638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50000"/>
              </a:spcBef>
            </a:pPr>
            <a:r>
              <a:rPr lang="en-US" altLang="zh-CN" sz="2400">
                <a:solidFill>
                  <a:schemeClr val="hlink"/>
                </a:solidFill>
                <a:ea typeface="宋体" pitchFamily="2" charset="-122"/>
              </a:rPr>
              <a:t>E</a:t>
            </a:r>
            <a:r>
              <a:rPr lang="en-US" altLang="zh-CN" sz="2400" baseline="-25000">
                <a:solidFill>
                  <a:schemeClr val="hlink"/>
                </a:solidFill>
                <a:ea typeface="宋体" pitchFamily="2" charset="-122"/>
              </a:rPr>
              <a:t>0</a:t>
            </a:r>
            <a:r>
              <a:rPr lang="en-US" altLang="zh-CN" sz="2400">
                <a:solidFill>
                  <a:schemeClr val="hlink"/>
                </a:solidFill>
                <a:ea typeface="宋体" pitchFamily="2" charset="-122"/>
              </a:rPr>
              <a:t>=0</a:t>
            </a:r>
            <a:endParaRPr lang="en-US" altLang="zh-CN" sz="2400">
              <a:solidFill>
                <a:schemeClr val="hlink"/>
              </a:solidFill>
              <a:ea typeface="宋体" pitchFamily="2" charset="-122"/>
              <a:sym typeface="Bookshelf Symbol 7" pitchFamily="2" charset="2"/>
            </a:endParaRPr>
          </a:p>
        </p:txBody>
      </p:sp>
      <p:sp>
        <p:nvSpPr>
          <p:cNvPr id="84" name="矩形 83"/>
          <p:cNvSpPr>
            <a:spLocks noChangeArrowheads="1"/>
          </p:cNvSpPr>
          <p:nvPr/>
        </p:nvSpPr>
        <p:spPr bwMode="auto">
          <a:xfrm>
            <a:off x="3581400" y="5934075"/>
            <a:ext cx="8763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a:solidFill>
                  <a:schemeClr val="hlink"/>
                </a:solidFill>
                <a:ea typeface="宋体" pitchFamily="2" charset="-122"/>
              </a:rPr>
              <a:t> E</a:t>
            </a:r>
            <a:r>
              <a:rPr lang="en-US" altLang="zh-CN" baseline="-25000">
                <a:solidFill>
                  <a:schemeClr val="hlink"/>
                </a:solidFill>
                <a:ea typeface="宋体" pitchFamily="2" charset="-122"/>
              </a:rPr>
              <a:t>0</a:t>
            </a:r>
            <a:r>
              <a:rPr lang="en-US" altLang="zh-CN">
                <a:solidFill>
                  <a:schemeClr val="hlink"/>
                </a:solidFill>
                <a:ea typeface="宋体" pitchFamily="2" charset="-122"/>
                <a:sym typeface="Bookshelf Symbol 7" pitchFamily="2" charset="2"/>
              </a:rPr>
              <a:t>0</a:t>
            </a:r>
            <a:endParaRPr lang="zh-CN" altLang="en-US"/>
          </a:p>
        </p:txBody>
      </p:sp>
      <p:grpSp>
        <p:nvGrpSpPr>
          <p:cNvPr id="85" name="Group 111"/>
          <p:cNvGrpSpPr>
            <a:grpSpLocks/>
          </p:cNvGrpSpPr>
          <p:nvPr/>
        </p:nvGrpSpPr>
        <p:grpSpPr bwMode="auto">
          <a:xfrm>
            <a:off x="6024563" y="4652963"/>
            <a:ext cx="2795587" cy="1066800"/>
            <a:chOff x="3408" y="2736"/>
            <a:chExt cx="1761" cy="672"/>
          </a:xfrm>
        </p:grpSpPr>
        <p:sp>
          <p:nvSpPr>
            <p:cNvPr id="8208" name="Oval 112"/>
            <p:cNvSpPr>
              <a:spLocks noChangeArrowheads="1"/>
            </p:cNvSpPr>
            <p:nvPr/>
          </p:nvSpPr>
          <p:spPr bwMode="auto">
            <a:xfrm>
              <a:off x="4416" y="2736"/>
              <a:ext cx="240" cy="240"/>
            </a:xfrm>
            <a:prstGeom prst="ellipse">
              <a:avLst/>
            </a:prstGeom>
            <a:gradFill rotWithShape="0">
              <a:gsLst>
                <a:gs pos="0">
                  <a:srgbClr val="FFCC99"/>
                </a:gs>
                <a:gs pos="100000">
                  <a:srgbClr val="765E47"/>
                </a:gs>
              </a:gsLst>
              <a:path path="shape">
                <a:fillToRect l="50000" t="50000" r="50000" b="50000"/>
              </a:path>
            </a:gradFill>
            <a:ln w="952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rgbClr val="FFFF00"/>
                  </a:solidFill>
                  <a:ea typeface="宋体" pitchFamily="2" charset="-122"/>
                </a:rPr>
                <a:t>+</a:t>
              </a:r>
              <a:endParaRPr lang="en-US" altLang="zh-CN" sz="2400">
                <a:solidFill>
                  <a:schemeClr val="tx1"/>
                </a:solidFill>
                <a:ea typeface="宋体" pitchFamily="2" charset="-122"/>
              </a:endParaRPr>
            </a:p>
          </p:txBody>
        </p:sp>
        <p:sp>
          <p:nvSpPr>
            <p:cNvPr id="8209" name="Oval 113"/>
            <p:cNvSpPr>
              <a:spLocks noChangeArrowheads="1"/>
            </p:cNvSpPr>
            <p:nvPr/>
          </p:nvSpPr>
          <p:spPr bwMode="auto">
            <a:xfrm>
              <a:off x="3888" y="3168"/>
              <a:ext cx="240" cy="240"/>
            </a:xfrm>
            <a:prstGeom prst="ellipse">
              <a:avLst/>
            </a:prstGeom>
            <a:gradFill rotWithShape="0">
              <a:gsLst>
                <a:gs pos="0">
                  <a:srgbClr val="FFCC99"/>
                </a:gs>
                <a:gs pos="100000">
                  <a:srgbClr val="765E47"/>
                </a:gs>
              </a:gsLst>
              <a:path path="shape">
                <a:fillToRect l="50000" t="50000" r="50000" b="50000"/>
              </a:path>
            </a:gradFill>
            <a:ln w="952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b="1">
                  <a:solidFill>
                    <a:schemeClr val="bg1"/>
                  </a:solidFill>
                  <a:ea typeface="宋体" pitchFamily="2" charset="-122"/>
                </a:rPr>
                <a:t>-</a:t>
              </a:r>
              <a:endParaRPr lang="en-US" altLang="zh-CN" sz="2400">
                <a:solidFill>
                  <a:schemeClr val="tx1"/>
                </a:solidFill>
                <a:ea typeface="宋体" pitchFamily="2" charset="-122"/>
              </a:endParaRPr>
            </a:p>
          </p:txBody>
        </p:sp>
        <p:sp>
          <p:nvSpPr>
            <p:cNvPr id="8210" name="Line 114"/>
            <p:cNvSpPr>
              <a:spLocks noChangeShapeType="1"/>
            </p:cNvSpPr>
            <p:nvPr/>
          </p:nvSpPr>
          <p:spPr bwMode="auto">
            <a:xfrm flipV="1">
              <a:off x="4080" y="2928"/>
              <a:ext cx="384" cy="288"/>
            </a:xfrm>
            <a:prstGeom prst="line">
              <a:avLst/>
            </a:prstGeom>
            <a:noFill/>
            <a:ln w="2857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211" name="Object 115"/>
            <p:cNvGraphicFramePr>
              <a:graphicFrameLocks noChangeAspect="1"/>
            </p:cNvGraphicFramePr>
            <p:nvPr/>
          </p:nvGraphicFramePr>
          <p:xfrm>
            <a:off x="4272" y="3120"/>
            <a:ext cx="190" cy="240"/>
          </p:xfrm>
          <a:graphic>
            <a:graphicData uri="http://schemas.openxmlformats.org/presentationml/2006/ole">
              <mc:AlternateContent xmlns:mc="http://schemas.openxmlformats.org/markup-compatibility/2006">
                <mc:Choice xmlns:v="urn:schemas-microsoft-com:vml" Requires="v">
                  <p:oleObj spid="_x0000_s8473" name="公式" r:id="rId7" imgW="152334" imgH="190417" progId="Equation.3">
                    <p:embed/>
                  </p:oleObj>
                </mc:Choice>
                <mc:Fallback>
                  <p:oleObj name="公式" r:id="rId7" imgW="152334" imgH="190417" progId="Equation.3">
                    <p:embed/>
                    <p:pic>
                      <p:nvPicPr>
                        <p:cNvPr id="0" name="Object 1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72" y="3120"/>
                          <a:ext cx="190" cy="240"/>
                        </a:xfrm>
                        <a:prstGeom prst="rect">
                          <a:avLst/>
                        </a:prstGeom>
                        <a:solidFill>
                          <a:srgbClr val="FFFF00"/>
                        </a:solidFill>
                        <a:ln>
                          <a:noFill/>
                        </a:ln>
                        <a:effectLst>
                          <a:outerShdw dist="35921" dir="27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8212" name="Group 116"/>
            <p:cNvGrpSpPr>
              <a:grpSpLocks/>
            </p:cNvGrpSpPr>
            <p:nvPr/>
          </p:nvGrpSpPr>
          <p:grpSpPr bwMode="auto">
            <a:xfrm>
              <a:off x="3408" y="3120"/>
              <a:ext cx="1761" cy="288"/>
              <a:chOff x="2544" y="3120"/>
              <a:chExt cx="3085" cy="288"/>
            </a:xfrm>
          </p:grpSpPr>
          <p:sp>
            <p:nvSpPr>
              <p:cNvPr id="8213" name="Line 117"/>
              <p:cNvSpPr>
                <a:spLocks noChangeShapeType="1"/>
              </p:cNvSpPr>
              <p:nvPr/>
            </p:nvSpPr>
            <p:spPr bwMode="auto">
              <a:xfrm>
                <a:off x="2544" y="3120"/>
                <a:ext cx="2784" cy="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14" name="Rectangle 118"/>
              <p:cNvSpPr>
                <a:spLocks noChangeArrowheads="1"/>
              </p:cNvSpPr>
              <p:nvPr/>
            </p:nvSpPr>
            <p:spPr bwMode="auto">
              <a:xfrm>
                <a:off x="5090" y="3120"/>
                <a:ext cx="53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ea typeface="宋体" pitchFamily="2" charset="-122"/>
                  </a:rPr>
                  <a:t>E</a:t>
                </a:r>
                <a:r>
                  <a:rPr lang="en-US" altLang="zh-CN" sz="2400" b="1" baseline="-25000">
                    <a:ea typeface="宋体" pitchFamily="2" charset="-122"/>
                  </a:rPr>
                  <a:t>o</a:t>
                </a:r>
                <a:endParaRPr lang="en-US" altLang="zh-CN" sz="2400" b="1">
                  <a:ea typeface="宋体" pitchFamily="2" charset="-122"/>
                </a:endParaRPr>
              </a:p>
            </p:txBody>
          </p:sp>
        </p:grpSp>
      </p:grpSp>
      <p:sp>
        <p:nvSpPr>
          <p:cNvPr id="93" name="Text Box 120"/>
          <p:cNvSpPr txBox="1">
            <a:spLocks noChangeArrowheads="1"/>
          </p:cNvSpPr>
          <p:nvPr/>
        </p:nvSpPr>
        <p:spPr bwMode="auto">
          <a:xfrm>
            <a:off x="452438" y="6351588"/>
            <a:ext cx="851217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50000"/>
              </a:spcBef>
            </a:pPr>
            <a:r>
              <a:rPr lang="en-US" altLang="zh-CN" sz="2400">
                <a:solidFill>
                  <a:schemeClr val="tx1"/>
                </a:solidFill>
                <a:ea typeface="宋体" pitchFamily="2" charset="-122"/>
              </a:rPr>
              <a:t>        </a:t>
            </a:r>
            <a:r>
              <a:rPr lang="zh-CN" altLang="en-US" sz="2400" b="1">
                <a:solidFill>
                  <a:schemeClr val="tx1"/>
                </a:solidFill>
              </a:rPr>
              <a:t>有极分子在外场中发生偏转而产生的极化称为</a:t>
            </a:r>
            <a:r>
              <a:rPr lang="zh-CN" altLang="en-US" sz="2400" b="1"/>
              <a:t>取向极化</a:t>
            </a:r>
            <a:r>
              <a:rPr lang="zh-CN" altLang="en-US" sz="2400" b="1">
                <a:solidFill>
                  <a:schemeClr val="tx1"/>
                </a:solidFill>
              </a:rPr>
              <a:t>。</a:t>
            </a:r>
          </a:p>
        </p:txBody>
      </p:sp>
      <p:sp>
        <p:nvSpPr>
          <p:cNvPr id="94" name="Text Box 3">
            <a:extLst>
              <a:ext uri="{FF2B5EF4-FFF2-40B4-BE49-F238E27FC236}">
                <a16:creationId xmlns:a16="http://schemas.microsoft.com/office/drawing/2014/main" id="{CC45ACDD-0236-4AA7-AACD-8A95315593A3}"/>
              </a:ext>
            </a:extLst>
          </p:cNvPr>
          <p:cNvSpPr txBox="1">
            <a:spLocks noChangeArrowheads="1"/>
          </p:cNvSpPr>
          <p:nvPr/>
        </p:nvSpPr>
        <p:spPr bwMode="auto">
          <a:xfrm>
            <a:off x="323850" y="57945"/>
            <a:ext cx="84010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0"/>
              </a:spcBef>
            </a:pPr>
            <a:r>
              <a:rPr lang="zh-CN" altLang="en-US" sz="2800" b="1">
                <a:solidFill>
                  <a:schemeClr val="tx1"/>
                </a:solidFill>
                <a:latin typeface="楷体_GB2312" pitchFamily="49" charset="-122"/>
              </a:rPr>
              <a:t>在外电场中，出现束缚电荷的现象叫做</a:t>
            </a:r>
            <a:r>
              <a:rPr lang="zh-CN" altLang="en-US" sz="2400" b="1"/>
              <a:t>电介质的极化</a:t>
            </a:r>
            <a:r>
              <a:rPr lang="zh-CN" altLang="en-US" sz="2400" b="1">
                <a:solidFill>
                  <a:schemeClr val="tx1"/>
                </a:solidFill>
                <a:latin typeface="宋体" pitchFamily="2" charset="-122"/>
                <a:ea typeface="宋体" pitchFamily="2" charset="-122"/>
              </a:rPr>
              <a:t>。</a:t>
            </a:r>
            <a:endParaRPr lang="zh-CN" altLang="en-US" sz="2400" b="1">
              <a:solidFill>
                <a:schemeClr val="tx1"/>
              </a:solidFill>
              <a:ea typeface="宋体"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4"/>
                                        </p:tgtEl>
                                        <p:attrNameLst>
                                          <p:attrName>style.visibility</p:attrName>
                                        </p:attrNameLst>
                                      </p:cBhvr>
                                      <p:to>
                                        <p:strVal val="visible"/>
                                      </p:to>
                                    </p:set>
                                    <p:animEffect transition="in" filter="wipe(left)">
                                      <p:cBhvr>
                                        <p:cTn id="7" dur="500"/>
                                        <p:tgtEl>
                                          <p:spTgt spid="9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444418"/>
                                        </p:tgtEl>
                                        <p:attrNameLst>
                                          <p:attrName>style.visibility</p:attrName>
                                        </p:attrNameLst>
                                      </p:cBhvr>
                                      <p:to>
                                        <p:strVal val="visible"/>
                                      </p:to>
                                    </p:set>
                                    <p:anim calcmode="lin" valueType="num">
                                      <p:cBhvr additive="base">
                                        <p:cTn id="12" dur="500" fill="hold"/>
                                        <p:tgtEl>
                                          <p:spTgt spid="444418"/>
                                        </p:tgtEl>
                                        <p:attrNameLst>
                                          <p:attrName>ppt_x</p:attrName>
                                        </p:attrNameLst>
                                      </p:cBhvr>
                                      <p:tavLst>
                                        <p:tav tm="0">
                                          <p:val>
                                            <p:strVal val="0-#ppt_w/2"/>
                                          </p:val>
                                        </p:tav>
                                        <p:tav tm="100000">
                                          <p:val>
                                            <p:strVal val="#ppt_x"/>
                                          </p:val>
                                        </p:tav>
                                      </p:tavLst>
                                    </p:anim>
                                    <p:anim calcmode="lin" valueType="num">
                                      <p:cBhvr additive="base">
                                        <p:cTn id="13" dur="500" fill="hold"/>
                                        <p:tgtEl>
                                          <p:spTgt spid="444418"/>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9224"/>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444419"/>
                                        </p:tgtEl>
                                        <p:attrNameLst>
                                          <p:attrName>style.visibility</p:attrName>
                                        </p:attrNameLst>
                                      </p:cBhvr>
                                      <p:to>
                                        <p:strVal val="visible"/>
                                      </p:to>
                                    </p:set>
                                    <p:animEffect transition="in" filter="dissolve">
                                      <p:cBhvr>
                                        <p:cTn id="22" dur="500"/>
                                        <p:tgtEl>
                                          <p:spTgt spid="444419"/>
                                        </p:tgtEl>
                                      </p:cBhvr>
                                    </p:animEffect>
                                  </p:childTnLst>
                                </p:cTn>
                              </p:par>
                            </p:childTnLst>
                          </p:cTn>
                        </p:par>
                      </p:childTnLst>
                    </p:cTn>
                  </p:par>
                  <p:par>
                    <p:cTn id="23" fill="hold">
                      <p:stCondLst>
                        <p:cond delay="indefinite"/>
                      </p:stCondLst>
                      <p:childTnLst>
                        <p:par>
                          <p:cTn id="24" fill="hold">
                            <p:stCondLst>
                              <p:cond delay="0"/>
                            </p:stCondLst>
                            <p:childTnLst>
                              <p:par>
                                <p:cTn id="25" presetID="23" presetClass="entr" presetSubtype="288" fill="hold" nodeType="clickEffect">
                                  <p:stCondLst>
                                    <p:cond delay="0"/>
                                  </p:stCondLst>
                                  <p:childTnLst>
                                    <p:set>
                                      <p:cBhvr>
                                        <p:cTn id="26" dur="1" fill="hold">
                                          <p:stCondLst>
                                            <p:cond delay="0"/>
                                          </p:stCondLst>
                                        </p:cTn>
                                        <p:tgtEl>
                                          <p:spTgt spid="444490"/>
                                        </p:tgtEl>
                                        <p:attrNameLst>
                                          <p:attrName>style.visibility</p:attrName>
                                        </p:attrNameLst>
                                      </p:cBhvr>
                                      <p:to>
                                        <p:strVal val="visible"/>
                                      </p:to>
                                    </p:set>
                                    <p:anim calcmode="lin" valueType="num">
                                      <p:cBhvr>
                                        <p:cTn id="27" dur="500" fill="hold"/>
                                        <p:tgtEl>
                                          <p:spTgt spid="444490"/>
                                        </p:tgtEl>
                                        <p:attrNameLst>
                                          <p:attrName>ppt_w</p:attrName>
                                        </p:attrNameLst>
                                      </p:cBhvr>
                                      <p:tavLst>
                                        <p:tav tm="0">
                                          <p:val>
                                            <p:strVal val="4/3*#ppt_w"/>
                                          </p:val>
                                        </p:tav>
                                        <p:tav tm="100000">
                                          <p:val>
                                            <p:strVal val="#ppt_w"/>
                                          </p:val>
                                        </p:tav>
                                      </p:tavLst>
                                    </p:anim>
                                    <p:anim calcmode="lin" valueType="num">
                                      <p:cBhvr>
                                        <p:cTn id="28" dur="500" fill="hold"/>
                                        <p:tgtEl>
                                          <p:spTgt spid="444490"/>
                                        </p:tgtEl>
                                        <p:attrNameLst>
                                          <p:attrName>ppt_h</p:attrName>
                                        </p:attrNameLst>
                                      </p:cBhvr>
                                      <p:tavLst>
                                        <p:tav tm="0">
                                          <p:val>
                                            <p:strVal val="4/3*#ppt_h"/>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nodeType="clickEffect">
                                  <p:stCondLst>
                                    <p:cond delay="0"/>
                                  </p:stCondLst>
                                  <p:childTnLst>
                                    <p:set>
                                      <p:cBhvr>
                                        <p:cTn id="32" dur="1" fill="hold">
                                          <p:stCondLst>
                                            <p:cond delay="0"/>
                                          </p:stCondLst>
                                        </p:cTn>
                                        <p:tgtEl>
                                          <p:spTgt spid="444436"/>
                                        </p:tgtEl>
                                        <p:attrNameLst>
                                          <p:attrName>style.visibility</p:attrName>
                                        </p:attrNameLst>
                                      </p:cBhvr>
                                      <p:to>
                                        <p:strVal val="visible"/>
                                      </p:to>
                                    </p:set>
                                    <p:animEffect transition="in" filter="dissolve">
                                      <p:cBhvr>
                                        <p:cTn id="33" dur="500"/>
                                        <p:tgtEl>
                                          <p:spTgt spid="444436"/>
                                        </p:tgtEl>
                                      </p:cBhvr>
                                    </p:animEffect>
                                  </p:childTnLst>
                                </p:cTn>
                              </p:par>
                            </p:childTnLst>
                          </p:cTn>
                        </p:par>
                      </p:childTnLst>
                    </p:cTn>
                  </p:par>
                  <p:par>
                    <p:cTn id="34" fill="hold">
                      <p:stCondLst>
                        <p:cond delay="indefinite"/>
                      </p:stCondLst>
                      <p:childTnLst>
                        <p:par>
                          <p:cTn id="35" fill="hold">
                            <p:stCondLst>
                              <p:cond delay="0"/>
                            </p:stCondLst>
                            <p:childTnLst>
                              <p:par>
                                <p:cTn id="36" presetID="23" presetClass="entr" presetSubtype="288" fill="hold" nodeType="clickEffect">
                                  <p:stCondLst>
                                    <p:cond delay="0"/>
                                  </p:stCondLst>
                                  <p:childTnLst>
                                    <p:set>
                                      <p:cBhvr>
                                        <p:cTn id="37" dur="1" fill="hold">
                                          <p:stCondLst>
                                            <p:cond delay="0"/>
                                          </p:stCondLst>
                                        </p:cTn>
                                        <p:tgtEl>
                                          <p:spTgt spid="444493"/>
                                        </p:tgtEl>
                                        <p:attrNameLst>
                                          <p:attrName>style.visibility</p:attrName>
                                        </p:attrNameLst>
                                      </p:cBhvr>
                                      <p:to>
                                        <p:strVal val="visible"/>
                                      </p:to>
                                    </p:set>
                                    <p:anim calcmode="lin" valueType="num">
                                      <p:cBhvr>
                                        <p:cTn id="38" dur="500" fill="hold"/>
                                        <p:tgtEl>
                                          <p:spTgt spid="444493"/>
                                        </p:tgtEl>
                                        <p:attrNameLst>
                                          <p:attrName>ppt_w</p:attrName>
                                        </p:attrNameLst>
                                      </p:cBhvr>
                                      <p:tavLst>
                                        <p:tav tm="0">
                                          <p:val>
                                            <p:strVal val="4/3*#ppt_w"/>
                                          </p:val>
                                        </p:tav>
                                        <p:tav tm="100000">
                                          <p:val>
                                            <p:strVal val="#ppt_w"/>
                                          </p:val>
                                        </p:tav>
                                      </p:tavLst>
                                    </p:anim>
                                    <p:anim calcmode="lin" valueType="num">
                                      <p:cBhvr>
                                        <p:cTn id="39" dur="500" fill="hold"/>
                                        <p:tgtEl>
                                          <p:spTgt spid="444493"/>
                                        </p:tgtEl>
                                        <p:attrNameLst>
                                          <p:attrName>ppt_h</p:attrName>
                                        </p:attrNameLst>
                                      </p:cBhvr>
                                      <p:tavLst>
                                        <p:tav tm="0">
                                          <p:val>
                                            <p:strVal val="4/3*#ppt_h"/>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ID="4" presetClass="entr" presetSubtype="32" fill="hold" grpId="0" nodeType="clickEffect">
                                  <p:stCondLst>
                                    <p:cond delay="0"/>
                                  </p:stCondLst>
                                  <p:childTnLst>
                                    <p:set>
                                      <p:cBhvr>
                                        <p:cTn id="43" dur="1" fill="hold">
                                          <p:stCondLst>
                                            <p:cond delay="0"/>
                                          </p:stCondLst>
                                        </p:cTn>
                                        <p:tgtEl>
                                          <p:spTgt spid="444496"/>
                                        </p:tgtEl>
                                        <p:attrNameLst>
                                          <p:attrName>style.visibility</p:attrName>
                                        </p:attrNameLst>
                                      </p:cBhvr>
                                      <p:to>
                                        <p:strVal val="visible"/>
                                      </p:to>
                                    </p:set>
                                    <p:animEffect transition="in" filter="box(out)">
                                      <p:cBhvr>
                                        <p:cTn id="44" dur="500"/>
                                        <p:tgtEl>
                                          <p:spTgt spid="444496"/>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8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82"/>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8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8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23" presetClass="entr" presetSubtype="288" fill="hold" nodeType="clickEffect">
                                  <p:stCondLst>
                                    <p:cond delay="0"/>
                                  </p:stCondLst>
                                  <p:childTnLst>
                                    <p:set>
                                      <p:cBhvr>
                                        <p:cTn id="60" dur="1" fill="hold">
                                          <p:stCondLst>
                                            <p:cond delay="0"/>
                                          </p:stCondLst>
                                        </p:cTn>
                                        <p:tgtEl>
                                          <p:spTgt spid="85"/>
                                        </p:tgtEl>
                                        <p:attrNameLst>
                                          <p:attrName>style.visibility</p:attrName>
                                        </p:attrNameLst>
                                      </p:cBhvr>
                                      <p:to>
                                        <p:strVal val="visible"/>
                                      </p:to>
                                    </p:set>
                                    <p:anim calcmode="lin" valueType="num">
                                      <p:cBhvr>
                                        <p:cTn id="61" dur="500" fill="hold"/>
                                        <p:tgtEl>
                                          <p:spTgt spid="85"/>
                                        </p:tgtEl>
                                        <p:attrNameLst>
                                          <p:attrName>ppt_w</p:attrName>
                                        </p:attrNameLst>
                                      </p:cBhvr>
                                      <p:tavLst>
                                        <p:tav tm="0">
                                          <p:val>
                                            <p:strVal val="4/3*#ppt_w"/>
                                          </p:val>
                                        </p:tav>
                                        <p:tav tm="100000">
                                          <p:val>
                                            <p:strVal val="#ppt_w"/>
                                          </p:val>
                                        </p:tav>
                                      </p:tavLst>
                                    </p:anim>
                                    <p:anim calcmode="lin" valueType="num">
                                      <p:cBhvr>
                                        <p:cTn id="62" dur="500" fill="hold"/>
                                        <p:tgtEl>
                                          <p:spTgt spid="85"/>
                                        </p:tgtEl>
                                        <p:attrNameLst>
                                          <p:attrName>ppt_h</p:attrName>
                                        </p:attrNameLst>
                                      </p:cBhvr>
                                      <p:tavLst>
                                        <p:tav tm="0">
                                          <p:val>
                                            <p:strVal val="4/3*#ppt_h"/>
                                          </p:val>
                                        </p:tav>
                                        <p:tav tm="100000">
                                          <p:val>
                                            <p:strVal val="#ppt_h"/>
                                          </p:val>
                                        </p:tav>
                                      </p:tavLst>
                                    </p:anim>
                                  </p:childTnLst>
                                </p:cTn>
                              </p:par>
                            </p:childTnLst>
                          </p:cTn>
                        </p:par>
                      </p:childTnLst>
                    </p:cTn>
                  </p:par>
                  <p:par>
                    <p:cTn id="63" fill="hold">
                      <p:stCondLst>
                        <p:cond delay="indefinite"/>
                      </p:stCondLst>
                      <p:childTnLst>
                        <p:par>
                          <p:cTn id="64" fill="hold">
                            <p:stCondLst>
                              <p:cond delay="0"/>
                            </p:stCondLst>
                            <p:childTnLst>
                              <p:par>
                                <p:cTn id="65" presetID="4" presetClass="entr" presetSubtype="32" fill="hold" grpId="0" nodeType="clickEffect">
                                  <p:stCondLst>
                                    <p:cond delay="0"/>
                                  </p:stCondLst>
                                  <p:childTnLst>
                                    <p:set>
                                      <p:cBhvr>
                                        <p:cTn id="66" dur="1" fill="hold">
                                          <p:stCondLst>
                                            <p:cond delay="0"/>
                                          </p:stCondLst>
                                        </p:cTn>
                                        <p:tgtEl>
                                          <p:spTgt spid="93"/>
                                        </p:tgtEl>
                                        <p:attrNameLst>
                                          <p:attrName>style.visibility</p:attrName>
                                        </p:attrNameLst>
                                      </p:cBhvr>
                                      <p:to>
                                        <p:strVal val="visible"/>
                                      </p:to>
                                    </p:set>
                                    <p:animEffect transition="in" filter="box(out)">
                                      <p:cBhvr>
                                        <p:cTn id="67" dur="500"/>
                                        <p:tgtEl>
                                          <p:spTgt spid="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4418" grpId="0" autoUpdateAnimBg="0"/>
      <p:bldP spid="444496" grpId="0" autoUpdateAnimBg="0"/>
      <p:bldP spid="9224" grpId="0"/>
      <p:bldP spid="82" grpId="0"/>
      <p:bldP spid="83" grpId="0"/>
      <p:bldP spid="84" grpId="0"/>
      <p:bldP spid="93" grpId="0" autoUpdateAnimBg="0"/>
      <p:bldP spid="94"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466" name="Text Box 2"/>
          <p:cNvSpPr txBox="1">
            <a:spLocks noChangeArrowheads="1"/>
          </p:cNvSpPr>
          <p:nvPr/>
        </p:nvSpPr>
        <p:spPr bwMode="auto">
          <a:xfrm>
            <a:off x="206375" y="427037"/>
            <a:ext cx="32226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0"/>
              </a:spcBef>
            </a:pPr>
            <a:r>
              <a:rPr lang="en-US" altLang="zh-CN" sz="2800" b="1">
                <a:solidFill>
                  <a:schemeClr val="hlink"/>
                </a:solidFill>
              </a:rPr>
              <a:t>3</a:t>
            </a:r>
            <a:r>
              <a:rPr lang="zh-CN" altLang="en-US" sz="2800" b="1">
                <a:solidFill>
                  <a:schemeClr val="hlink"/>
                </a:solidFill>
              </a:rPr>
              <a:t>、极化电荷</a:t>
            </a:r>
            <a:endParaRPr lang="zh-CN" altLang="en-US" sz="2800">
              <a:solidFill>
                <a:schemeClr val="hlink"/>
              </a:solidFill>
              <a:ea typeface="宋体" pitchFamily="2" charset="-122"/>
            </a:endParaRPr>
          </a:p>
        </p:txBody>
      </p:sp>
      <p:grpSp>
        <p:nvGrpSpPr>
          <p:cNvPr id="446468" name="Group 4"/>
          <p:cNvGrpSpPr>
            <a:grpSpLocks/>
          </p:cNvGrpSpPr>
          <p:nvPr/>
        </p:nvGrpSpPr>
        <p:grpSpPr bwMode="auto">
          <a:xfrm>
            <a:off x="700088" y="1552575"/>
            <a:ext cx="2419350" cy="1770063"/>
            <a:chOff x="768" y="1314"/>
            <a:chExt cx="1524" cy="1115"/>
          </a:xfrm>
        </p:grpSpPr>
        <p:sp>
          <p:nvSpPr>
            <p:cNvPr id="9254" name="Line 5"/>
            <p:cNvSpPr>
              <a:spLocks noChangeShapeType="1"/>
            </p:cNvSpPr>
            <p:nvPr/>
          </p:nvSpPr>
          <p:spPr bwMode="auto">
            <a:xfrm flipV="1">
              <a:off x="768" y="2208"/>
              <a:ext cx="1152" cy="18"/>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5" name="Line 6"/>
            <p:cNvSpPr>
              <a:spLocks noChangeShapeType="1"/>
            </p:cNvSpPr>
            <p:nvPr/>
          </p:nvSpPr>
          <p:spPr bwMode="auto">
            <a:xfrm>
              <a:off x="804" y="1413"/>
              <a:ext cx="288" cy="0"/>
            </a:xfrm>
            <a:prstGeom prst="line">
              <a:avLst/>
            </a:prstGeom>
            <a:noFill/>
            <a:ln w="952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6" name="Line 7"/>
            <p:cNvSpPr>
              <a:spLocks noChangeShapeType="1"/>
            </p:cNvSpPr>
            <p:nvPr/>
          </p:nvSpPr>
          <p:spPr bwMode="auto">
            <a:xfrm>
              <a:off x="804" y="1539"/>
              <a:ext cx="288" cy="0"/>
            </a:xfrm>
            <a:prstGeom prst="line">
              <a:avLst/>
            </a:prstGeom>
            <a:noFill/>
            <a:ln w="952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7" name="Line 8"/>
            <p:cNvSpPr>
              <a:spLocks noChangeShapeType="1"/>
            </p:cNvSpPr>
            <p:nvPr/>
          </p:nvSpPr>
          <p:spPr bwMode="auto">
            <a:xfrm>
              <a:off x="804" y="1667"/>
              <a:ext cx="288" cy="0"/>
            </a:xfrm>
            <a:prstGeom prst="line">
              <a:avLst/>
            </a:prstGeom>
            <a:noFill/>
            <a:ln w="952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8" name="Line 9"/>
            <p:cNvSpPr>
              <a:spLocks noChangeShapeType="1"/>
            </p:cNvSpPr>
            <p:nvPr/>
          </p:nvSpPr>
          <p:spPr bwMode="auto">
            <a:xfrm>
              <a:off x="804" y="1794"/>
              <a:ext cx="288" cy="0"/>
            </a:xfrm>
            <a:prstGeom prst="line">
              <a:avLst/>
            </a:prstGeom>
            <a:noFill/>
            <a:ln w="952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9" name="Line 10"/>
            <p:cNvSpPr>
              <a:spLocks noChangeShapeType="1"/>
            </p:cNvSpPr>
            <p:nvPr/>
          </p:nvSpPr>
          <p:spPr bwMode="auto">
            <a:xfrm>
              <a:off x="807" y="1908"/>
              <a:ext cx="288" cy="0"/>
            </a:xfrm>
            <a:prstGeom prst="line">
              <a:avLst/>
            </a:prstGeom>
            <a:noFill/>
            <a:ln w="952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0" name="Line 11"/>
            <p:cNvSpPr>
              <a:spLocks noChangeShapeType="1"/>
            </p:cNvSpPr>
            <p:nvPr/>
          </p:nvSpPr>
          <p:spPr bwMode="auto">
            <a:xfrm>
              <a:off x="807" y="2034"/>
              <a:ext cx="288" cy="0"/>
            </a:xfrm>
            <a:prstGeom prst="line">
              <a:avLst/>
            </a:prstGeom>
            <a:noFill/>
            <a:ln w="952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1" name="Line 12"/>
            <p:cNvSpPr>
              <a:spLocks noChangeShapeType="1"/>
            </p:cNvSpPr>
            <p:nvPr/>
          </p:nvSpPr>
          <p:spPr bwMode="auto">
            <a:xfrm>
              <a:off x="1188" y="1410"/>
              <a:ext cx="288" cy="0"/>
            </a:xfrm>
            <a:prstGeom prst="line">
              <a:avLst/>
            </a:prstGeom>
            <a:noFill/>
            <a:ln w="952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2" name="Line 13"/>
            <p:cNvSpPr>
              <a:spLocks noChangeShapeType="1"/>
            </p:cNvSpPr>
            <p:nvPr/>
          </p:nvSpPr>
          <p:spPr bwMode="auto">
            <a:xfrm>
              <a:off x="1188" y="1536"/>
              <a:ext cx="288" cy="0"/>
            </a:xfrm>
            <a:prstGeom prst="line">
              <a:avLst/>
            </a:prstGeom>
            <a:noFill/>
            <a:ln w="952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3" name="Line 14"/>
            <p:cNvSpPr>
              <a:spLocks noChangeShapeType="1"/>
            </p:cNvSpPr>
            <p:nvPr/>
          </p:nvSpPr>
          <p:spPr bwMode="auto">
            <a:xfrm>
              <a:off x="1188" y="1664"/>
              <a:ext cx="288" cy="0"/>
            </a:xfrm>
            <a:prstGeom prst="line">
              <a:avLst/>
            </a:prstGeom>
            <a:noFill/>
            <a:ln w="952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4" name="Line 15"/>
            <p:cNvSpPr>
              <a:spLocks noChangeShapeType="1"/>
            </p:cNvSpPr>
            <p:nvPr/>
          </p:nvSpPr>
          <p:spPr bwMode="auto">
            <a:xfrm>
              <a:off x="1188" y="1791"/>
              <a:ext cx="288" cy="0"/>
            </a:xfrm>
            <a:prstGeom prst="line">
              <a:avLst/>
            </a:prstGeom>
            <a:noFill/>
            <a:ln w="952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5" name="Line 16"/>
            <p:cNvSpPr>
              <a:spLocks noChangeShapeType="1"/>
            </p:cNvSpPr>
            <p:nvPr/>
          </p:nvSpPr>
          <p:spPr bwMode="auto">
            <a:xfrm>
              <a:off x="1191" y="1905"/>
              <a:ext cx="288" cy="0"/>
            </a:xfrm>
            <a:prstGeom prst="line">
              <a:avLst/>
            </a:prstGeom>
            <a:noFill/>
            <a:ln w="952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6" name="Line 17"/>
            <p:cNvSpPr>
              <a:spLocks noChangeShapeType="1"/>
            </p:cNvSpPr>
            <p:nvPr/>
          </p:nvSpPr>
          <p:spPr bwMode="auto">
            <a:xfrm>
              <a:off x="1191" y="2031"/>
              <a:ext cx="288" cy="0"/>
            </a:xfrm>
            <a:prstGeom prst="line">
              <a:avLst/>
            </a:prstGeom>
            <a:noFill/>
            <a:ln w="952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7" name="Line 18"/>
            <p:cNvSpPr>
              <a:spLocks noChangeShapeType="1"/>
            </p:cNvSpPr>
            <p:nvPr/>
          </p:nvSpPr>
          <p:spPr bwMode="auto">
            <a:xfrm>
              <a:off x="1572" y="1410"/>
              <a:ext cx="288" cy="0"/>
            </a:xfrm>
            <a:prstGeom prst="line">
              <a:avLst/>
            </a:prstGeom>
            <a:noFill/>
            <a:ln w="952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8" name="Line 19"/>
            <p:cNvSpPr>
              <a:spLocks noChangeShapeType="1"/>
            </p:cNvSpPr>
            <p:nvPr/>
          </p:nvSpPr>
          <p:spPr bwMode="auto">
            <a:xfrm>
              <a:off x="1572" y="1536"/>
              <a:ext cx="288" cy="0"/>
            </a:xfrm>
            <a:prstGeom prst="line">
              <a:avLst/>
            </a:prstGeom>
            <a:noFill/>
            <a:ln w="952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9" name="Line 20"/>
            <p:cNvSpPr>
              <a:spLocks noChangeShapeType="1"/>
            </p:cNvSpPr>
            <p:nvPr/>
          </p:nvSpPr>
          <p:spPr bwMode="auto">
            <a:xfrm>
              <a:off x="1572" y="1664"/>
              <a:ext cx="288" cy="0"/>
            </a:xfrm>
            <a:prstGeom prst="line">
              <a:avLst/>
            </a:prstGeom>
            <a:noFill/>
            <a:ln w="952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0" name="Line 21"/>
            <p:cNvSpPr>
              <a:spLocks noChangeShapeType="1"/>
            </p:cNvSpPr>
            <p:nvPr/>
          </p:nvSpPr>
          <p:spPr bwMode="auto">
            <a:xfrm>
              <a:off x="1572" y="1791"/>
              <a:ext cx="288" cy="0"/>
            </a:xfrm>
            <a:prstGeom prst="line">
              <a:avLst/>
            </a:prstGeom>
            <a:noFill/>
            <a:ln w="952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1" name="Line 22"/>
            <p:cNvSpPr>
              <a:spLocks noChangeShapeType="1"/>
            </p:cNvSpPr>
            <p:nvPr/>
          </p:nvSpPr>
          <p:spPr bwMode="auto">
            <a:xfrm>
              <a:off x="1575" y="1905"/>
              <a:ext cx="288" cy="0"/>
            </a:xfrm>
            <a:prstGeom prst="line">
              <a:avLst/>
            </a:prstGeom>
            <a:noFill/>
            <a:ln w="952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2" name="Line 23"/>
            <p:cNvSpPr>
              <a:spLocks noChangeShapeType="1"/>
            </p:cNvSpPr>
            <p:nvPr/>
          </p:nvSpPr>
          <p:spPr bwMode="auto">
            <a:xfrm>
              <a:off x="1575" y="2031"/>
              <a:ext cx="288" cy="0"/>
            </a:xfrm>
            <a:prstGeom prst="line">
              <a:avLst/>
            </a:prstGeom>
            <a:noFill/>
            <a:ln w="952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3" name="Line 24"/>
            <p:cNvSpPr>
              <a:spLocks noChangeShapeType="1"/>
            </p:cNvSpPr>
            <p:nvPr/>
          </p:nvSpPr>
          <p:spPr bwMode="auto">
            <a:xfrm>
              <a:off x="1956" y="1410"/>
              <a:ext cx="288" cy="0"/>
            </a:xfrm>
            <a:prstGeom prst="line">
              <a:avLst/>
            </a:prstGeom>
            <a:noFill/>
            <a:ln w="952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4" name="Line 25"/>
            <p:cNvSpPr>
              <a:spLocks noChangeShapeType="1"/>
            </p:cNvSpPr>
            <p:nvPr/>
          </p:nvSpPr>
          <p:spPr bwMode="auto">
            <a:xfrm>
              <a:off x="1956" y="1536"/>
              <a:ext cx="288" cy="0"/>
            </a:xfrm>
            <a:prstGeom prst="line">
              <a:avLst/>
            </a:prstGeom>
            <a:noFill/>
            <a:ln w="952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5" name="Line 26"/>
            <p:cNvSpPr>
              <a:spLocks noChangeShapeType="1"/>
            </p:cNvSpPr>
            <p:nvPr/>
          </p:nvSpPr>
          <p:spPr bwMode="auto">
            <a:xfrm>
              <a:off x="1956" y="1664"/>
              <a:ext cx="288" cy="0"/>
            </a:xfrm>
            <a:prstGeom prst="line">
              <a:avLst/>
            </a:prstGeom>
            <a:noFill/>
            <a:ln w="952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6" name="Line 27"/>
            <p:cNvSpPr>
              <a:spLocks noChangeShapeType="1"/>
            </p:cNvSpPr>
            <p:nvPr/>
          </p:nvSpPr>
          <p:spPr bwMode="auto">
            <a:xfrm>
              <a:off x="1956" y="1791"/>
              <a:ext cx="288" cy="0"/>
            </a:xfrm>
            <a:prstGeom prst="line">
              <a:avLst/>
            </a:prstGeom>
            <a:noFill/>
            <a:ln w="952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7" name="Line 28"/>
            <p:cNvSpPr>
              <a:spLocks noChangeShapeType="1"/>
            </p:cNvSpPr>
            <p:nvPr/>
          </p:nvSpPr>
          <p:spPr bwMode="auto">
            <a:xfrm>
              <a:off x="1959" y="1905"/>
              <a:ext cx="288" cy="0"/>
            </a:xfrm>
            <a:prstGeom prst="line">
              <a:avLst/>
            </a:prstGeom>
            <a:noFill/>
            <a:ln w="952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8" name="Line 29"/>
            <p:cNvSpPr>
              <a:spLocks noChangeShapeType="1"/>
            </p:cNvSpPr>
            <p:nvPr/>
          </p:nvSpPr>
          <p:spPr bwMode="auto">
            <a:xfrm>
              <a:off x="1959" y="2031"/>
              <a:ext cx="288" cy="0"/>
            </a:xfrm>
            <a:prstGeom prst="line">
              <a:avLst/>
            </a:prstGeom>
            <a:noFill/>
            <a:ln w="952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9" name="Rectangle 30"/>
            <p:cNvSpPr>
              <a:spLocks noChangeArrowheads="1"/>
            </p:cNvSpPr>
            <p:nvPr/>
          </p:nvSpPr>
          <p:spPr bwMode="auto">
            <a:xfrm>
              <a:off x="768" y="1314"/>
              <a:ext cx="1524" cy="816"/>
            </a:xfrm>
            <a:prstGeom prst="rect">
              <a:avLst/>
            </a:prstGeom>
            <a:noFill/>
            <a:ln w="38100">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0" name="Text Box 50"/>
            <p:cNvSpPr txBox="1">
              <a:spLocks noChangeArrowheads="1"/>
            </p:cNvSpPr>
            <p:nvPr/>
          </p:nvSpPr>
          <p:spPr bwMode="auto">
            <a:xfrm>
              <a:off x="1920" y="2064"/>
              <a:ext cx="287" cy="36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r>
                <a:rPr lang="en-US" altLang="zh-CN" sz="3200" b="1" i="1"/>
                <a:t>E</a:t>
              </a:r>
              <a:endParaRPr lang="en-US" altLang="zh-CN" sz="3600" b="1"/>
            </a:p>
          </p:txBody>
        </p:sp>
      </p:grpSp>
      <p:grpSp>
        <p:nvGrpSpPr>
          <p:cNvPr id="446515" name="Group 51"/>
          <p:cNvGrpSpPr>
            <a:grpSpLocks/>
          </p:cNvGrpSpPr>
          <p:nvPr/>
        </p:nvGrpSpPr>
        <p:grpSpPr bwMode="auto">
          <a:xfrm>
            <a:off x="3989388" y="1628775"/>
            <a:ext cx="2419350" cy="1722438"/>
            <a:chOff x="3201" y="1344"/>
            <a:chExt cx="1524" cy="1085"/>
          </a:xfrm>
        </p:grpSpPr>
        <p:sp>
          <p:nvSpPr>
            <p:cNvPr id="9231" name="Line 52"/>
            <p:cNvSpPr>
              <a:spLocks noChangeShapeType="1"/>
            </p:cNvSpPr>
            <p:nvPr/>
          </p:nvSpPr>
          <p:spPr bwMode="auto">
            <a:xfrm rot="-1615322">
              <a:off x="3345" y="1572"/>
              <a:ext cx="288" cy="1"/>
            </a:xfrm>
            <a:prstGeom prst="line">
              <a:avLst/>
            </a:prstGeom>
            <a:noFill/>
            <a:ln w="952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2" name="Line 53"/>
            <p:cNvSpPr>
              <a:spLocks noChangeShapeType="1"/>
            </p:cNvSpPr>
            <p:nvPr/>
          </p:nvSpPr>
          <p:spPr bwMode="auto">
            <a:xfrm rot="2496017">
              <a:off x="3345" y="1859"/>
              <a:ext cx="288" cy="1"/>
            </a:xfrm>
            <a:prstGeom prst="line">
              <a:avLst/>
            </a:prstGeom>
            <a:noFill/>
            <a:ln w="952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3" name="Line 54"/>
            <p:cNvSpPr>
              <a:spLocks noChangeShapeType="1"/>
            </p:cNvSpPr>
            <p:nvPr/>
          </p:nvSpPr>
          <p:spPr bwMode="auto">
            <a:xfrm rot="-457762">
              <a:off x="3681" y="1812"/>
              <a:ext cx="288" cy="1"/>
            </a:xfrm>
            <a:prstGeom prst="line">
              <a:avLst/>
            </a:prstGeom>
            <a:noFill/>
            <a:ln w="952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4" name="Line 55"/>
            <p:cNvSpPr>
              <a:spLocks noChangeShapeType="1"/>
            </p:cNvSpPr>
            <p:nvPr/>
          </p:nvSpPr>
          <p:spPr bwMode="auto">
            <a:xfrm rot="2154584">
              <a:off x="3873" y="2052"/>
              <a:ext cx="288" cy="1"/>
            </a:xfrm>
            <a:prstGeom prst="line">
              <a:avLst/>
            </a:prstGeom>
            <a:noFill/>
            <a:ln w="952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5" name="Line 56"/>
            <p:cNvSpPr>
              <a:spLocks noChangeShapeType="1"/>
            </p:cNvSpPr>
            <p:nvPr/>
          </p:nvSpPr>
          <p:spPr bwMode="auto">
            <a:xfrm>
              <a:off x="4065" y="1668"/>
              <a:ext cx="288" cy="0"/>
            </a:xfrm>
            <a:prstGeom prst="line">
              <a:avLst/>
            </a:prstGeom>
            <a:noFill/>
            <a:ln w="952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6" name="Line 57"/>
            <p:cNvSpPr>
              <a:spLocks noChangeShapeType="1"/>
            </p:cNvSpPr>
            <p:nvPr/>
          </p:nvSpPr>
          <p:spPr bwMode="auto">
            <a:xfrm rot="-1174387">
              <a:off x="4401" y="1956"/>
              <a:ext cx="288" cy="1"/>
            </a:xfrm>
            <a:prstGeom prst="line">
              <a:avLst/>
            </a:prstGeom>
            <a:noFill/>
            <a:ln w="952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7" name="Rectangle 58"/>
            <p:cNvSpPr>
              <a:spLocks noChangeArrowheads="1"/>
            </p:cNvSpPr>
            <p:nvPr/>
          </p:nvSpPr>
          <p:spPr bwMode="auto">
            <a:xfrm>
              <a:off x="3201" y="1344"/>
              <a:ext cx="1524" cy="816"/>
            </a:xfrm>
            <a:prstGeom prst="rect">
              <a:avLst/>
            </a:prstGeom>
            <a:noFill/>
            <a:ln w="38100">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8" name="Line 59"/>
            <p:cNvSpPr>
              <a:spLocks noChangeShapeType="1"/>
            </p:cNvSpPr>
            <p:nvPr/>
          </p:nvSpPr>
          <p:spPr bwMode="auto">
            <a:xfrm rot="-1615322">
              <a:off x="3969" y="1860"/>
              <a:ext cx="288" cy="1"/>
            </a:xfrm>
            <a:prstGeom prst="line">
              <a:avLst/>
            </a:prstGeom>
            <a:noFill/>
            <a:ln w="952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9" name="Line 60"/>
            <p:cNvSpPr>
              <a:spLocks noChangeShapeType="1"/>
            </p:cNvSpPr>
            <p:nvPr/>
          </p:nvSpPr>
          <p:spPr bwMode="auto">
            <a:xfrm rot="-1615322">
              <a:off x="3537" y="1956"/>
              <a:ext cx="288" cy="1"/>
            </a:xfrm>
            <a:prstGeom prst="line">
              <a:avLst/>
            </a:prstGeom>
            <a:noFill/>
            <a:ln w="952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0" name="Line 61"/>
            <p:cNvSpPr>
              <a:spLocks noChangeShapeType="1"/>
            </p:cNvSpPr>
            <p:nvPr/>
          </p:nvSpPr>
          <p:spPr bwMode="auto">
            <a:xfrm rot="1519642">
              <a:off x="4113" y="2004"/>
              <a:ext cx="288" cy="1"/>
            </a:xfrm>
            <a:prstGeom prst="line">
              <a:avLst/>
            </a:prstGeom>
            <a:noFill/>
            <a:ln w="952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1" name="Line 62"/>
            <p:cNvSpPr>
              <a:spLocks noChangeShapeType="1"/>
            </p:cNvSpPr>
            <p:nvPr/>
          </p:nvSpPr>
          <p:spPr bwMode="auto">
            <a:xfrm rot="-984968">
              <a:off x="3873" y="1428"/>
              <a:ext cx="288" cy="1"/>
            </a:xfrm>
            <a:prstGeom prst="line">
              <a:avLst/>
            </a:prstGeom>
            <a:noFill/>
            <a:ln w="952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2" name="Line 63"/>
            <p:cNvSpPr>
              <a:spLocks noChangeShapeType="1"/>
            </p:cNvSpPr>
            <p:nvPr/>
          </p:nvSpPr>
          <p:spPr bwMode="auto">
            <a:xfrm rot="-984968">
              <a:off x="3249" y="1956"/>
              <a:ext cx="288" cy="1"/>
            </a:xfrm>
            <a:prstGeom prst="line">
              <a:avLst/>
            </a:prstGeom>
            <a:noFill/>
            <a:ln w="952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3" name="Line 64"/>
            <p:cNvSpPr>
              <a:spLocks noChangeShapeType="1"/>
            </p:cNvSpPr>
            <p:nvPr/>
          </p:nvSpPr>
          <p:spPr bwMode="auto">
            <a:xfrm rot="-984968">
              <a:off x="4353" y="1428"/>
              <a:ext cx="288" cy="1"/>
            </a:xfrm>
            <a:prstGeom prst="line">
              <a:avLst/>
            </a:prstGeom>
            <a:noFill/>
            <a:ln w="952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4" name="Line 65"/>
            <p:cNvSpPr>
              <a:spLocks noChangeShapeType="1"/>
            </p:cNvSpPr>
            <p:nvPr/>
          </p:nvSpPr>
          <p:spPr bwMode="auto">
            <a:xfrm rot="466857">
              <a:off x="3537" y="2052"/>
              <a:ext cx="288" cy="1"/>
            </a:xfrm>
            <a:prstGeom prst="line">
              <a:avLst/>
            </a:prstGeom>
            <a:noFill/>
            <a:ln w="952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5" name="Line 66"/>
            <p:cNvSpPr>
              <a:spLocks noChangeShapeType="1"/>
            </p:cNvSpPr>
            <p:nvPr/>
          </p:nvSpPr>
          <p:spPr bwMode="auto">
            <a:xfrm>
              <a:off x="3297" y="1716"/>
              <a:ext cx="288" cy="0"/>
            </a:xfrm>
            <a:prstGeom prst="line">
              <a:avLst/>
            </a:prstGeom>
            <a:noFill/>
            <a:ln w="952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6" name="Line 67"/>
            <p:cNvSpPr>
              <a:spLocks noChangeShapeType="1"/>
            </p:cNvSpPr>
            <p:nvPr/>
          </p:nvSpPr>
          <p:spPr bwMode="auto">
            <a:xfrm>
              <a:off x="4401" y="1716"/>
              <a:ext cx="288" cy="0"/>
            </a:xfrm>
            <a:prstGeom prst="line">
              <a:avLst/>
            </a:prstGeom>
            <a:noFill/>
            <a:ln w="952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7" name="Line 68"/>
            <p:cNvSpPr>
              <a:spLocks noChangeShapeType="1"/>
            </p:cNvSpPr>
            <p:nvPr/>
          </p:nvSpPr>
          <p:spPr bwMode="auto">
            <a:xfrm rot="-1615322">
              <a:off x="4305" y="1860"/>
              <a:ext cx="288" cy="1"/>
            </a:xfrm>
            <a:prstGeom prst="line">
              <a:avLst/>
            </a:prstGeom>
            <a:noFill/>
            <a:ln w="952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8" name="Line 69"/>
            <p:cNvSpPr>
              <a:spLocks noChangeShapeType="1"/>
            </p:cNvSpPr>
            <p:nvPr/>
          </p:nvSpPr>
          <p:spPr bwMode="auto">
            <a:xfrm rot="1519642">
              <a:off x="3633" y="1668"/>
              <a:ext cx="288" cy="1"/>
            </a:xfrm>
            <a:prstGeom prst="line">
              <a:avLst/>
            </a:prstGeom>
            <a:noFill/>
            <a:ln w="952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9" name="Line 70"/>
            <p:cNvSpPr>
              <a:spLocks noChangeShapeType="1"/>
            </p:cNvSpPr>
            <p:nvPr/>
          </p:nvSpPr>
          <p:spPr bwMode="auto">
            <a:xfrm rot="-984968">
              <a:off x="3297" y="1428"/>
              <a:ext cx="288" cy="1"/>
            </a:xfrm>
            <a:prstGeom prst="line">
              <a:avLst/>
            </a:prstGeom>
            <a:noFill/>
            <a:ln w="952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0" name="Line 71"/>
            <p:cNvSpPr>
              <a:spLocks noChangeShapeType="1"/>
            </p:cNvSpPr>
            <p:nvPr/>
          </p:nvSpPr>
          <p:spPr bwMode="auto">
            <a:xfrm rot="1519642">
              <a:off x="3873" y="1571"/>
              <a:ext cx="288" cy="1"/>
            </a:xfrm>
            <a:prstGeom prst="line">
              <a:avLst/>
            </a:prstGeom>
            <a:noFill/>
            <a:ln w="952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1" name="Line 72"/>
            <p:cNvSpPr>
              <a:spLocks noChangeShapeType="1"/>
            </p:cNvSpPr>
            <p:nvPr/>
          </p:nvSpPr>
          <p:spPr bwMode="auto">
            <a:xfrm rot="655469">
              <a:off x="4305" y="1572"/>
              <a:ext cx="288" cy="1"/>
            </a:xfrm>
            <a:prstGeom prst="line">
              <a:avLst/>
            </a:prstGeom>
            <a:noFill/>
            <a:ln w="952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2" name="Line 89"/>
            <p:cNvSpPr>
              <a:spLocks noChangeShapeType="1"/>
            </p:cNvSpPr>
            <p:nvPr/>
          </p:nvSpPr>
          <p:spPr bwMode="auto">
            <a:xfrm flipV="1">
              <a:off x="3216" y="2208"/>
              <a:ext cx="1152" cy="18"/>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3" name="Text Box 90"/>
            <p:cNvSpPr txBox="1">
              <a:spLocks noChangeArrowheads="1"/>
            </p:cNvSpPr>
            <p:nvPr/>
          </p:nvSpPr>
          <p:spPr bwMode="auto">
            <a:xfrm>
              <a:off x="4368" y="2064"/>
              <a:ext cx="287" cy="36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r>
                <a:rPr lang="en-US" altLang="zh-CN" sz="3200" b="1" i="1"/>
                <a:t>E</a:t>
              </a:r>
              <a:endParaRPr lang="en-US" altLang="zh-CN" sz="3600" b="1"/>
            </a:p>
          </p:txBody>
        </p:sp>
      </p:grpSp>
      <p:sp>
        <p:nvSpPr>
          <p:cNvPr id="446555" name="Text Box 91"/>
          <p:cNvSpPr txBox="1">
            <a:spLocks noChangeArrowheads="1"/>
          </p:cNvSpPr>
          <p:nvPr/>
        </p:nvSpPr>
        <p:spPr bwMode="auto">
          <a:xfrm>
            <a:off x="490538" y="3687763"/>
            <a:ext cx="2743200" cy="5207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r>
              <a:rPr lang="en-US" altLang="zh-CN" sz="2800" b="1">
                <a:solidFill>
                  <a:schemeClr val="hlink"/>
                </a:solidFill>
              </a:rPr>
              <a:t>4</a:t>
            </a:r>
            <a:r>
              <a:rPr lang="zh-CN" altLang="en-US" sz="2800" b="1">
                <a:solidFill>
                  <a:schemeClr val="hlink"/>
                </a:solidFill>
              </a:rPr>
              <a:t>、电晕现象</a:t>
            </a:r>
            <a:endParaRPr lang="zh-CN" altLang="en-US" sz="3600" b="1">
              <a:solidFill>
                <a:schemeClr val="hlink"/>
              </a:solidFill>
            </a:endParaRPr>
          </a:p>
        </p:txBody>
      </p:sp>
      <p:sp>
        <p:nvSpPr>
          <p:cNvPr id="446556" name="Text Box 92"/>
          <p:cNvSpPr txBox="1">
            <a:spLocks noChangeArrowheads="1"/>
          </p:cNvSpPr>
          <p:nvPr/>
        </p:nvSpPr>
        <p:spPr bwMode="auto">
          <a:xfrm>
            <a:off x="762000" y="4267200"/>
            <a:ext cx="5334000"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0"/>
              </a:spcBef>
            </a:pPr>
            <a:r>
              <a:rPr lang="zh-CN" altLang="en-US" sz="2400" b="1">
                <a:solidFill>
                  <a:schemeClr val="tx1"/>
                </a:solidFill>
                <a:latin typeface="宋体" pitchFamily="2" charset="-122"/>
                <a:ea typeface="宋体" pitchFamily="2" charset="-122"/>
              </a:rPr>
              <a:t>在潮湿或阴雨天的日子里，高压输电线附近，常可以见到有浅蓝色辉光的放电现象，称为</a:t>
            </a:r>
            <a:r>
              <a:rPr lang="zh-CN" altLang="en-US" sz="2400" b="1"/>
              <a:t>电晕现象</a:t>
            </a:r>
            <a:r>
              <a:rPr lang="zh-CN" altLang="en-US" sz="2400" b="1">
                <a:solidFill>
                  <a:schemeClr val="tx1"/>
                </a:solidFill>
                <a:latin typeface="宋体" pitchFamily="2" charset="-122"/>
                <a:ea typeface="宋体" pitchFamily="2" charset="-122"/>
              </a:rPr>
              <a:t>。</a:t>
            </a:r>
          </a:p>
          <a:p>
            <a:pPr eaLnBrk="1" hangingPunct="1">
              <a:spcBef>
                <a:spcPct val="0"/>
              </a:spcBef>
            </a:pPr>
            <a:r>
              <a:rPr lang="zh-CN" altLang="en-US" sz="2400" b="1"/>
              <a:t>电晕现象</a:t>
            </a:r>
            <a:r>
              <a:rPr lang="zh-CN" altLang="en-US" sz="2400" b="1">
                <a:solidFill>
                  <a:schemeClr val="tx1"/>
                </a:solidFill>
                <a:latin typeface="宋体" pitchFamily="2" charset="-122"/>
                <a:ea typeface="宋体" pitchFamily="2" charset="-122"/>
              </a:rPr>
              <a:t>可以用水分子的极化和尖端放电来解释。</a:t>
            </a:r>
            <a:endParaRPr lang="zh-CN" altLang="en-US" sz="2400" b="1"/>
          </a:p>
        </p:txBody>
      </p:sp>
      <p:pic>
        <p:nvPicPr>
          <p:cNvPr id="446557" name="Picture 93" descr="c33_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1800" y="1219200"/>
            <a:ext cx="2301875"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 name="Text Box 2"/>
          <p:cNvSpPr txBox="1">
            <a:spLocks noChangeArrowheads="1"/>
          </p:cNvSpPr>
          <p:nvPr/>
        </p:nvSpPr>
        <p:spPr bwMode="auto">
          <a:xfrm>
            <a:off x="538163" y="3121025"/>
            <a:ext cx="5738812"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2800" b="1" dirty="0">
                <a:solidFill>
                  <a:schemeClr val="hlink"/>
                </a:solidFill>
                <a:effectLst>
                  <a:outerShdw blurRad="38100" dist="38100" dir="2700000" algn="tl">
                    <a:srgbClr val="C0C0C0"/>
                  </a:outerShdw>
                </a:effectLst>
                <a:latin typeface="幼圆" pitchFamily="49" charset="-122"/>
                <a:ea typeface="幼圆" pitchFamily="49" charset="-122"/>
              </a:rPr>
              <a:t>无极分子              </a:t>
            </a:r>
            <a:r>
              <a:rPr lang="zh-CN" altLang="en-US" sz="2400" b="1" dirty="0">
                <a:solidFill>
                  <a:schemeClr val="hlink"/>
                </a:solidFill>
                <a:effectLst>
                  <a:outerShdw blurRad="38100" dist="38100" dir="2700000" algn="tl">
                    <a:srgbClr val="C0C0C0"/>
                  </a:outerShdw>
                </a:effectLst>
                <a:latin typeface="幼圆" pitchFamily="49" charset="-122"/>
                <a:ea typeface="幼圆" pitchFamily="49" charset="-122"/>
              </a:rPr>
              <a:t>有极分子</a:t>
            </a:r>
            <a:endParaRPr lang="zh-CN" altLang="en-US" sz="2400" dirty="0">
              <a:solidFill>
                <a:schemeClr val="hlink"/>
              </a:solidFill>
              <a:ea typeface="宋体" charset="-122"/>
            </a:endParaRPr>
          </a:p>
        </p:txBody>
      </p:sp>
      <p:sp>
        <p:nvSpPr>
          <p:cNvPr id="2" name="TextBox 1"/>
          <p:cNvSpPr txBox="1">
            <a:spLocks noChangeArrowheads="1"/>
          </p:cNvSpPr>
          <p:nvPr/>
        </p:nvSpPr>
        <p:spPr bwMode="auto">
          <a:xfrm>
            <a:off x="3132138" y="1600200"/>
            <a:ext cx="403225" cy="127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lnSpc>
                <a:spcPts val="1700"/>
              </a:lnSpc>
            </a:pPr>
            <a:r>
              <a:rPr lang="en-US" altLang="zh-CN" sz="3000" b="1"/>
              <a:t>+</a:t>
            </a:r>
          </a:p>
          <a:p>
            <a:pPr eaLnBrk="1" hangingPunct="1">
              <a:lnSpc>
                <a:spcPts val="1700"/>
              </a:lnSpc>
            </a:pPr>
            <a:r>
              <a:rPr lang="en-US" altLang="zh-CN" sz="3000" b="1"/>
              <a:t>+</a:t>
            </a:r>
          </a:p>
          <a:p>
            <a:pPr eaLnBrk="1" hangingPunct="1">
              <a:lnSpc>
                <a:spcPts val="1700"/>
              </a:lnSpc>
            </a:pPr>
            <a:r>
              <a:rPr lang="en-US" altLang="zh-CN" sz="3000" b="1"/>
              <a:t>+</a:t>
            </a:r>
          </a:p>
          <a:p>
            <a:pPr eaLnBrk="1" hangingPunct="1">
              <a:lnSpc>
                <a:spcPts val="1700"/>
              </a:lnSpc>
            </a:pPr>
            <a:r>
              <a:rPr lang="en-US" altLang="zh-CN" sz="3000" b="1"/>
              <a:t>+</a:t>
            </a:r>
            <a:endParaRPr lang="zh-CN" altLang="en-US" sz="3000" b="1"/>
          </a:p>
        </p:txBody>
      </p:sp>
      <p:sp>
        <p:nvSpPr>
          <p:cNvPr id="96" name="TextBox 95"/>
          <p:cNvSpPr txBox="1">
            <a:spLocks noChangeArrowheads="1"/>
          </p:cNvSpPr>
          <p:nvPr/>
        </p:nvSpPr>
        <p:spPr bwMode="auto">
          <a:xfrm>
            <a:off x="306388" y="1484313"/>
            <a:ext cx="377825"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lnSpc>
                <a:spcPts val="1700"/>
              </a:lnSpc>
            </a:pPr>
            <a:r>
              <a:rPr lang="en-US" altLang="zh-CN" sz="3000" b="1"/>
              <a:t>_</a:t>
            </a:r>
          </a:p>
          <a:p>
            <a:pPr eaLnBrk="1" hangingPunct="1">
              <a:lnSpc>
                <a:spcPts val="1700"/>
              </a:lnSpc>
            </a:pPr>
            <a:r>
              <a:rPr lang="en-US" altLang="zh-CN" sz="3000" b="1"/>
              <a:t>_</a:t>
            </a:r>
          </a:p>
          <a:p>
            <a:pPr eaLnBrk="1" hangingPunct="1">
              <a:lnSpc>
                <a:spcPts val="1700"/>
              </a:lnSpc>
            </a:pPr>
            <a:r>
              <a:rPr lang="en-US" altLang="zh-CN" sz="3000" b="1"/>
              <a:t>_</a:t>
            </a:r>
          </a:p>
          <a:p>
            <a:pPr eaLnBrk="1" hangingPunct="1">
              <a:lnSpc>
                <a:spcPts val="1700"/>
              </a:lnSpc>
            </a:pPr>
            <a:r>
              <a:rPr lang="en-US" altLang="zh-CN" sz="3000" b="1"/>
              <a:t>_</a:t>
            </a:r>
          </a:p>
          <a:p>
            <a:pPr eaLnBrk="1" hangingPunct="1">
              <a:lnSpc>
                <a:spcPts val="1700"/>
              </a:lnSpc>
            </a:pPr>
            <a:endParaRPr lang="zh-CN" altLang="en-US" sz="3000" b="1"/>
          </a:p>
        </p:txBody>
      </p:sp>
      <p:sp>
        <p:nvSpPr>
          <p:cNvPr id="97" name="TextBox 96"/>
          <p:cNvSpPr txBox="1"/>
          <p:nvPr/>
        </p:nvSpPr>
        <p:spPr>
          <a:xfrm>
            <a:off x="6372225" y="1700213"/>
            <a:ext cx="404813" cy="1277937"/>
          </a:xfrm>
          <a:prstGeom prst="rect">
            <a:avLst/>
          </a:prstGeom>
          <a:noFill/>
        </p:spPr>
        <p:txBody>
          <a:bodyPr wrap="none">
            <a:spAutoFit/>
          </a:bodyPr>
          <a:lstStyle/>
          <a:p>
            <a:pPr>
              <a:lnSpc>
                <a:spcPts val="1700"/>
              </a:lnSpc>
              <a:defRPr/>
            </a:pPr>
            <a:r>
              <a:rPr lang="en-US" altLang="zh-CN" sz="3000" b="1" dirty="0">
                <a:solidFill>
                  <a:schemeClr val="accent6"/>
                </a:solidFill>
                <a:ea typeface="楷体_GB2312"/>
                <a:cs typeface="楷体_GB2312"/>
              </a:rPr>
              <a:t>+</a:t>
            </a:r>
          </a:p>
          <a:p>
            <a:pPr>
              <a:lnSpc>
                <a:spcPts val="1700"/>
              </a:lnSpc>
              <a:defRPr/>
            </a:pPr>
            <a:r>
              <a:rPr lang="en-US" altLang="zh-CN" sz="3000" b="1" dirty="0">
                <a:solidFill>
                  <a:schemeClr val="accent6"/>
                </a:solidFill>
                <a:ea typeface="楷体_GB2312"/>
                <a:cs typeface="楷体_GB2312"/>
              </a:rPr>
              <a:t>+</a:t>
            </a:r>
          </a:p>
          <a:p>
            <a:pPr>
              <a:lnSpc>
                <a:spcPts val="1700"/>
              </a:lnSpc>
              <a:defRPr/>
            </a:pPr>
            <a:r>
              <a:rPr lang="en-US" altLang="zh-CN" sz="3000" b="1" dirty="0">
                <a:solidFill>
                  <a:schemeClr val="accent6"/>
                </a:solidFill>
                <a:ea typeface="楷体_GB2312"/>
                <a:cs typeface="楷体_GB2312"/>
              </a:rPr>
              <a:t>+</a:t>
            </a:r>
          </a:p>
          <a:p>
            <a:pPr>
              <a:lnSpc>
                <a:spcPts val="1700"/>
              </a:lnSpc>
              <a:defRPr/>
            </a:pPr>
            <a:r>
              <a:rPr lang="en-US" altLang="zh-CN" sz="3000" b="1" dirty="0">
                <a:solidFill>
                  <a:schemeClr val="accent6"/>
                </a:solidFill>
                <a:ea typeface="楷体_GB2312"/>
                <a:cs typeface="楷体_GB2312"/>
              </a:rPr>
              <a:t>+</a:t>
            </a:r>
            <a:endParaRPr lang="zh-CN" altLang="en-US" sz="3000" b="1" dirty="0">
              <a:solidFill>
                <a:schemeClr val="accent6"/>
              </a:solidFill>
              <a:ea typeface="楷体_GB2312"/>
              <a:cs typeface="楷体_GB2312"/>
            </a:endParaRPr>
          </a:p>
        </p:txBody>
      </p:sp>
      <p:sp>
        <p:nvSpPr>
          <p:cNvPr id="98" name="TextBox 97"/>
          <p:cNvSpPr txBox="1"/>
          <p:nvPr/>
        </p:nvSpPr>
        <p:spPr>
          <a:xfrm>
            <a:off x="3619500" y="1557338"/>
            <a:ext cx="376238" cy="1550987"/>
          </a:xfrm>
          <a:prstGeom prst="rect">
            <a:avLst/>
          </a:prstGeom>
          <a:noFill/>
        </p:spPr>
        <p:txBody>
          <a:bodyPr wrap="none">
            <a:spAutoFit/>
          </a:bodyPr>
          <a:lstStyle/>
          <a:p>
            <a:pPr>
              <a:lnSpc>
                <a:spcPts val="1700"/>
              </a:lnSpc>
              <a:defRPr/>
            </a:pPr>
            <a:r>
              <a:rPr lang="en-US" altLang="zh-CN" sz="3000" b="1" dirty="0">
                <a:solidFill>
                  <a:schemeClr val="accent6"/>
                </a:solidFill>
                <a:ea typeface="楷体_GB2312"/>
                <a:cs typeface="楷体_GB2312"/>
              </a:rPr>
              <a:t>_</a:t>
            </a:r>
          </a:p>
          <a:p>
            <a:pPr>
              <a:lnSpc>
                <a:spcPts val="1700"/>
              </a:lnSpc>
              <a:defRPr/>
            </a:pPr>
            <a:r>
              <a:rPr lang="en-US" altLang="zh-CN" sz="3000" b="1" dirty="0">
                <a:solidFill>
                  <a:schemeClr val="accent6"/>
                </a:solidFill>
                <a:ea typeface="楷体_GB2312"/>
                <a:cs typeface="楷体_GB2312"/>
              </a:rPr>
              <a:t>_</a:t>
            </a:r>
          </a:p>
          <a:p>
            <a:pPr>
              <a:lnSpc>
                <a:spcPts val="1700"/>
              </a:lnSpc>
              <a:defRPr/>
            </a:pPr>
            <a:r>
              <a:rPr lang="en-US" altLang="zh-CN" sz="3000" b="1" dirty="0">
                <a:solidFill>
                  <a:schemeClr val="accent6"/>
                </a:solidFill>
                <a:ea typeface="楷体_GB2312"/>
                <a:cs typeface="楷体_GB2312"/>
              </a:rPr>
              <a:t>_</a:t>
            </a:r>
          </a:p>
          <a:p>
            <a:pPr>
              <a:lnSpc>
                <a:spcPts val="1700"/>
              </a:lnSpc>
              <a:defRPr/>
            </a:pPr>
            <a:r>
              <a:rPr lang="en-US" altLang="zh-CN" sz="3000" b="1" dirty="0">
                <a:solidFill>
                  <a:schemeClr val="accent6"/>
                </a:solidFill>
                <a:ea typeface="楷体_GB2312"/>
                <a:cs typeface="楷体_GB2312"/>
              </a:rPr>
              <a:t>_</a:t>
            </a:r>
          </a:p>
          <a:p>
            <a:pPr>
              <a:lnSpc>
                <a:spcPts val="1700"/>
              </a:lnSpc>
              <a:defRPr/>
            </a:pPr>
            <a:endParaRPr lang="zh-CN" altLang="en-US" sz="3000" b="1" dirty="0">
              <a:solidFill>
                <a:schemeClr val="accent6"/>
              </a:solidFill>
              <a:ea typeface="楷体_GB2312"/>
              <a:cs typeface="楷体_GB2312"/>
            </a:endParaRPr>
          </a:p>
        </p:txBody>
      </p:sp>
      <p:pic>
        <p:nvPicPr>
          <p:cNvPr id="563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238" y="4267200"/>
            <a:ext cx="6572250" cy="2524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46466"/>
                                        </p:tgtEl>
                                        <p:attrNameLst>
                                          <p:attrName>style.visibility</p:attrName>
                                        </p:attrNameLst>
                                      </p:cBhvr>
                                      <p:to>
                                        <p:strVal val="visible"/>
                                      </p:to>
                                    </p:set>
                                    <p:animEffect transition="in" filter="wipe(left)">
                                      <p:cBhvr>
                                        <p:cTn id="7" dur="500"/>
                                        <p:tgtEl>
                                          <p:spTgt spid="44646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46468"/>
                                        </p:tgtEl>
                                        <p:attrNameLst>
                                          <p:attrName>style.visibility</p:attrName>
                                        </p:attrNameLst>
                                      </p:cBhvr>
                                      <p:to>
                                        <p:strVal val="visible"/>
                                      </p:to>
                                    </p:set>
                                    <p:animEffect transition="in" filter="wipe(left)">
                                      <p:cBhvr>
                                        <p:cTn id="12" dur="500"/>
                                        <p:tgtEl>
                                          <p:spTgt spid="44646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96"/>
                                        </p:tgtEl>
                                        <p:attrNameLst>
                                          <p:attrName>style.visibility</p:attrName>
                                        </p:attrNameLst>
                                      </p:cBhvr>
                                      <p:to>
                                        <p:strVal val="visible"/>
                                      </p:to>
                                    </p:set>
                                  </p:childTnLst>
                                </p:cTn>
                              </p:par>
                            </p:childTnLst>
                          </p:cTn>
                        </p:par>
                        <p:par>
                          <p:cTn id="17" fill="hold" nodeType="afterGroup">
                            <p:stCondLst>
                              <p:cond delay="500"/>
                            </p:stCondLst>
                            <p:childTnLst>
                              <p:par>
                                <p:cTn id="18" presetID="1" presetClass="entr" presetSubtype="0" fill="hold" grpId="0" nodeType="afterEffect">
                                  <p:stCondLst>
                                    <p:cond delay="0"/>
                                  </p:stCondLst>
                                  <p:childTnLst>
                                    <p:set>
                                      <p:cBhvr>
                                        <p:cTn id="19" dur="1" fill="hold">
                                          <p:stCondLst>
                                            <p:cond delay="499"/>
                                          </p:stCondLst>
                                        </p:cTn>
                                        <p:tgtEl>
                                          <p:spTgt spid="2"/>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446515"/>
                                        </p:tgtEl>
                                        <p:attrNameLst>
                                          <p:attrName>style.visibility</p:attrName>
                                        </p:attrNameLst>
                                      </p:cBhvr>
                                      <p:to>
                                        <p:strVal val="visible"/>
                                      </p:to>
                                    </p:set>
                                    <p:animEffect transition="in" filter="wipe(left)">
                                      <p:cBhvr>
                                        <p:cTn id="24" dur="500"/>
                                        <p:tgtEl>
                                          <p:spTgt spid="446515"/>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98"/>
                                        </p:tgtEl>
                                        <p:attrNameLst>
                                          <p:attrName>style.visibility</p:attrName>
                                        </p:attrNameLst>
                                      </p:cBhvr>
                                      <p:to>
                                        <p:strVal val="visible"/>
                                      </p:to>
                                    </p:set>
                                  </p:childTnLst>
                                </p:cTn>
                              </p:par>
                            </p:childTnLst>
                          </p:cTn>
                        </p:par>
                        <p:par>
                          <p:cTn id="29" fill="hold" nodeType="afterGroup">
                            <p:stCondLst>
                              <p:cond delay="500"/>
                            </p:stCondLst>
                            <p:childTnLst>
                              <p:par>
                                <p:cTn id="30" presetID="1" presetClass="entr" presetSubtype="0" fill="hold" grpId="0" nodeType="afterEffect">
                                  <p:stCondLst>
                                    <p:cond delay="0"/>
                                  </p:stCondLst>
                                  <p:childTnLst>
                                    <p:set>
                                      <p:cBhvr>
                                        <p:cTn id="31" dur="1" fill="hold">
                                          <p:stCondLst>
                                            <p:cond delay="499"/>
                                          </p:stCondLst>
                                        </p:cTn>
                                        <p:tgtEl>
                                          <p:spTgt spid="97"/>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grpId="0" nodeType="clickEffect">
                                  <p:stCondLst>
                                    <p:cond delay="0"/>
                                  </p:stCondLst>
                                  <p:childTnLst>
                                    <p:set>
                                      <p:cBhvr>
                                        <p:cTn id="35" dur="1" fill="hold">
                                          <p:stCondLst>
                                            <p:cond delay="499"/>
                                          </p:stCondLst>
                                        </p:cTn>
                                        <p:tgtEl>
                                          <p:spTgt spid="94"/>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23" presetClass="entr" presetSubtype="16" fill="hold" nodeType="clickEffect">
                                  <p:stCondLst>
                                    <p:cond delay="0"/>
                                  </p:stCondLst>
                                  <p:childTnLst>
                                    <p:set>
                                      <p:cBhvr>
                                        <p:cTn id="39" dur="1" fill="hold">
                                          <p:stCondLst>
                                            <p:cond delay="0"/>
                                          </p:stCondLst>
                                        </p:cTn>
                                        <p:tgtEl>
                                          <p:spTgt spid="446557"/>
                                        </p:tgtEl>
                                        <p:attrNameLst>
                                          <p:attrName>style.visibility</p:attrName>
                                        </p:attrNameLst>
                                      </p:cBhvr>
                                      <p:to>
                                        <p:strVal val="visible"/>
                                      </p:to>
                                    </p:set>
                                    <p:anim calcmode="lin" valueType="num">
                                      <p:cBhvr>
                                        <p:cTn id="40" dur="500" fill="hold"/>
                                        <p:tgtEl>
                                          <p:spTgt spid="446557"/>
                                        </p:tgtEl>
                                        <p:attrNameLst>
                                          <p:attrName>ppt_w</p:attrName>
                                        </p:attrNameLst>
                                      </p:cBhvr>
                                      <p:tavLst>
                                        <p:tav tm="0">
                                          <p:val>
                                            <p:fltVal val="0"/>
                                          </p:val>
                                        </p:tav>
                                        <p:tav tm="100000">
                                          <p:val>
                                            <p:strVal val="#ppt_w"/>
                                          </p:val>
                                        </p:tav>
                                      </p:tavLst>
                                    </p:anim>
                                    <p:anim calcmode="lin" valueType="num">
                                      <p:cBhvr>
                                        <p:cTn id="41" dur="500" fill="hold"/>
                                        <p:tgtEl>
                                          <p:spTgt spid="446557"/>
                                        </p:tgtEl>
                                        <p:attrNameLst>
                                          <p:attrName>ppt_h</p:attrName>
                                        </p:attrNameLst>
                                      </p:cBhvr>
                                      <p:tavLst>
                                        <p:tav tm="0">
                                          <p:val>
                                            <p:fltVal val="0"/>
                                          </p:val>
                                        </p:tav>
                                        <p:tav tm="100000">
                                          <p:val>
                                            <p:strVal val="#ppt_h"/>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446555"/>
                                        </p:tgtEl>
                                        <p:attrNameLst>
                                          <p:attrName>style.visibility</p:attrName>
                                        </p:attrNameLst>
                                      </p:cBhvr>
                                      <p:to>
                                        <p:strVal val="visible"/>
                                      </p:to>
                                    </p:set>
                                    <p:animEffect transition="in" filter="wipe(left)">
                                      <p:cBhvr>
                                        <p:cTn id="46" dur="500"/>
                                        <p:tgtEl>
                                          <p:spTgt spid="446555"/>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grpId="0" nodeType="clickEffect">
                                  <p:stCondLst>
                                    <p:cond delay="0"/>
                                  </p:stCondLst>
                                  <p:iterate type="lt">
                                    <p:tmPct val="100000"/>
                                  </p:iterate>
                                  <p:childTnLst>
                                    <p:set>
                                      <p:cBhvr>
                                        <p:cTn id="50" dur="1" fill="hold">
                                          <p:stCondLst>
                                            <p:cond delay="0"/>
                                          </p:stCondLst>
                                        </p:cTn>
                                        <p:tgtEl>
                                          <p:spTgt spid="446556"/>
                                        </p:tgtEl>
                                        <p:attrNameLst>
                                          <p:attrName>style.visibility</p:attrName>
                                        </p:attrNameLst>
                                      </p:cBhvr>
                                      <p:to>
                                        <p:strVal val="visible"/>
                                      </p:to>
                                    </p:set>
                                    <p:animEffect transition="in" filter="wipe(left)">
                                      <p:cBhvr>
                                        <p:cTn id="51" dur="75"/>
                                        <p:tgtEl>
                                          <p:spTgt spid="446556"/>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1" presetClass="entr" presetSubtype="0" fill="hold" nodeType="clickEffect">
                                  <p:stCondLst>
                                    <p:cond delay="0"/>
                                  </p:stCondLst>
                                  <p:childTnLst>
                                    <p:set>
                                      <p:cBhvr>
                                        <p:cTn id="55" dur="1" fill="hold">
                                          <p:stCondLst>
                                            <p:cond delay="0"/>
                                          </p:stCondLst>
                                        </p:cTn>
                                        <p:tgtEl>
                                          <p:spTgt spid="563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6466" grpId="0" autoUpdateAnimBg="0"/>
      <p:bldP spid="446555" grpId="0" autoUpdateAnimBg="0"/>
      <p:bldP spid="446556" grpId="0" autoUpdateAnimBg="0"/>
      <p:bldP spid="94" grpId="0" autoUpdateAnimBg="0"/>
      <p:bldP spid="2" grpId="0" autoUpdateAnimBg="0"/>
      <p:bldP spid="96" grpId="0" autoUpdateAnimBg="0"/>
      <p:bldP spid="97" grpId="0" autoUpdateAnimBg="0"/>
      <p:bldP spid="98"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8295" t="21294" r="33600" b="20635"/>
          <a:stretch/>
        </p:blipFill>
        <p:spPr bwMode="auto">
          <a:xfrm>
            <a:off x="14501" y="632948"/>
            <a:ext cx="9144000" cy="62061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3270558" y="18910"/>
            <a:ext cx="2242922" cy="707886"/>
          </a:xfrm>
          <a:prstGeom prst="rect">
            <a:avLst/>
          </a:prstGeom>
          <a:noFill/>
        </p:spPr>
        <p:txBody>
          <a:bodyPr wrap="none" rtlCol="0">
            <a:spAutoFit/>
          </a:bodyPr>
          <a:lstStyle/>
          <a:p>
            <a:r>
              <a:rPr lang="zh-CN" altLang="en-US" sz="4000" b="1" dirty="0"/>
              <a:t>电晕现象</a:t>
            </a:r>
          </a:p>
        </p:txBody>
      </p:sp>
    </p:spTree>
    <p:extLst>
      <p:ext uri="{BB962C8B-B14F-4D97-AF65-F5344CB8AC3E}">
        <p14:creationId xmlns:p14="http://schemas.microsoft.com/office/powerpoint/2010/main" val="3793164039"/>
      </p:ext>
    </p:extLst>
  </p:cSld>
  <p:clrMapOvr>
    <a:masterClrMapping/>
  </p:clrMapOvr>
  <p:transition>
    <p:rand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7490" name="Text Box 2"/>
          <p:cNvSpPr txBox="1">
            <a:spLocks noChangeArrowheads="1"/>
          </p:cNvSpPr>
          <p:nvPr/>
        </p:nvSpPr>
        <p:spPr bwMode="auto">
          <a:xfrm>
            <a:off x="76200" y="152400"/>
            <a:ext cx="3051175" cy="579438"/>
          </a:xfrm>
          <a:prstGeom prst="rect">
            <a:avLst/>
          </a:prstGeom>
          <a:gradFill rotWithShape="0">
            <a:gsLst>
              <a:gs pos="0">
                <a:srgbClr val="ADB044"/>
              </a:gs>
              <a:gs pos="50000">
                <a:srgbClr val="FFFFFF"/>
              </a:gs>
              <a:gs pos="100000">
                <a:srgbClr val="ADB044"/>
              </a:gs>
            </a:gsLst>
            <a:lin ang="5400000" scaled="1"/>
          </a:gradFill>
          <a:ln>
            <a:noFill/>
          </a:ln>
          <a:effectLst>
            <a:outerShdw dist="162639" dir="18519588" algn="ctr" rotWithShape="0">
              <a:srgbClr val="D9FB9D"/>
            </a:outerShdw>
          </a:effectLst>
          <a:extLst>
            <a:ext uri="{91240B29-F687-4F45-9708-019B960494DF}">
              <a14:hiddenLine xmlns:a14="http://schemas.microsoft.com/office/drawing/2010/main" w="9525">
                <a:solidFill>
                  <a:schemeClr val="tx1"/>
                </a:solidFill>
                <a:miter lim="800000"/>
                <a:headEnd/>
                <a:tailEnd/>
              </a14:hiddenLine>
            </a:ext>
          </a:extLst>
        </p:spPr>
        <p:txBody>
          <a:bodyPr lIns="92075" tIns="46038" rIns="92075" bIns="46038" anchor="ct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spcBef>
                <a:spcPct val="0"/>
              </a:spcBef>
            </a:pPr>
            <a:r>
              <a:rPr lang="zh-CN" altLang="en-US" sz="3200" b="1">
                <a:solidFill>
                  <a:schemeClr val="hlink"/>
                </a:solidFill>
                <a:latin typeface="Arial" charset="0"/>
              </a:rPr>
              <a:t>四、电极化强度</a:t>
            </a:r>
          </a:p>
        </p:txBody>
      </p:sp>
      <p:sp>
        <p:nvSpPr>
          <p:cNvPr id="447491" name="Text Box 3"/>
          <p:cNvSpPr txBox="1">
            <a:spLocks noChangeArrowheads="1"/>
          </p:cNvSpPr>
          <p:nvPr/>
        </p:nvSpPr>
        <p:spPr bwMode="auto">
          <a:xfrm>
            <a:off x="314325" y="752475"/>
            <a:ext cx="2170113" cy="5191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r>
              <a:rPr lang="en-US" altLang="zh-CN" sz="2800" b="1">
                <a:solidFill>
                  <a:srgbClr val="3333FF"/>
                </a:solidFill>
              </a:rPr>
              <a:t>1</a:t>
            </a:r>
            <a:r>
              <a:rPr lang="zh-CN" altLang="en-US" sz="2800" b="1">
                <a:solidFill>
                  <a:srgbClr val="3333FF"/>
                </a:solidFill>
              </a:rPr>
              <a:t>、引入</a:t>
            </a:r>
          </a:p>
        </p:txBody>
      </p:sp>
      <p:sp>
        <p:nvSpPr>
          <p:cNvPr id="447492" name="Text Box 4"/>
          <p:cNvSpPr txBox="1">
            <a:spLocks noChangeArrowheads="1"/>
          </p:cNvSpPr>
          <p:nvPr/>
        </p:nvSpPr>
        <p:spPr bwMode="auto">
          <a:xfrm>
            <a:off x="457200" y="1371600"/>
            <a:ext cx="8397875" cy="228282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0"/>
              </a:spcBef>
            </a:pPr>
            <a:r>
              <a:rPr lang="zh-CN" altLang="en-US" sz="2400" b="1">
                <a:solidFill>
                  <a:schemeClr val="tx1"/>
                </a:solidFill>
                <a:ea typeface="宋体" pitchFamily="2" charset="-122"/>
              </a:rPr>
              <a:t>在没有外电场时，电介质未被极化，内部宏观小体积元中各分子的电偶极矩的矢量和为零；当有外电场时，电介质被极化，此小体积元中的电偶极矩的矢量和将不为零。外电场越强，分子的电偶极矩的矢量和越大。</a:t>
            </a:r>
          </a:p>
          <a:p>
            <a:pPr eaLnBrk="1" hangingPunct="1">
              <a:spcBef>
                <a:spcPct val="0"/>
              </a:spcBef>
            </a:pPr>
            <a:r>
              <a:rPr lang="zh-CN" altLang="en-US" sz="2400" b="1"/>
              <a:t>用单位体积中分子的电偶极矩的矢量和来表示电介质的极化程度</a:t>
            </a:r>
            <a:endParaRPr lang="zh-CN" altLang="en-US" sz="2400" b="1">
              <a:solidFill>
                <a:schemeClr val="tx1"/>
              </a:solidFill>
              <a:ea typeface="宋体" pitchFamily="2" charset="-122"/>
            </a:endParaRPr>
          </a:p>
        </p:txBody>
      </p:sp>
      <p:sp>
        <p:nvSpPr>
          <p:cNvPr id="447493" name="Text Box 5"/>
          <p:cNvSpPr txBox="1">
            <a:spLocks noChangeArrowheads="1"/>
          </p:cNvSpPr>
          <p:nvPr/>
        </p:nvSpPr>
        <p:spPr bwMode="auto">
          <a:xfrm>
            <a:off x="365125" y="3724275"/>
            <a:ext cx="3846513" cy="5191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r>
              <a:rPr lang="en-US" altLang="zh-CN" sz="2800" b="1">
                <a:solidFill>
                  <a:srgbClr val="3333FF"/>
                </a:solidFill>
              </a:rPr>
              <a:t>2</a:t>
            </a:r>
            <a:r>
              <a:rPr lang="zh-CN" altLang="en-US" sz="2800" b="1">
                <a:solidFill>
                  <a:srgbClr val="3333FF"/>
                </a:solidFill>
              </a:rPr>
              <a:t>、电极化强度的定义</a:t>
            </a:r>
            <a:endParaRPr lang="zh-CN" altLang="en-US" sz="3600" b="1"/>
          </a:p>
        </p:txBody>
      </p:sp>
      <p:sp>
        <p:nvSpPr>
          <p:cNvPr id="447494" name="Text Box 6"/>
          <p:cNvSpPr txBox="1">
            <a:spLocks noChangeArrowheads="1"/>
          </p:cNvSpPr>
          <p:nvPr/>
        </p:nvSpPr>
        <p:spPr bwMode="auto">
          <a:xfrm>
            <a:off x="468313" y="5876925"/>
            <a:ext cx="8675687" cy="10668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r>
              <a:rPr lang="zh-CN" altLang="en-US" sz="3200" b="1"/>
              <a:t>单位体积中分子的电偶极矩的矢量和叫作电介质的电极化强度。</a:t>
            </a:r>
            <a:endParaRPr lang="zh-CN" altLang="en-US" sz="3200" b="1">
              <a:solidFill>
                <a:schemeClr val="tx1"/>
              </a:solidFill>
              <a:ea typeface="宋体" pitchFamily="2" charset="-122"/>
            </a:endParaRPr>
          </a:p>
        </p:txBody>
      </p:sp>
      <p:graphicFrame>
        <p:nvGraphicFramePr>
          <p:cNvPr id="447495" name="Object 7"/>
          <p:cNvGraphicFramePr>
            <a:graphicFrameLocks noChangeAspect="1"/>
          </p:cNvGraphicFramePr>
          <p:nvPr>
            <p:extLst>
              <p:ext uri="{D42A27DB-BD31-4B8C-83A1-F6EECF244321}">
                <p14:modId xmlns:p14="http://schemas.microsoft.com/office/powerpoint/2010/main" val="3952412693"/>
              </p:ext>
            </p:extLst>
          </p:nvPr>
        </p:nvGraphicFramePr>
        <p:xfrm>
          <a:off x="6660232" y="4342615"/>
          <a:ext cx="2122637" cy="1471596"/>
        </p:xfrm>
        <a:graphic>
          <a:graphicData uri="http://schemas.openxmlformats.org/presentationml/2006/ole">
            <mc:AlternateContent xmlns:mc="http://schemas.openxmlformats.org/markup-compatibility/2006">
              <mc:Choice xmlns:v="urn:schemas-microsoft-com:vml" Requires="v">
                <p:oleObj spid="_x0000_s10553" name="公式" r:id="rId3" imgW="622030" imgH="431613" progId="Equation.3">
                  <p:embed/>
                </p:oleObj>
              </mc:Choice>
              <mc:Fallback>
                <p:oleObj name="公式" r:id="rId3" imgW="622030" imgH="431613"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60232" y="4342615"/>
                        <a:ext cx="2122637" cy="1471596"/>
                      </a:xfrm>
                      <a:prstGeom prst="rect">
                        <a:avLst/>
                      </a:prstGeom>
                      <a:gradFill rotWithShape="0">
                        <a:gsLst>
                          <a:gs pos="0">
                            <a:schemeClr val="accent1"/>
                          </a:gs>
                          <a:gs pos="50000">
                            <a:srgbClr val="FFFFFF"/>
                          </a:gs>
                          <a:gs pos="100000">
                            <a:schemeClr val="accent1"/>
                          </a:gs>
                        </a:gsLst>
                        <a:lin ang="5400000" scaled="1"/>
                      </a:gradFill>
                      <a:ln>
                        <a:noFill/>
                      </a:ln>
                      <a:effectLst/>
                      <a:extLst/>
                    </p:spPr>
                  </p:pic>
                </p:oleObj>
              </mc:Fallback>
            </mc:AlternateContent>
          </a:graphicData>
        </a:graphic>
      </p:graphicFrame>
      <p:sp>
        <p:nvSpPr>
          <p:cNvPr id="447498" name="Text Box 10"/>
          <p:cNvSpPr txBox="1">
            <a:spLocks noChangeArrowheads="1"/>
          </p:cNvSpPr>
          <p:nvPr/>
        </p:nvSpPr>
        <p:spPr bwMode="auto">
          <a:xfrm>
            <a:off x="755650" y="4292600"/>
            <a:ext cx="4876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spcBef>
                <a:spcPct val="50000"/>
              </a:spcBef>
            </a:pPr>
            <a:r>
              <a:rPr lang="zh-CN" altLang="en-US" sz="2400" b="1">
                <a:solidFill>
                  <a:schemeClr val="tx1"/>
                </a:solidFill>
                <a:latin typeface="楷体_GB2312" pitchFamily="49" charset="-122"/>
              </a:rPr>
              <a:t>在电介质中任取一宏观小体积</a:t>
            </a:r>
            <a:r>
              <a:rPr lang="zh-CN" altLang="en-US" sz="2400" b="1">
                <a:solidFill>
                  <a:schemeClr val="tx1"/>
                </a:solidFill>
                <a:latin typeface="楷体_GB2312" pitchFamily="49" charset="-122"/>
                <a:sym typeface="Symbol" pitchFamily="18" charset="2"/>
              </a:rPr>
              <a:t></a:t>
            </a:r>
            <a:r>
              <a:rPr lang="en-US" altLang="zh-CN" sz="2400" b="1" i="1">
                <a:solidFill>
                  <a:schemeClr val="tx1"/>
                </a:solidFill>
              </a:rPr>
              <a:t>V </a:t>
            </a:r>
            <a:r>
              <a:rPr lang="en-US" altLang="zh-CN" sz="2400" b="1">
                <a:solidFill>
                  <a:schemeClr val="tx1"/>
                </a:solidFill>
                <a:latin typeface="楷体_GB2312" pitchFamily="49" charset="-122"/>
              </a:rPr>
              <a:t>: </a:t>
            </a:r>
          </a:p>
        </p:txBody>
      </p:sp>
      <p:sp>
        <p:nvSpPr>
          <p:cNvPr id="447499" name="Text Box 11"/>
          <p:cNvSpPr txBox="1">
            <a:spLocks noChangeArrowheads="1"/>
          </p:cNvSpPr>
          <p:nvPr/>
        </p:nvSpPr>
        <p:spPr bwMode="auto">
          <a:xfrm>
            <a:off x="1116013" y="4849813"/>
            <a:ext cx="1371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a:spcBef>
                <a:spcPct val="50000"/>
              </a:spcBef>
            </a:pPr>
            <a:r>
              <a:rPr lang="zh-CN" altLang="en-US" sz="2400" b="1">
                <a:solidFill>
                  <a:schemeClr val="tx1"/>
                </a:solidFill>
              </a:rPr>
              <a:t>无外场</a:t>
            </a:r>
          </a:p>
        </p:txBody>
      </p:sp>
      <p:sp>
        <p:nvSpPr>
          <p:cNvPr id="447500" name="Line 12"/>
          <p:cNvSpPr>
            <a:spLocks noChangeShapeType="1"/>
          </p:cNvSpPr>
          <p:nvPr/>
        </p:nvSpPr>
        <p:spPr bwMode="auto">
          <a:xfrm>
            <a:off x="2259013" y="5078413"/>
            <a:ext cx="457200" cy="0"/>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47501" name="Text Box 13"/>
          <p:cNvSpPr txBox="1">
            <a:spLocks noChangeArrowheads="1"/>
          </p:cNvSpPr>
          <p:nvPr/>
        </p:nvSpPr>
        <p:spPr bwMode="auto">
          <a:xfrm>
            <a:off x="2563813" y="4849813"/>
            <a:ext cx="19812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a:spcBef>
                <a:spcPct val="50000"/>
              </a:spcBef>
            </a:pPr>
            <a:r>
              <a:rPr lang="zh-CN" altLang="en-US" sz="2400" b="1">
                <a:solidFill>
                  <a:schemeClr val="tx1"/>
                </a:solidFill>
              </a:rPr>
              <a:t>介质不极化</a:t>
            </a:r>
          </a:p>
        </p:txBody>
      </p:sp>
      <p:graphicFrame>
        <p:nvGraphicFramePr>
          <p:cNvPr id="447502" name="Object 14"/>
          <p:cNvGraphicFramePr>
            <a:graphicFrameLocks noChangeAspect="1"/>
          </p:cNvGraphicFramePr>
          <p:nvPr/>
        </p:nvGraphicFramePr>
        <p:xfrm>
          <a:off x="4849813" y="4773613"/>
          <a:ext cx="1066800" cy="609600"/>
        </p:xfrm>
        <a:graphic>
          <a:graphicData uri="http://schemas.openxmlformats.org/presentationml/2006/ole">
            <mc:AlternateContent xmlns:mc="http://schemas.openxmlformats.org/markup-compatibility/2006">
              <mc:Choice xmlns:v="urn:schemas-microsoft-com:vml" Requires="v">
                <p:oleObj spid="_x0000_s10554" name="Equation" r:id="rId5" imgW="558800" imgH="279400" progId="Equation.3">
                  <p:embed/>
                </p:oleObj>
              </mc:Choice>
              <mc:Fallback>
                <p:oleObj name="Equation" r:id="rId5" imgW="558800" imgH="279400" progId="Equation.3">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49813" y="4773613"/>
                        <a:ext cx="1066800"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7503" name="Text Box 15"/>
          <p:cNvSpPr txBox="1">
            <a:spLocks noChangeArrowheads="1"/>
          </p:cNvSpPr>
          <p:nvPr/>
        </p:nvSpPr>
        <p:spPr bwMode="auto">
          <a:xfrm>
            <a:off x="1192213" y="5459413"/>
            <a:ext cx="1371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a:spcBef>
                <a:spcPct val="50000"/>
              </a:spcBef>
            </a:pPr>
            <a:r>
              <a:rPr lang="zh-CN" altLang="en-US" sz="2400" b="1">
                <a:solidFill>
                  <a:schemeClr val="tx1"/>
                </a:solidFill>
              </a:rPr>
              <a:t>有外场</a:t>
            </a:r>
          </a:p>
        </p:txBody>
      </p:sp>
      <p:sp>
        <p:nvSpPr>
          <p:cNvPr id="447504" name="Text Box 16"/>
          <p:cNvSpPr txBox="1">
            <a:spLocks noChangeArrowheads="1"/>
          </p:cNvSpPr>
          <p:nvPr/>
        </p:nvSpPr>
        <p:spPr bwMode="auto">
          <a:xfrm>
            <a:off x="2640013" y="5459413"/>
            <a:ext cx="19812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a:spcBef>
                <a:spcPct val="50000"/>
              </a:spcBef>
            </a:pPr>
            <a:r>
              <a:rPr lang="zh-CN" altLang="en-US" sz="2400" b="1">
                <a:solidFill>
                  <a:schemeClr val="tx1"/>
                </a:solidFill>
              </a:rPr>
              <a:t>介质被极化</a:t>
            </a:r>
          </a:p>
        </p:txBody>
      </p:sp>
      <p:graphicFrame>
        <p:nvGraphicFramePr>
          <p:cNvPr id="447505" name="Object 17"/>
          <p:cNvGraphicFramePr>
            <a:graphicFrameLocks noChangeAspect="1"/>
          </p:cNvGraphicFramePr>
          <p:nvPr/>
        </p:nvGraphicFramePr>
        <p:xfrm>
          <a:off x="4926013" y="5383213"/>
          <a:ext cx="990600" cy="566737"/>
        </p:xfrm>
        <a:graphic>
          <a:graphicData uri="http://schemas.openxmlformats.org/presentationml/2006/ole">
            <mc:AlternateContent xmlns:mc="http://schemas.openxmlformats.org/markup-compatibility/2006">
              <mc:Choice xmlns:v="urn:schemas-microsoft-com:vml" Requires="v">
                <p:oleObj spid="_x0000_s10555" name="Equation" r:id="rId7" imgW="558800" imgH="279400" progId="Equation.3">
                  <p:embed/>
                </p:oleObj>
              </mc:Choice>
              <mc:Fallback>
                <p:oleObj name="Equation" r:id="rId7" imgW="558800" imgH="279400" progId="Equation.3">
                  <p:embed/>
                  <p:pic>
                    <p:nvPicPr>
                      <p:cNvPr id="0" name="Object 1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26013" y="5383213"/>
                        <a:ext cx="990600" cy="566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7506" name="Line 18"/>
          <p:cNvSpPr>
            <a:spLocks noChangeShapeType="1"/>
          </p:cNvSpPr>
          <p:nvPr/>
        </p:nvSpPr>
        <p:spPr bwMode="auto">
          <a:xfrm>
            <a:off x="4392613" y="5078413"/>
            <a:ext cx="457200" cy="0"/>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47507" name="Line 19"/>
          <p:cNvSpPr>
            <a:spLocks noChangeShapeType="1"/>
          </p:cNvSpPr>
          <p:nvPr/>
        </p:nvSpPr>
        <p:spPr bwMode="auto">
          <a:xfrm>
            <a:off x="4468813" y="5688013"/>
            <a:ext cx="457200" cy="0"/>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47508" name="Line 20"/>
          <p:cNvSpPr>
            <a:spLocks noChangeShapeType="1"/>
          </p:cNvSpPr>
          <p:nvPr/>
        </p:nvSpPr>
        <p:spPr bwMode="auto">
          <a:xfrm>
            <a:off x="2335213" y="5688013"/>
            <a:ext cx="457200" cy="0"/>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19" name="Group 3"/>
          <p:cNvGrpSpPr>
            <a:grpSpLocks/>
          </p:cNvGrpSpPr>
          <p:nvPr/>
        </p:nvGrpSpPr>
        <p:grpSpPr bwMode="auto">
          <a:xfrm>
            <a:off x="3554413" y="-22225"/>
            <a:ext cx="2490787" cy="1392238"/>
            <a:chOff x="2784" y="1344"/>
            <a:chExt cx="2160" cy="1200"/>
          </a:xfrm>
        </p:grpSpPr>
        <p:sp>
          <p:nvSpPr>
            <p:cNvPr id="10261" name="Rectangle 4"/>
            <p:cNvSpPr>
              <a:spLocks noChangeArrowheads="1"/>
            </p:cNvSpPr>
            <p:nvPr/>
          </p:nvSpPr>
          <p:spPr bwMode="auto">
            <a:xfrm>
              <a:off x="2784" y="1344"/>
              <a:ext cx="2160" cy="1200"/>
            </a:xfrm>
            <a:prstGeom prst="rect">
              <a:avLst/>
            </a:prstGeom>
            <a:solidFill>
              <a:srgbClr val="99CCFF"/>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99CCFF"/>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zh-CN" altLang="en-US"/>
            </a:p>
          </p:txBody>
        </p:sp>
        <p:sp>
          <p:nvSpPr>
            <p:cNvPr id="10262" name="Oval 5"/>
            <p:cNvSpPr>
              <a:spLocks noChangeArrowheads="1"/>
            </p:cNvSpPr>
            <p:nvPr/>
          </p:nvSpPr>
          <p:spPr bwMode="auto">
            <a:xfrm>
              <a:off x="2880" y="1440"/>
              <a:ext cx="288" cy="288"/>
            </a:xfrm>
            <a:prstGeom prst="ellipse">
              <a:avLst/>
            </a:prstGeom>
            <a:gradFill rotWithShape="0">
              <a:gsLst>
                <a:gs pos="0">
                  <a:srgbClr val="FFCC99"/>
                </a:gs>
                <a:gs pos="100000">
                  <a:srgbClr val="765E47"/>
                </a:gs>
              </a:gsLst>
              <a:path path="shape">
                <a:fillToRect l="50000" t="50000" r="50000" b="50000"/>
              </a:path>
            </a:gradFill>
            <a:ln w="952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ea typeface="宋体" pitchFamily="2" charset="-122"/>
                </a:rPr>
                <a:t>±</a:t>
              </a:r>
              <a:endParaRPr lang="en-US" altLang="zh-CN" sz="2400">
                <a:solidFill>
                  <a:schemeClr val="tx1"/>
                </a:solidFill>
                <a:ea typeface="宋体" pitchFamily="2" charset="-122"/>
              </a:endParaRPr>
            </a:p>
          </p:txBody>
        </p:sp>
        <p:sp>
          <p:nvSpPr>
            <p:cNvPr id="10263" name="Oval 6"/>
            <p:cNvSpPr>
              <a:spLocks noChangeArrowheads="1"/>
            </p:cNvSpPr>
            <p:nvPr/>
          </p:nvSpPr>
          <p:spPr bwMode="auto">
            <a:xfrm>
              <a:off x="2880" y="1824"/>
              <a:ext cx="288" cy="288"/>
            </a:xfrm>
            <a:prstGeom prst="ellipse">
              <a:avLst/>
            </a:prstGeom>
            <a:gradFill rotWithShape="0">
              <a:gsLst>
                <a:gs pos="0">
                  <a:srgbClr val="FFCC99"/>
                </a:gs>
                <a:gs pos="100000">
                  <a:srgbClr val="765E47"/>
                </a:gs>
              </a:gsLst>
              <a:path path="shape">
                <a:fillToRect l="50000" t="50000" r="50000" b="50000"/>
              </a:path>
            </a:gradFill>
            <a:ln w="952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ea typeface="宋体" pitchFamily="2" charset="-122"/>
                </a:rPr>
                <a:t>±</a:t>
              </a:r>
              <a:endParaRPr lang="en-US" altLang="zh-CN" sz="2400">
                <a:solidFill>
                  <a:schemeClr val="tx1"/>
                </a:solidFill>
                <a:ea typeface="宋体" pitchFamily="2" charset="-122"/>
              </a:endParaRPr>
            </a:p>
          </p:txBody>
        </p:sp>
        <p:sp>
          <p:nvSpPr>
            <p:cNvPr id="10264" name="Oval 7"/>
            <p:cNvSpPr>
              <a:spLocks noChangeArrowheads="1"/>
            </p:cNvSpPr>
            <p:nvPr/>
          </p:nvSpPr>
          <p:spPr bwMode="auto">
            <a:xfrm>
              <a:off x="2880" y="2208"/>
              <a:ext cx="288" cy="288"/>
            </a:xfrm>
            <a:prstGeom prst="ellipse">
              <a:avLst/>
            </a:prstGeom>
            <a:gradFill rotWithShape="0">
              <a:gsLst>
                <a:gs pos="0">
                  <a:srgbClr val="FFCC99"/>
                </a:gs>
                <a:gs pos="100000">
                  <a:srgbClr val="765E47"/>
                </a:gs>
              </a:gsLst>
              <a:path path="shape">
                <a:fillToRect l="50000" t="50000" r="50000" b="50000"/>
              </a:path>
            </a:gradFill>
            <a:ln w="952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ea typeface="宋体" pitchFamily="2" charset="-122"/>
                </a:rPr>
                <a:t>±</a:t>
              </a:r>
              <a:endParaRPr lang="en-US" altLang="zh-CN" sz="2400">
                <a:solidFill>
                  <a:schemeClr val="tx1"/>
                </a:solidFill>
                <a:ea typeface="宋体" pitchFamily="2" charset="-122"/>
              </a:endParaRPr>
            </a:p>
          </p:txBody>
        </p:sp>
        <p:sp>
          <p:nvSpPr>
            <p:cNvPr id="10265" name="Oval 8"/>
            <p:cNvSpPr>
              <a:spLocks noChangeArrowheads="1"/>
            </p:cNvSpPr>
            <p:nvPr/>
          </p:nvSpPr>
          <p:spPr bwMode="auto">
            <a:xfrm>
              <a:off x="3312" y="1440"/>
              <a:ext cx="288" cy="288"/>
            </a:xfrm>
            <a:prstGeom prst="ellipse">
              <a:avLst/>
            </a:prstGeom>
            <a:gradFill rotWithShape="0">
              <a:gsLst>
                <a:gs pos="0">
                  <a:srgbClr val="FFCC99"/>
                </a:gs>
                <a:gs pos="100000">
                  <a:srgbClr val="765E47"/>
                </a:gs>
              </a:gsLst>
              <a:path path="shape">
                <a:fillToRect l="50000" t="50000" r="50000" b="50000"/>
              </a:path>
            </a:gradFill>
            <a:ln w="952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ea typeface="宋体" pitchFamily="2" charset="-122"/>
                </a:rPr>
                <a:t>±</a:t>
              </a:r>
              <a:endParaRPr lang="en-US" altLang="zh-CN" sz="2400">
                <a:solidFill>
                  <a:schemeClr val="tx1"/>
                </a:solidFill>
                <a:ea typeface="宋体" pitchFamily="2" charset="-122"/>
              </a:endParaRPr>
            </a:p>
          </p:txBody>
        </p:sp>
        <p:sp>
          <p:nvSpPr>
            <p:cNvPr id="10266" name="Oval 9"/>
            <p:cNvSpPr>
              <a:spLocks noChangeArrowheads="1"/>
            </p:cNvSpPr>
            <p:nvPr/>
          </p:nvSpPr>
          <p:spPr bwMode="auto">
            <a:xfrm>
              <a:off x="3312" y="1824"/>
              <a:ext cx="288" cy="288"/>
            </a:xfrm>
            <a:prstGeom prst="ellipse">
              <a:avLst/>
            </a:prstGeom>
            <a:gradFill rotWithShape="0">
              <a:gsLst>
                <a:gs pos="0">
                  <a:srgbClr val="FFCC99"/>
                </a:gs>
                <a:gs pos="100000">
                  <a:srgbClr val="765E47"/>
                </a:gs>
              </a:gsLst>
              <a:path path="shape">
                <a:fillToRect l="50000" t="50000" r="50000" b="50000"/>
              </a:path>
            </a:gradFill>
            <a:ln w="952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ea typeface="宋体" pitchFamily="2" charset="-122"/>
                </a:rPr>
                <a:t>±</a:t>
              </a:r>
              <a:endParaRPr lang="en-US" altLang="zh-CN" sz="2400">
                <a:solidFill>
                  <a:schemeClr val="tx1"/>
                </a:solidFill>
                <a:ea typeface="宋体" pitchFamily="2" charset="-122"/>
              </a:endParaRPr>
            </a:p>
          </p:txBody>
        </p:sp>
        <p:sp>
          <p:nvSpPr>
            <p:cNvPr id="10267" name="Oval 10"/>
            <p:cNvSpPr>
              <a:spLocks noChangeArrowheads="1"/>
            </p:cNvSpPr>
            <p:nvPr/>
          </p:nvSpPr>
          <p:spPr bwMode="auto">
            <a:xfrm>
              <a:off x="3312" y="2208"/>
              <a:ext cx="288" cy="288"/>
            </a:xfrm>
            <a:prstGeom prst="ellipse">
              <a:avLst/>
            </a:prstGeom>
            <a:gradFill rotWithShape="0">
              <a:gsLst>
                <a:gs pos="0">
                  <a:srgbClr val="FFCC99"/>
                </a:gs>
                <a:gs pos="100000">
                  <a:srgbClr val="765E47"/>
                </a:gs>
              </a:gsLst>
              <a:path path="shape">
                <a:fillToRect l="50000" t="50000" r="50000" b="50000"/>
              </a:path>
            </a:gradFill>
            <a:ln w="952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ea typeface="宋体" pitchFamily="2" charset="-122"/>
                </a:rPr>
                <a:t>±</a:t>
              </a:r>
              <a:endParaRPr lang="en-US" altLang="zh-CN" sz="2400">
                <a:solidFill>
                  <a:schemeClr val="tx1"/>
                </a:solidFill>
                <a:ea typeface="宋体" pitchFamily="2" charset="-122"/>
              </a:endParaRPr>
            </a:p>
          </p:txBody>
        </p:sp>
        <p:sp>
          <p:nvSpPr>
            <p:cNvPr id="10268" name="Oval 11"/>
            <p:cNvSpPr>
              <a:spLocks noChangeArrowheads="1"/>
            </p:cNvSpPr>
            <p:nvPr/>
          </p:nvSpPr>
          <p:spPr bwMode="auto">
            <a:xfrm>
              <a:off x="3744" y="2208"/>
              <a:ext cx="288" cy="288"/>
            </a:xfrm>
            <a:prstGeom prst="ellipse">
              <a:avLst/>
            </a:prstGeom>
            <a:gradFill rotWithShape="0">
              <a:gsLst>
                <a:gs pos="0">
                  <a:srgbClr val="FFCC99"/>
                </a:gs>
                <a:gs pos="100000">
                  <a:srgbClr val="765E47"/>
                </a:gs>
              </a:gsLst>
              <a:path path="shape">
                <a:fillToRect l="50000" t="50000" r="50000" b="50000"/>
              </a:path>
            </a:gradFill>
            <a:ln w="952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ea typeface="宋体" pitchFamily="2" charset="-122"/>
                </a:rPr>
                <a:t>±</a:t>
              </a:r>
              <a:endParaRPr lang="en-US" altLang="zh-CN" sz="2400">
                <a:solidFill>
                  <a:schemeClr val="tx1"/>
                </a:solidFill>
                <a:ea typeface="宋体" pitchFamily="2" charset="-122"/>
              </a:endParaRPr>
            </a:p>
          </p:txBody>
        </p:sp>
        <p:sp>
          <p:nvSpPr>
            <p:cNvPr id="10269" name="Oval 12"/>
            <p:cNvSpPr>
              <a:spLocks noChangeArrowheads="1"/>
            </p:cNvSpPr>
            <p:nvPr/>
          </p:nvSpPr>
          <p:spPr bwMode="auto">
            <a:xfrm>
              <a:off x="3744" y="1824"/>
              <a:ext cx="288" cy="288"/>
            </a:xfrm>
            <a:prstGeom prst="ellipse">
              <a:avLst/>
            </a:prstGeom>
            <a:gradFill rotWithShape="0">
              <a:gsLst>
                <a:gs pos="0">
                  <a:srgbClr val="FFCC99"/>
                </a:gs>
                <a:gs pos="100000">
                  <a:srgbClr val="765E47"/>
                </a:gs>
              </a:gsLst>
              <a:path path="shape">
                <a:fillToRect l="50000" t="50000" r="50000" b="50000"/>
              </a:path>
            </a:gradFill>
            <a:ln w="952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ea typeface="宋体" pitchFamily="2" charset="-122"/>
                </a:rPr>
                <a:t>±</a:t>
              </a:r>
              <a:endParaRPr lang="en-US" altLang="zh-CN" sz="2400">
                <a:solidFill>
                  <a:schemeClr val="tx1"/>
                </a:solidFill>
                <a:ea typeface="宋体" pitchFamily="2" charset="-122"/>
              </a:endParaRPr>
            </a:p>
          </p:txBody>
        </p:sp>
        <p:sp>
          <p:nvSpPr>
            <p:cNvPr id="10270" name="Oval 13"/>
            <p:cNvSpPr>
              <a:spLocks noChangeArrowheads="1"/>
            </p:cNvSpPr>
            <p:nvPr/>
          </p:nvSpPr>
          <p:spPr bwMode="auto">
            <a:xfrm>
              <a:off x="3744" y="1440"/>
              <a:ext cx="288" cy="288"/>
            </a:xfrm>
            <a:prstGeom prst="ellipse">
              <a:avLst/>
            </a:prstGeom>
            <a:gradFill rotWithShape="0">
              <a:gsLst>
                <a:gs pos="0">
                  <a:srgbClr val="FFCC99"/>
                </a:gs>
                <a:gs pos="100000">
                  <a:srgbClr val="765E47"/>
                </a:gs>
              </a:gsLst>
              <a:path path="shape">
                <a:fillToRect l="50000" t="50000" r="50000" b="50000"/>
              </a:path>
            </a:gradFill>
            <a:ln w="952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ea typeface="宋体" pitchFamily="2" charset="-122"/>
                </a:rPr>
                <a:t>±</a:t>
              </a:r>
              <a:endParaRPr lang="en-US" altLang="zh-CN" sz="2400">
                <a:solidFill>
                  <a:schemeClr val="tx1"/>
                </a:solidFill>
                <a:ea typeface="宋体" pitchFamily="2" charset="-122"/>
              </a:endParaRPr>
            </a:p>
          </p:txBody>
        </p:sp>
        <p:sp>
          <p:nvSpPr>
            <p:cNvPr id="10271" name="Oval 14"/>
            <p:cNvSpPr>
              <a:spLocks noChangeArrowheads="1"/>
            </p:cNvSpPr>
            <p:nvPr/>
          </p:nvSpPr>
          <p:spPr bwMode="auto">
            <a:xfrm>
              <a:off x="4176" y="1440"/>
              <a:ext cx="288" cy="288"/>
            </a:xfrm>
            <a:prstGeom prst="ellipse">
              <a:avLst/>
            </a:prstGeom>
            <a:gradFill rotWithShape="0">
              <a:gsLst>
                <a:gs pos="0">
                  <a:srgbClr val="FFCC99"/>
                </a:gs>
                <a:gs pos="100000">
                  <a:srgbClr val="765E47"/>
                </a:gs>
              </a:gsLst>
              <a:path path="shape">
                <a:fillToRect l="50000" t="50000" r="50000" b="50000"/>
              </a:path>
            </a:gradFill>
            <a:ln w="952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ea typeface="宋体" pitchFamily="2" charset="-122"/>
                </a:rPr>
                <a:t>±</a:t>
              </a:r>
              <a:endParaRPr lang="en-US" altLang="zh-CN" sz="2400">
                <a:solidFill>
                  <a:schemeClr val="tx1"/>
                </a:solidFill>
                <a:ea typeface="宋体" pitchFamily="2" charset="-122"/>
              </a:endParaRPr>
            </a:p>
          </p:txBody>
        </p:sp>
        <p:sp>
          <p:nvSpPr>
            <p:cNvPr id="10272" name="Oval 15"/>
            <p:cNvSpPr>
              <a:spLocks noChangeArrowheads="1"/>
            </p:cNvSpPr>
            <p:nvPr/>
          </p:nvSpPr>
          <p:spPr bwMode="auto">
            <a:xfrm>
              <a:off x="4176" y="1824"/>
              <a:ext cx="288" cy="288"/>
            </a:xfrm>
            <a:prstGeom prst="ellipse">
              <a:avLst/>
            </a:prstGeom>
            <a:gradFill rotWithShape="0">
              <a:gsLst>
                <a:gs pos="0">
                  <a:srgbClr val="FFCC99"/>
                </a:gs>
                <a:gs pos="100000">
                  <a:srgbClr val="765E47"/>
                </a:gs>
              </a:gsLst>
              <a:path path="shape">
                <a:fillToRect l="50000" t="50000" r="50000" b="50000"/>
              </a:path>
            </a:gradFill>
            <a:ln w="952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ea typeface="宋体" pitchFamily="2" charset="-122"/>
                </a:rPr>
                <a:t>±</a:t>
              </a:r>
              <a:endParaRPr lang="en-US" altLang="zh-CN" sz="2400">
                <a:solidFill>
                  <a:schemeClr val="tx1"/>
                </a:solidFill>
                <a:ea typeface="宋体" pitchFamily="2" charset="-122"/>
              </a:endParaRPr>
            </a:p>
          </p:txBody>
        </p:sp>
        <p:sp>
          <p:nvSpPr>
            <p:cNvPr id="10273" name="Oval 16"/>
            <p:cNvSpPr>
              <a:spLocks noChangeArrowheads="1"/>
            </p:cNvSpPr>
            <p:nvPr/>
          </p:nvSpPr>
          <p:spPr bwMode="auto">
            <a:xfrm>
              <a:off x="4176" y="2208"/>
              <a:ext cx="288" cy="288"/>
            </a:xfrm>
            <a:prstGeom prst="ellipse">
              <a:avLst/>
            </a:prstGeom>
            <a:gradFill rotWithShape="0">
              <a:gsLst>
                <a:gs pos="0">
                  <a:srgbClr val="FFCC99"/>
                </a:gs>
                <a:gs pos="100000">
                  <a:srgbClr val="765E47"/>
                </a:gs>
              </a:gsLst>
              <a:path path="shape">
                <a:fillToRect l="50000" t="50000" r="50000" b="50000"/>
              </a:path>
            </a:gradFill>
            <a:ln w="952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ea typeface="宋体" pitchFamily="2" charset="-122"/>
                </a:rPr>
                <a:t>±</a:t>
              </a:r>
              <a:endParaRPr lang="en-US" altLang="zh-CN" sz="2400">
                <a:solidFill>
                  <a:schemeClr val="tx1"/>
                </a:solidFill>
                <a:ea typeface="宋体" pitchFamily="2" charset="-122"/>
              </a:endParaRPr>
            </a:p>
          </p:txBody>
        </p:sp>
        <p:sp>
          <p:nvSpPr>
            <p:cNvPr id="10274" name="Oval 17"/>
            <p:cNvSpPr>
              <a:spLocks noChangeArrowheads="1"/>
            </p:cNvSpPr>
            <p:nvPr/>
          </p:nvSpPr>
          <p:spPr bwMode="auto">
            <a:xfrm>
              <a:off x="4608" y="2208"/>
              <a:ext cx="288" cy="288"/>
            </a:xfrm>
            <a:prstGeom prst="ellipse">
              <a:avLst/>
            </a:prstGeom>
            <a:gradFill rotWithShape="0">
              <a:gsLst>
                <a:gs pos="0">
                  <a:srgbClr val="FFCC99"/>
                </a:gs>
                <a:gs pos="100000">
                  <a:srgbClr val="765E47"/>
                </a:gs>
              </a:gsLst>
              <a:path path="shape">
                <a:fillToRect l="50000" t="50000" r="50000" b="50000"/>
              </a:path>
            </a:gradFill>
            <a:ln w="952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ea typeface="宋体" pitchFamily="2" charset="-122"/>
                </a:rPr>
                <a:t>±</a:t>
              </a:r>
              <a:endParaRPr lang="en-US" altLang="zh-CN" sz="2400">
                <a:solidFill>
                  <a:schemeClr val="tx1"/>
                </a:solidFill>
                <a:ea typeface="宋体" pitchFamily="2" charset="-122"/>
              </a:endParaRPr>
            </a:p>
          </p:txBody>
        </p:sp>
        <p:sp>
          <p:nvSpPr>
            <p:cNvPr id="10275" name="Oval 18"/>
            <p:cNvSpPr>
              <a:spLocks noChangeArrowheads="1"/>
            </p:cNvSpPr>
            <p:nvPr/>
          </p:nvSpPr>
          <p:spPr bwMode="auto">
            <a:xfrm>
              <a:off x="4608" y="1824"/>
              <a:ext cx="288" cy="288"/>
            </a:xfrm>
            <a:prstGeom prst="ellipse">
              <a:avLst/>
            </a:prstGeom>
            <a:gradFill rotWithShape="0">
              <a:gsLst>
                <a:gs pos="0">
                  <a:srgbClr val="FFCC99"/>
                </a:gs>
                <a:gs pos="100000">
                  <a:srgbClr val="765E47"/>
                </a:gs>
              </a:gsLst>
              <a:path path="shape">
                <a:fillToRect l="50000" t="50000" r="50000" b="50000"/>
              </a:path>
            </a:gradFill>
            <a:ln w="952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ea typeface="宋体" pitchFamily="2" charset="-122"/>
                </a:rPr>
                <a:t>±</a:t>
              </a:r>
              <a:endParaRPr lang="en-US" altLang="zh-CN" sz="2400">
                <a:solidFill>
                  <a:schemeClr val="tx1"/>
                </a:solidFill>
                <a:ea typeface="宋体" pitchFamily="2" charset="-122"/>
              </a:endParaRPr>
            </a:p>
          </p:txBody>
        </p:sp>
        <p:sp>
          <p:nvSpPr>
            <p:cNvPr id="10276" name="Oval 19"/>
            <p:cNvSpPr>
              <a:spLocks noChangeArrowheads="1"/>
            </p:cNvSpPr>
            <p:nvPr/>
          </p:nvSpPr>
          <p:spPr bwMode="auto">
            <a:xfrm>
              <a:off x="4608" y="1440"/>
              <a:ext cx="288" cy="288"/>
            </a:xfrm>
            <a:prstGeom prst="ellipse">
              <a:avLst/>
            </a:prstGeom>
            <a:gradFill rotWithShape="0">
              <a:gsLst>
                <a:gs pos="0">
                  <a:srgbClr val="FFCC99"/>
                </a:gs>
                <a:gs pos="100000">
                  <a:srgbClr val="765E47"/>
                </a:gs>
              </a:gsLst>
              <a:path path="shape">
                <a:fillToRect l="50000" t="50000" r="50000" b="50000"/>
              </a:path>
            </a:gradFill>
            <a:ln w="9525">
              <a:solidFill>
                <a:srgbClr val="9966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ea typeface="宋体" pitchFamily="2" charset="-122"/>
                </a:rPr>
                <a:t>±</a:t>
              </a:r>
              <a:endParaRPr lang="en-US" altLang="zh-CN" sz="2400">
                <a:solidFill>
                  <a:schemeClr val="tx1"/>
                </a:solidFill>
                <a:ea typeface="宋体" pitchFamily="2" charset="-122"/>
              </a:endParaRPr>
            </a:p>
          </p:txBody>
        </p:sp>
      </p:grpSp>
      <p:pic>
        <p:nvPicPr>
          <p:cNvPr id="36" name="Picture 6" descr="26-25a"/>
          <p:cNvPicPr>
            <a:picLocks noChangeAspect="1" noChangeArrowheads="1"/>
          </p:cNvPicPr>
          <p:nvPr/>
        </p:nvPicPr>
        <p:blipFill>
          <a:blip r:embed="rId9">
            <a:extLst>
              <a:ext uri="{28A0092B-C50C-407E-A947-70E740481C1C}">
                <a14:useLocalDpi xmlns:a14="http://schemas.microsoft.com/office/drawing/2010/main" val="0"/>
              </a:ext>
            </a:extLst>
          </a:blip>
          <a:srcRect b="37276"/>
          <a:stretch>
            <a:fillRect/>
          </a:stretch>
        </p:blipFill>
        <p:spPr bwMode="auto">
          <a:xfrm>
            <a:off x="6443663" y="-157163"/>
            <a:ext cx="2092325" cy="1519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47490"/>
                                        </p:tgtEl>
                                        <p:attrNameLst>
                                          <p:attrName>style.visibility</p:attrName>
                                        </p:attrNameLst>
                                      </p:cBhvr>
                                      <p:to>
                                        <p:strVal val="visible"/>
                                      </p:to>
                                    </p:set>
                                    <p:animEffect transition="in" filter="wipe(left)">
                                      <p:cBhvr>
                                        <p:cTn id="7" dur="500"/>
                                        <p:tgtEl>
                                          <p:spTgt spid="44749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dissolve">
                                      <p:cBhvr>
                                        <p:cTn id="12" dur="500"/>
                                        <p:tgtEl>
                                          <p:spTgt spid="19"/>
                                        </p:tgtEl>
                                      </p:cBhvr>
                                    </p:animEffect>
                                  </p:childTnLst>
                                </p:cTn>
                              </p:par>
                              <p:par>
                                <p:cTn id="13" presetID="1" presetClass="entr" presetSubtype="0" fill="hold" nodeType="with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447491"/>
                                        </p:tgtEl>
                                        <p:attrNameLst>
                                          <p:attrName>style.visibility</p:attrName>
                                        </p:attrNameLst>
                                      </p:cBhvr>
                                      <p:to>
                                        <p:strVal val="visible"/>
                                      </p:to>
                                    </p:set>
                                    <p:animEffect transition="in" filter="wipe(left)">
                                      <p:cBhvr>
                                        <p:cTn id="19" dur="500"/>
                                        <p:tgtEl>
                                          <p:spTgt spid="447491"/>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grpId="0" nodeType="clickEffect">
                                  <p:stCondLst>
                                    <p:cond delay="0"/>
                                  </p:stCondLst>
                                  <p:iterate type="lt">
                                    <p:tmPct val="100000"/>
                                  </p:iterate>
                                  <p:childTnLst>
                                    <p:set>
                                      <p:cBhvr>
                                        <p:cTn id="23" dur="1" fill="hold">
                                          <p:stCondLst>
                                            <p:cond delay="0"/>
                                          </p:stCondLst>
                                        </p:cTn>
                                        <p:tgtEl>
                                          <p:spTgt spid="447492"/>
                                        </p:tgtEl>
                                        <p:attrNameLst>
                                          <p:attrName>style.visibility</p:attrName>
                                        </p:attrNameLst>
                                      </p:cBhvr>
                                      <p:to>
                                        <p:strVal val="visible"/>
                                      </p:to>
                                    </p:set>
                                    <p:animEffect transition="in" filter="wipe(left)">
                                      <p:cBhvr>
                                        <p:cTn id="24" dur="75"/>
                                        <p:tgtEl>
                                          <p:spTgt spid="447492"/>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447495"/>
                                        </p:tgtEl>
                                        <p:attrNameLst>
                                          <p:attrName>style.visibility</p:attrName>
                                        </p:attrNameLst>
                                      </p:cBhvr>
                                      <p:to>
                                        <p:strVal val="visible"/>
                                      </p:to>
                                    </p:set>
                                    <p:animEffect transition="in" filter="wipe(left)">
                                      <p:cBhvr>
                                        <p:cTn id="29" dur="500"/>
                                        <p:tgtEl>
                                          <p:spTgt spid="447495"/>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447493"/>
                                        </p:tgtEl>
                                        <p:attrNameLst>
                                          <p:attrName>style.visibility</p:attrName>
                                        </p:attrNameLst>
                                      </p:cBhvr>
                                      <p:to>
                                        <p:strVal val="visible"/>
                                      </p:to>
                                    </p:set>
                                    <p:animEffect transition="in" filter="wipe(left)">
                                      <p:cBhvr>
                                        <p:cTn id="34" dur="500"/>
                                        <p:tgtEl>
                                          <p:spTgt spid="447493"/>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447498">
                                            <p:txEl>
                                              <p:pRg st="0" end="0"/>
                                            </p:txEl>
                                          </p:spTgt>
                                        </p:tgtEl>
                                        <p:attrNameLst>
                                          <p:attrName>style.visibility</p:attrName>
                                        </p:attrNameLst>
                                      </p:cBhvr>
                                      <p:to>
                                        <p:strVal val="visible"/>
                                      </p:to>
                                    </p:set>
                                    <p:animEffect transition="in" filter="wipe(left)">
                                      <p:cBhvr>
                                        <p:cTn id="39" dur="500"/>
                                        <p:tgtEl>
                                          <p:spTgt spid="447498">
                                            <p:txEl>
                                              <p:pRg st="0" end="0"/>
                                            </p:txEl>
                                          </p:spTgt>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447499">
                                            <p:txEl>
                                              <p:pRg st="0" end="0"/>
                                            </p:txEl>
                                          </p:spTgt>
                                        </p:tgtEl>
                                        <p:attrNameLst>
                                          <p:attrName>style.visibility</p:attrName>
                                        </p:attrNameLst>
                                      </p:cBhvr>
                                      <p:to>
                                        <p:strVal val="visible"/>
                                      </p:to>
                                    </p:set>
                                    <p:animEffect transition="in" filter="wipe(left)">
                                      <p:cBhvr>
                                        <p:cTn id="44" dur="500"/>
                                        <p:tgtEl>
                                          <p:spTgt spid="447499">
                                            <p:txEl>
                                              <p:pRg st="0" end="0"/>
                                            </p:txEl>
                                          </p:spTgt>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447500"/>
                                        </p:tgtEl>
                                        <p:attrNameLst>
                                          <p:attrName>style.visibility</p:attrName>
                                        </p:attrNameLst>
                                      </p:cBhvr>
                                      <p:to>
                                        <p:strVal val="visible"/>
                                      </p:to>
                                    </p:set>
                                    <p:animEffect transition="in" filter="wipe(left)">
                                      <p:cBhvr>
                                        <p:cTn id="49" dur="500"/>
                                        <p:tgtEl>
                                          <p:spTgt spid="447500"/>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447501">
                                            <p:txEl>
                                              <p:pRg st="0" end="0"/>
                                            </p:txEl>
                                          </p:spTgt>
                                        </p:tgtEl>
                                        <p:attrNameLst>
                                          <p:attrName>style.visibility</p:attrName>
                                        </p:attrNameLst>
                                      </p:cBhvr>
                                      <p:to>
                                        <p:strVal val="visible"/>
                                      </p:to>
                                    </p:set>
                                    <p:animEffect transition="in" filter="wipe(left)">
                                      <p:cBhvr>
                                        <p:cTn id="54" dur="500"/>
                                        <p:tgtEl>
                                          <p:spTgt spid="447501">
                                            <p:txEl>
                                              <p:pRg st="0" end="0"/>
                                            </p:txEl>
                                          </p:spTgt>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447506"/>
                                        </p:tgtEl>
                                        <p:attrNameLst>
                                          <p:attrName>style.visibility</p:attrName>
                                        </p:attrNameLst>
                                      </p:cBhvr>
                                      <p:to>
                                        <p:strVal val="visible"/>
                                      </p:to>
                                    </p:set>
                                    <p:animEffect transition="in" filter="wipe(left)">
                                      <p:cBhvr>
                                        <p:cTn id="59" dur="500"/>
                                        <p:tgtEl>
                                          <p:spTgt spid="447506"/>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nodeType="clickEffect">
                                  <p:stCondLst>
                                    <p:cond delay="0"/>
                                  </p:stCondLst>
                                  <p:childTnLst>
                                    <p:set>
                                      <p:cBhvr>
                                        <p:cTn id="63" dur="1" fill="hold">
                                          <p:stCondLst>
                                            <p:cond delay="0"/>
                                          </p:stCondLst>
                                        </p:cTn>
                                        <p:tgtEl>
                                          <p:spTgt spid="447502"/>
                                        </p:tgtEl>
                                        <p:attrNameLst>
                                          <p:attrName>style.visibility</p:attrName>
                                        </p:attrNameLst>
                                      </p:cBhvr>
                                      <p:to>
                                        <p:strVal val="visible"/>
                                      </p:to>
                                    </p:set>
                                    <p:animEffect transition="in" filter="wipe(left)">
                                      <p:cBhvr>
                                        <p:cTn id="64" dur="500"/>
                                        <p:tgtEl>
                                          <p:spTgt spid="447502"/>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447503">
                                            <p:txEl>
                                              <p:pRg st="0" end="0"/>
                                            </p:txEl>
                                          </p:spTgt>
                                        </p:tgtEl>
                                        <p:attrNameLst>
                                          <p:attrName>style.visibility</p:attrName>
                                        </p:attrNameLst>
                                      </p:cBhvr>
                                      <p:to>
                                        <p:strVal val="visible"/>
                                      </p:to>
                                    </p:set>
                                    <p:animEffect transition="in" filter="wipe(left)">
                                      <p:cBhvr>
                                        <p:cTn id="69" dur="500"/>
                                        <p:tgtEl>
                                          <p:spTgt spid="447503">
                                            <p:txEl>
                                              <p:pRg st="0" end="0"/>
                                            </p:txEl>
                                          </p:spTgt>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447508"/>
                                        </p:tgtEl>
                                        <p:attrNameLst>
                                          <p:attrName>style.visibility</p:attrName>
                                        </p:attrNameLst>
                                      </p:cBhvr>
                                      <p:to>
                                        <p:strVal val="visible"/>
                                      </p:to>
                                    </p:set>
                                    <p:animEffect transition="in" filter="wipe(left)">
                                      <p:cBhvr>
                                        <p:cTn id="74" dur="500"/>
                                        <p:tgtEl>
                                          <p:spTgt spid="447508"/>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447504">
                                            <p:txEl>
                                              <p:pRg st="0" end="0"/>
                                            </p:txEl>
                                          </p:spTgt>
                                        </p:tgtEl>
                                        <p:attrNameLst>
                                          <p:attrName>style.visibility</p:attrName>
                                        </p:attrNameLst>
                                      </p:cBhvr>
                                      <p:to>
                                        <p:strVal val="visible"/>
                                      </p:to>
                                    </p:set>
                                    <p:animEffect transition="in" filter="wipe(left)">
                                      <p:cBhvr>
                                        <p:cTn id="79" dur="500"/>
                                        <p:tgtEl>
                                          <p:spTgt spid="447504">
                                            <p:txEl>
                                              <p:pRg st="0" end="0"/>
                                            </p:txEl>
                                          </p:spTgt>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447507"/>
                                        </p:tgtEl>
                                        <p:attrNameLst>
                                          <p:attrName>style.visibility</p:attrName>
                                        </p:attrNameLst>
                                      </p:cBhvr>
                                      <p:to>
                                        <p:strVal val="visible"/>
                                      </p:to>
                                    </p:set>
                                    <p:animEffect transition="in" filter="wipe(left)">
                                      <p:cBhvr>
                                        <p:cTn id="84" dur="500"/>
                                        <p:tgtEl>
                                          <p:spTgt spid="447507"/>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8" fill="hold" nodeType="clickEffect">
                                  <p:stCondLst>
                                    <p:cond delay="0"/>
                                  </p:stCondLst>
                                  <p:childTnLst>
                                    <p:set>
                                      <p:cBhvr>
                                        <p:cTn id="88" dur="1" fill="hold">
                                          <p:stCondLst>
                                            <p:cond delay="0"/>
                                          </p:stCondLst>
                                        </p:cTn>
                                        <p:tgtEl>
                                          <p:spTgt spid="447505"/>
                                        </p:tgtEl>
                                        <p:attrNameLst>
                                          <p:attrName>style.visibility</p:attrName>
                                        </p:attrNameLst>
                                      </p:cBhvr>
                                      <p:to>
                                        <p:strVal val="visible"/>
                                      </p:to>
                                    </p:set>
                                    <p:animEffect transition="in" filter="wipe(left)">
                                      <p:cBhvr>
                                        <p:cTn id="89" dur="500"/>
                                        <p:tgtEl>
                                          <p:spTgt spid="447505"/>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22" presetClass="entr" presetSubtype="8" fill="hold" grpId="0" nodeType="clickEffect">
                                  <p:stCondLst>
                                    <p:cond delay="0"/>
                                  </p:stCondLst>
                                  <p:iterate type="lt">
                                    <p:tmPct val="100000"/>
                                  </p:iterate>
                                  <p:childTnLst>
                                    <p:set>
                                      <p:cBhvr>
                                        <p:cTn id="93" dur="1" fill="hold">
                                          <p:stCondLst>
                                            <p:cond delay="0"/>
                                          </p:stCondLst>
                                        </p:cTn>
                                        <p:tgtEl>
                                          <p:spTgt spid="447494"/>
                                        </p:tgtEl>
                                        <p:attrNameLst>
                                          <p:attrName>style.visibility</p:attrName>
                                        </p:attrNameLst>
                                      </p:cBhvr>
                                      <p:to>
                                        <p:strVal val="visible"/>
                                      </p:to>
                                    </p:set>
                                    <p:animEffect transition="in" filter="wipe(left)">
                                      <p:cBhvr>
                                        <p:cTn id="94" dur="75"/>
                                        <p:tgtEl>
                                          <p:spTgt spid="4474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7490" grpId="0" animBg="1" autoUpdateAnimBg="0"/>
      <p:bldP spid="447491" grpId="0" autoUpdateAnimBg="0"/>
      <p:bldP spid="447492" grpId="0" autoUpdateAnimBg="0"/>
      <p:bldP spid="447493" grpId="0" autoUpdateAnimBg="0"/>
      <p:bldP spid="447494" grpId="0" autoUpdateAnimBg="0"/>
      <p:bldP spid="447498" grpId="0" build="p" autoUpdateAnimBg="0"/>
      <p:bldP spid="447499" grpId="0" build="p" autoUpdateAnimBg="0"/>
      <p:bldP spid="447500" grpId="0" animBg="1"/>
      <p:bldP spid="447501" grpId="0" build="p" autoUpdateAnimBg="0"/>
      <p:bldP spid="447503" grpId="0" build="p" autoUpdateAnimBg="0"/>
      <p:bldP spid="447504" grpId="0" build="p" autoUpdateAnimBg="0"/>
      <p:bldP spid="447506" grpId="0" animBg="1"/>
      <p:bldP spid="447507" grpId="0" animBg="1"/>
      <p:bldP spid="44750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8" name="Text Box 4"/>
          <p:cNvSpPr txBox="1">
            <a:spLocks noChangeArrowheads="1"/>
          </p:cNvSpPr>
          <p:nvPr/>
        </p:nvSpPr>
        <p:spPr bwMode="auto">
          <a:xfrm>
            <a:off x="467544" y="260648"/>
            <a:ext cx="77041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dirty="0">
                <a:solidFill>
                  <a:srgbClr val="0000FF"/>
                </a:solidFill>
                <a:latin typeface="楷体" panose="02010609060101010101" pitchFamily="49" charset="-122"/>
                <a:ea typeface="楷体" panose="02010609060101010101" pitchFamily="49" charset="-122"/>
              </a:rPr>
              <a:t>家用微波炉</a:t>
            </a:r>
            <a:r>
              <a:rPr lang="zh-CN" altLang="en-US" sz="2800" b="1" dirty="0">
                <a:latin typeface="楷体" panose="02010609060101010101" pitchFamily="49" charset="-122"/>
                <a:ea typeface="楷体" panose="02010609060101010101" pitchFamily="49" charset="-122"/>
              </a:rPr>
              <a:t>加热的原理</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介质分子的反复极化</a:t>
            </a:r>
          </a:p>
        </p:txBody>
      </p:sp>
      <p:pic>
        <p:nvPicPr>
          <p:cNvPr id="282630" name="Picture 6" descr="T7-6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47875" y="1341438"/>
            <a:ext cx="5045075" cy="4470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82628"/>
                                        </p:tgtEl>
                                        <p:attrNameLst>
                                          <p:attrName>style.visibility</p:attrName>
                                        </p:attrNameLst>
                                      </p:cBhvr>
                                      <p:to>
                                        <p:strVal val="visible"/>
                                      </p:to>
                                    </p:set>
                                    <p:animEffect transition="in" filter="wipe(left)">
                                      <p:cBhvr>
                                        <p:cTn id="7" dur="500"/>
                                        <p:tgtEl>
                                          <p:spTgt spid="28262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82630"/>
                                        </p:tgtEl>
                                        <p:attrNameLst>
                                          <p:attrName>style.visibility</p:attrName>
                                        </p:attrNameLst>
                                      </p:cBhvr>
                                      <p:to>
                                        <p:strVal val="visible"/>
                                      </p:to>
                                    </p:set>
                                    <p:animEffect transition="in" filter="wipe(left)">
                                      <p:cBhvr>
                                        <p:cTn id="12" dur="500"/>
                                        <p:tgtEl>
                                          <p:spTgt spid="2826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262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51" name="Text Box 39"/>
          <p:cNvSpPr txBox="1">
            <a:spLocks noChangeArrowheads="1"/>
          </p:cNvSpPr>
          <p:nvPr/>
        </p:nvSpPr>
        <p:spPr bwMode="auto">
          <a:xfrm>
            <a:off x="250825" y="260350"/>
            <a:ext cx="7691438" cy="5191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0"/>
              </a:spcBef>
            </a:pPr>
            <a:r>
              <a:rPr lang="en-US" altLang="zh-CN" sz="2800" b="1">
                <a:solidFill>
                  <a:srgbClr val="3333FF"/>
                </a:solidFill>
              </a:rPr>
              <a:t>3</a:t>
            </a:r>
            <a:r>
              <a:rPr lang="zh-CN" altLang="en-US" sz="2800" b="1">
                <a:solidFill>
                  <a:srgbClr val="3333FF"/>
                </a:solidFill>
              </a:rPr>
              <a:t>、关于电极化强度的说明</a:t>
            </a:r>
            <a:endParaRPr lang="zh-CN" altLang="en-US" sz="3600" b="1"/>
          </a:p>
        </p:txBody>
      </p:sp>
      <p:sp>
        <p:nvSpPr>
          <p:cNvPr id="474152" name="Text Box 40"/>
          <p:cNvSpPr txBox="1">
            <a:spLocks noChangeArrowheads="1"/>
          </p:cNvSpPr>
          <p:nvPr/>
        </p:nvSpPr>
        <p:spPr bwMode="auto">
          <a:xfrm>
            <a:off x="323850" y="836613"/>
            <a:ext cx="8496300" cy="17843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0"/>
              </a:spcBef>
              <a:buFontTx/>
              <a:buChar char="•"/>
            </a:pPr>
            <a:r>
              <a:rPr lang="zh-CN" altLang="en-US" sz="2200" b="1" dirty="0">
                <a:solidFill>
                  <a:schemeClr val="tx1"/>
                </a:solidFill>
                <a:ea typeface="宋体" pitchFamily="2" charset="-122"/>
              </a:rPr>
              <a:t>电极化强度用来表征电介质极化程度的物理量；</a:t>
            </a:r>
          </a:p>
          <a:p>
            <a:pPr eaLnBrk="1" hangingPunct="1">
              <a:spcBef>
                <a:spcPct val="0"/>
              </a:spcBef>
              <a:buFontTx/>
              <a:buChar char="•"/>
            </a:pPr>
            <a:r>
              <a:rPr lang="zh-CN" altLang="en-US" sz="2200" b="1" dirty="0">
                <a:solidFill>
                  <a:schemeClr val="tx1"/>
                </a:solidFill>
                <a:ea typeface="宋体" pitchFamily="2" charset="-122"/>
              </a:rPr>
              <a:t>单位：</a:t>
            </a:r>
            <a:r>
              <a:rPr lang="en-US" altLang="zh-CN" sz="2200" b="1" dirty="0">
                <a:solidFill>
                  <a:schemeClr val="tx1"/>
                </a:solidFill>
                <a:ea typeface="宋体" pitchFamily="2" charset="-122"/>
              </a:rPr>
              <a:t>C.m</a:t>
            </a:r>
            <a:r>
              <a:rPr lang="en-US" altLang="zh-CN" sz="2200" b="1" baseline="30000" dirty="0">
                <a:solidFill>
                  <a:schemeClr val="tx1"/>
                </a:solidFill>
                <a:ea typeface="宋体" pitchFamily="2" charset="-122"/>
              </a:rPr>
              <a:t>-2</a:t>
            </a:r>
            <a:r>
              <a:rPr lang="zh-CN" altLang="en-US" sz="2200" b="1" dirty="0">
                <a:solidFill>
                  <a:schemeClr val="tx1"/>
                </a:solidFill>
                <a:ea typeface="宋体" pitchFamily="2" charset="-122"/>
              </a:rPr>
              <a:t>，与电荷面密度的单位相同；</a:t>
            </a:r>
          </a:p>
          <a:p>
            <a:pPr eaLnBrk="1" hangingPunct="1">
              <a:spcBef>
                <a:spcPct val="0"/>
              </a:spcBef>
              <a:buFontTx/>
              <a:buChar char="•"/>
            </a:pPr>
            <a:r>
              <a:rPr lang="zh-CN" altLang="en-US" sz="2200" b="1" dirty="0">
                <a:solidFill>
                  <a:schemeClr val="tx1"/>
                </a:solidFill>
                <a:ea typeface="宋体" pitchFamily="2" charset="-122"/>
              </a:rPr>
              <a:t>当电介质处于确定的极化状态时，介质中每一宏观点有唯一的极化强度，若电介质的</a:t>
            </a:r>
            <a:r>
              <a:rPr lang="zh-CN" altLang="en-US" sz="2200" b="1" dirty="0">
                <a:solidFill>
                  <a:schemeClr val="folHlink"/>
                </a:solidFill>
                <a:ea typeface="宋体" pitchFamily="2" charset="-122"/>
              </a:rPr>
              <a:t>电极化强度大小和方向相同</a:t>
            </a:r>
            <a:r>
              <a:rPr lang="zh-CN" altLang="en-US" sz="2200" b="1" dirty="0">
                <a:solidFill>
                  <a:schemeClr val="tx1"/>
                </a:solidFill>
                <a:ea typeface="宋体" pitchFamily="2" charset="-122"/>
              </a:rPr>
              <a:t>，称为</a:t>
            </a:r>
            <a:r>
              <a:rPr lang="zh-CN" altLang="en-US" sz="2200" b="1" dirty="0">
                <a:solidFill>
                  <a:srgbClr val="FF0000"/>
                </a:solidFill>
                <a:ea typeface="宋体" pitchFamily="2" charset="-122"/>
              </a:rPr>
              <a:t>均匀极化</a:t>
            </a:r>
            <a:r>
              <a:rPr lang="zh-CN" altLang="en-US" sz="2200" b="1" dirty="0">
                <a:solidFill>
                  <a:schemeClr val="tx1"/>
                </a:solidFill>
                <a:ea typeface="宋体" pitchFamily="2" charset="-122"/>
              </a:rPr>
              <a:t>；否则，称为</a:t>
            </a:r>
            <a:r>
              <a:rPr lang="zh-CN" altLang="en-US" sz="2200" b="1" dirty="0">
                <a:solidFill>
                  <a:srgbClr val="FF0000"/>
                </a:solidFill>
                <a:ea typeface="宋体" pitchFamily="2" charset="-122"/>
              </a:rPr>
              <a:t>非均匀极化</a:t>
            </a:r>
            <a:r>
              <a:rPr lang="zh-CN" altLang="en-US" sz="2200" b="1" dirty="0">
                <a:solidFill>
                  <a:schemeClr val="tx1"/>
                </a:solidFill>
                <a:ea typeface="宋体" pitchFamily="2" charset="-122"/>
              </a:rPr>
              <a:t>。</a:t>
            </a:r>
          </a:p>
        </p:txBody>
      </p:sp>
      <p:sp>
        <p:nvSpPr>
          <p:cNvPr id="474153" name="Text Box 41"/>
          <p:cNvSpPr txBox="1">
            <a:spLocks noChangeArrowheads="1"/>
          </p:cNvSpPr>
          <p:nvPr/>
        </p:nvSpPr>
        <p:spPr bwMode="auto">
          <a:xfrm>
            <a:off x="250825" y="3141663"/>
            <a:ext cx="990600" cy="557212"/>
          </a:xfrm>
          <a:prstGeom prst="rect">
            <a:avLst/>
          </a:prstGeom>
          <a:noFill/>
          <a:ln w="38100">
            <a:pattFill prst="pct60">
              <a:fgClr>
                <a:srgbClr val="FF0000"/>
              </a:fgClr>
              <a:bgClr>
                <a:srgbClr val="FFFFFF"/>
              </a:bgClr>
            </a:patt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a:spcBef>
                <a:spcPct val="50000"/>
              </a:spcBef>
            </a:pPr>
            <a:r>
              <a:rPr lang="zh-CN" altLang="en-US" sz="2800" b="1">
                <a:solidFill>
                  <a:schemeClr val="tx1"/>
                </a:solidFill>
              </a:rPr>
              <a:t>注意</a:t>
            </a:r>
          </a:p>
        </p:txBody>
      </p:sp>
      <p:sp>
        <p:nvSpPr>
          <p:cNvPr id="474154" name="Text Box 42"/>
          <p:cNvSpPr txBox="1">
            <a:spLocks noChangeArrowheads="1"/>
          </p:cNvSpPr>
          <p:nvPr/>
        </p:nvSpPr>
        <p:spPr bwMode="auto">
          <a:xfrm>
            <a:off x="1449388" y="2636838"/>
            <a:ext cx="5257800" cy="11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nSpc>
                <a:spcPct val="120000"/>
              </a:lnSpc>
              <a:spcBef>
                <a:spcPct val="50000"/>
              </a:spcBef>
            </a:pPr>
            <a:r>
              <a:rPr lang="en-US" altLang="zh-CN" sz="2800" b="1">
                <a:solidFill>
                  <a:schemeClr val="tx1"/>
                </a:solidFill>
                <a:latin typeface="楷体_GB2312" pitchFamily="49" charset="-122"/>
                <a:sym typeface="Wingdings 2" pitchFamily="18" charset="2"/>
              </a:rPr>
              <a:t> </a:t>
            </a:r>
            <a:r>
              <a:rPr lang="zh-CN" altLang="en-US" sz="2800" b="1">
                <a:solidFill>
                  <a:schemeClr val="tx1"/>
                </a:solidFill>
                <a:latin typeface="楷体_GB2312" pitchFamily="49" charset="-122"/>
              </a:rPr>
              <a:t>真空中各点的极化强度为零。</a:t>
            </a:r>
          </a:p>
        </p:txBody>
      </p:sp>
      <p:sp>
        <p:nvSpPr>
          <p:cNvPr id="474155" name="Text Box 43"/>
          <p:cNvSpPr txBox="1">
            <a:spLocks noChangeArrowheads="1"/>
          </p:cNvSpPr>
          <p:nvPr/>
        </p:nvSpPr>
        <p:spPr bwMode="auto">
          <a:xfrm>
            <a:off x="1449388" y="3170238"/>
            <a:ext cx="5257800" cy="11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nSpc>
                <a:spcPct val="120000"/>
              </a:lnSpc>
              <a:spcBef>
                <a:spcPct val="50000"/>
              </a:spcBef>
            </a:pPr>
            <a:r>
              <a:rPr lang="en-US" altLang="zh-CN" sz="2800" b="1">
                <a:solidFill>
                  <a:schemeClr val="tx1"/>
                </a:solidFill>
                <a:latin typeface="楷体_GB2312" pitchFamily="49" charset="-122"/>
                <a:sym typeface="Wingdings 2" pitchFamily="18" charset="2"/>
              </a:rPr>
              <a:t> </a:t>
            </a:r>
            <a:r>
              <a:rPr lang="zh-CN" altLang="en-US" sz="2800" b="1">
                <a:solidFill>
                  <a:schemeClr val="tx1"/>
                </a:solidFill>
                <a:latin typeface="楷体_GB2312" pitchFamily="49" charset="-122"/>
              </a:rPr>
              <a:t>导体中各点的极化强度为零。</a:t>
            </a:r>
          </a:p>
        </p:txBody>
      </p:sp>
      <p:sp>
        <p:nvSpPr>
          <p:cNvPr id="474156" name="Text Box 44"/>
          <p:cNvSpPr txBox="1">
            <a:spLocks noChangeArrowheads="1"/>
          </p:cNvSpPr>
          <p:nvPr/>
        </p:nvSpPr>
        <p:spPr bwMode="auto">
          <a:xfrm>
            <a:off x="1449388" y="3709988"/>
            <a:ext cx="7010400" cy="604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nSpc>
                <a:spcPct val="120000"/>
              </a:lnSpc>
              <a:spcBef>
                <a:spcPct val="50000"/>
              </a:spcBef>
            </a:pPr>
            <a:r>
              <a:rPr lang="en-US" altLang="zh-CN" sz="2800" b="1">
                <a:solidFill>
                  <a:schemeClr val="tx1"/>
                </a:solidFill>
                <a:latin typeface="楷体_GB2312" pitchFamily="49" charset="-122"/>
                <a:sym typeface="Wingdings 2" pitchFamily="18" charset="2"/>
              </a:rPr>
              <a:t></a:t>
            </a:r>
            <a:r>
              <a:rPr lang="en-US" altLang="zh-CN" sz="2800" b="1">
                <a:solidFill>
                  <a:schemeClr val="tx1"/>
                </a:solidFill>
                <a:latin typeface="楷体_GB2312" pitchFamily="49" charset="-122"/>
              </a:rPr>
              <a:t> </a:t>
            </a:r>
            <a:r>
              <a:rPr lang="zh-CN" altLang="en-US" sz="2800" b="1">
                <a:solidFill>
                  <a:schemeClr val="tx1"/>
                </a:solidFill>
                <a:latin typeface="楷体_GB2312" pitchFamily="49" charset="-122"/>
              </a:rPr>
              <a:t>未极化的介质中各点的极化强度为零。</a:t>
            </a:r>
          </a:p>
        </p:txBody>
      </p:sp>
      <p:sp>
        <p:nvSpPr>
          <p:cNvPr id="474157" name="Text Box 45"/>
          <p:cNvSpPr txBox="1">
            <a:spLocks noChangeArrowheads="1"/>
          </p:cNvSpPr>
          <p:nvPr/>
        </p:nvSpPr>
        <p:spPr bwMode="auto">
          <a:xfrm>
            <a:off x="323850" y="4365625"/>
            <a:ext cx="7691438" cy="5191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0"/>
              </a:spcBef>
            </a:pPr>
            <a:r>
              <a:rPr lang="en-US" altLang="zh-CN" sz="2800" b="1">
                <a:solidFill>
                  <a:srgbClr val="3333FF"/>
                </a:solidFill>
              </a:rPr>
              <a:t>4</a:t>
            </a:r>
            <a:r>
              <a:rPr lang="zh-CN" altLang="en-US" sz="2800" b="1">
                <a:solidFill>
                  <a:srgbClr val="3333FF"/>
                </a:solidFill>
              </a:rPr>
              <a:t>、电极化强度与电场强度的关系</a:t>
            </a:r>
            <a:endParaRPr lang="zh-CN" altLang="en-US" sz="3600" b="1"/>
          </a:p>
        </p:txBody>
      </p:sp>
      <p:sp>
        <p:nvSpPr>
          <p:cNvPr id="474158" name="Text Box 46"/>
          <p:cNvSpPr txBox="1">
            <a:spLocks noChangeArrowheads="1"/>
          </p:cNvSpPr>
          <p:nvPr/>
        </p:nvSpPr>
        <p:spPr bwMode="auto">
          <a:xfrm>
            <a:off x="0" y="4868863"/>
            <a:ext cx="8820150" cy="16256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r>
              <a:rPr lang="en-US" altLang="zh-CN" sz="2400" b="1">
                <a:solidFill>
                  <a:schemeClr val="tx1"/>
                </a:solidFill>
              </a:rPr>
              <a:t>       </a:t>
            </a:r>
            <a:r>
              <a:rPr lang="zh-CN" altLang="en-US" sz="2400" b="1">
                <a:solidFill>
                  <a:schemeClr val="tx1"/>
                </a:solidFill>
              </a:rPr>
              <a:t>实验指出，对于</a:t>
            </a:r>
            <a:r>
              <a:rPr lang="zh-CN" altLang="en-US" sz="2400" b="1"/>
              <a:t>各向同性的电介质</a:t>
            </a:r>
            <a:r>
              <a:rPr lang="zh-CN" altLang="en-US" sz="2400" b="1">
                <a:solidFill>
                  <a:schemeClr val="tx1"/>
                </a:solidFill>
              </a:rPr>
              <a:t>，其中每一点的电极化强度大小</a:t>
            </a:r>
            <a:r>
              <a:rPr lang="en-US" altLang="zh-CN" sz="2400" b="1" i="1">
                <a:solidFill>
                  <a:schemeClr val="tx1"/>
                </a:solidFill>
              </a:rPr>
              <a:t>P</a:t>
            </a:r>
            <a:r>
              <a:rPr lang="en-US" altLang="zh-CN" sz="2400" b="1">
                <a:solidFill>
                  <a:schemeClr val="tx1"/>
                </a:solidFill>
              </a:rPr>
              <a:t> </a:t>
            </a:r>
            <a:r>
              <a:rPr lang="zh-CN" altLang="en-US" sz="2400" b="1">
                <a:solidFill>
                  <a:schemeClr val="tx1"/>
                </a:solidFill>
              </a:rPr>
              <a:t>与该点的总电场强度大小</a:t>
            </a:r>
            <a:r>
              <a:rPr lang="en-US" altLang="zh-CN" sz="2400" b="1" i="1">
                <a:solidFill>
                  <a:schemeClr val="tx1"/>
                </a:solidFill>
              </a:rPr>
              <a:t>E</a:t>
            </a:r>
            <a:r>
              <a:rPr lang="en-US" altLang="zh-CN" sz="2400" b="1">
                <a:solidFill>
                  <a:schemeClr val="tx1"/>
                </a:solidFill>
              </a:rPr>
              <a:t> </a:t>
            </a:r>
            <a:r>
              <a:rPr lang="zh-CN" altLang="en-US" sz="2400" b="1">
                <a:solidFill>
                  <a:schemeClr val="tx1"/>
                </a:solidFill>
              </a:rPr>
              <a:t>成正比，且方向相同，即　　　　　　　　　　　　　　　　 </a:t>
            </a:r>
            <a:br>
              <a:rPr lang="zh-CN" altLang="en-US" sz="2400" b="1">
                <a:solidFill>
                  <a:schemeClr val="tx1"/>
                </a:solidFill>
              </a:rPr>
            </a:br>
            <a:r>
              <a:rPr lang="zh-CN" altLang="en-US" sz="2400" b="1">
                <a:solidFill>
                  <a:schemeClr val="tx1"/>
                </a:solidFill>
              </a:rPr>
              <a:t>                                    </a:t>
            </a:r>
            <a:endParaRPr lang="zh-CN" altLang="en-US" sz="2400" b="1" i="1"/>
          </a:p>
          <a:p>
            <a:pPr eaLnBrk="1" hangingPunct="1"/>
            <a:r>
              <a:rPr lang="zh-CN" altLang="en-US" sz="2400" b="1">
                <a:solidFill>
                  <a:schemeClr val="tx1"/>
                </a:solidFill>
              </a:rPr>
              <a:t>式中， </a:t>
            </a:r>
            <a:r>
              <a:rPr lang="zh-CN" altLang="en-US" sz="2400" b="1">
                <a:sym typeface="Symbol" pitchFamily="18" charset="2"/>
              </a:rPr>
              <a:t></a:t>
            </a:r>
            <a:r>
              <a:rPr lang="en-US" altLang="zh-CN" sz="2400" b="1" i="1" baseline="-25000">
                <a:sym typeface="Symbol" pitchFamily="18" charset="2"/>
              </a:rPr>
              <a:t>e</a:t>
            </a:r>
            <a:r>
              <a:rPr lang="en-US" altLang="zh-CN" sz="2400" b="1">
                <a:solidFill>
                  <a:schemeClr val="tx1"/>
                </a:solidFill>
              </a:rPr>
              <a:t> </a:t>
            </a:r>
            <a:r>
              <a:rPr lang="zh-CN" altLang="en-US" sz="2400" b="1">
                <a:solidFill>
                  <a:schemeClr val="tx1"/>
                </a:solidFill>
              </a:rPr>
              <a:t>称为电极化率，它只与电介质中各点的极化性质有关。</a:t>
            </a:r>
          </a:p>
        </p:txBody>
      </p:sp>
      <p:graphicFrame>
        <p:nvGraphicFramePr>
          <p:cNvPr id="11274" name="Object 47"/>
          <p:cNvGraphicFramePr>
            <a:graphicFrameLocks noChangeAspect="1"/>
          </p:cNvGraphicFramePr>
          <p:nvPr/>
        </p:nvGraphicFramePr>
        <p:xfrm>
          <a:off x="6948488" y="333375"/>
          <a:ext cx="1371600" cy="950913"/>
        </p:xfrm>
        <a:graphic>
          <a:graphicData uri="http://schemas.openxmlformats.org/presentationml/2006/ole">
            <mc:AlternateContent xmlns:mc="http://schemas.openxmlformats.org/markup-compatibility/2006">
              <mc:Choice xmlns:v="urn:schemas-microsoft-com:vml" Requires="v">
                <p:oleObj spid="_x0000_s11462" name="公式" r:id="rId3" imgW="622030" imgH="431613" progId="Equation.3">
                  <p:embed/>
                </p:oleObj>
              </mc:Choice>
              <mc:Fallback>
                <p:oleObj name="公式" r:id="rId3" imgW="622030" imgH="431613" progId="Equation.3">
                  <p:embed/>
                  <p:pic>
                    <p:nvPicPr>
                      <p:cNvPr id="0" name="Object 4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48488" y="333375"/>
                        <a:ext cx="1371600" cy="950913"/>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74160" name="Object 48"/>
          <p:cNvGraphicFramePr>
            <a:graphicFrameLocks noChangeAspect="1"/>
          </p:cNvGraphicFramePr>
          <p:nvPr/>
        </p:nvGraphicFramePr>
        <p:xfrm>
          <a:off x="3635375" y="5589588"/>
          <a:ext cx="1511300" cy="539750"/>
        </p:xfrm>
        <a:graphic>
          <a:graphicData uri="http://schemas.openxmlformats.org/presentationml/2006/ole">
            <mc:AlternateContent xmlns:mc="http://schemas.openxmlformats.org/markup-compatibility/2006">
              <mc:Choice xmlns:v="urn:schemas-microsoft-com:vml" Requires="v">
                <p:oleObj spid="_x0000_s11463" name="Equation" r:id="rId5" imgW="710891" imgH="253890" progId="Equation.DSMT4">
                  <p:embed/>
                </p:oleObj>
              </mc:Choice>
              <mc:Fallback>
                <p:oleObj name="Equation" r:id="rId5" imgW="710891" imgH="253890" progId="Equation.DSMT4">
                  <p:embed/>
                  <p:pic>
                    <p:nvPicPr>
                      <p:cNvPr id="0" name="Object 4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35375" y="5589588"/>
                        <a:ext cx="1511300" cy="539750"/>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74151"/>
                                        </p:tgtEl>
                                        <p:attrNameLst>
                                          <p:attrName>style.visibility</p:attrName>
                                        </p:attrNameLst>
                                      </p:cBhvr>
                                      <p:to>
                                        <p:strVal val="visible"/>
                                      </p:to>
                                    </p:set>
                                    <p:animEffect transition="in" filter="wipe(left)">
                                      <p:cBhvr>
                                        <p:cTn id="7" dur="500"/>
                                        <p:tgtEl>
                                          <p:spTgt spid="47415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474152">
                                            <p:txEl>
                                              <p:pRg st="0" end="0"/>
                                            </p:txEl>
                                          </p:spTgt>
                                        </p:tgtEl>
                                        <p:attrNameLst>
                                          <p:attrName>style.visibility</p:attrName>
                                        </p:attrNameLst>
                                      </p:cBhvr>
                                      <p:to>
                                        <p:strVal val="visible"/>
                                      </p:to>
                                    </p:set>
                                    <p:animEffect transition="in" filter="wipe(left)">
                                      <p:cBhvr>
                                        <p:cTn id="12" dur="75"/>
                                        <p:tgtEl>
                                          <p:spTgt spid="474152">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lt">
                                    <p:tmPct val="100000"/>
                                  </p:iterate>
                                  <p:childTnLst>
                                    <p:set>
                                      <p:cBhvr>
                                        <p:cTn id="16" dur="1" fill="hold">
                                          <p:stCondLst>
                                            <p:cond delay="0"/>
                                          </p:stCondLst>
                                        </p:cTn>
                                        <p:tgtEl>
                                          <p:spTgt spid="474152">
                                            <p:txEl>
                                              <p:pRg st="1" end="1"/>
                                            </p:txEl>
                                          </p:spTgt>
                                        </p:tgtEl>
                                        <p:attrNameLst>
                                          <p:attrName>style.visibility</p:attrName>
                                        </p:attrNameLst>
                                      </p:cBhvr>
                                      <p:to>
                                        <p:strVal val="visible"/>
                                      </p:to>
                                    </p:set>
                                    <p:animEffect transition="in" filter="wipe(left)">
                                      <p:cBhvr>
                                        <p:cTn id="17" dur="75"/>
                                        <p:tgtEl>
                                          <p:spTgt spid="474152">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iterate type="lt">
                                    <p:tmPct val="100000"/>
                                  </p:iterate>
                                  <p:childTnLst>
                                    <p:set>
                                      <p:cBhvr>
                                        <p:cTn id="21" dur="1" fill="hold">
                                          <p:stCondLst>
                                            <p:cond delay="0"/>
                                          </p:stCondLst>
                                        </p:cTn>
                                        <p:tgtEl>
                                          <p:spTgt spid="474152">
                                            <p:txEl>
                                              <p:pRg st="2" end="2"/>
                                            </p:txEl>
                                          </p:spTgt>
                                        </p:tgtEl>
                                        <p:attrNameLst>
                                          <p:attrName>style.visibility</p:attrName>
                                        </p:attrNameLst>
                                      </p:cBhvr>
                                      <p:to>
                                        <p:strVal val="visible"/>
                                      </p:to>
                                    </p:set>
                                    <p:animEffect transition="in" filter="wipe(left)">
                                      <p:cBhvr>
                                        <p:cTn id="22" dur="75"/>
                                        <p:tgtEl>
                                          <p:spTgt spid="474152">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74153"/>
                                        </p:tgtEl>
                                        <p:attrNameLst>
                                          <p:attrName>style.visibility</p:attrName>
                                        </p:attrNameLst>
                                      </p:cBhvr>
                                      <p:to>
                                        <p:strVal val="visible"/>
                                      </p:to>
                                    </p:set>
                                    <p:animEffect transition="in" filter="wipe(left)">
                                      <p:cBhvr>
                                        <p:cTn id="27" dur="500"/>
                                        <p:tgtEl>
                                          <p:spTgt spid="47415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74154">
                                            <p:txEl>
                                              <p:pRg st="0" end="0"/>
                                            </p:txEl>
                                          </p:spTgt>
                                        </p:tgtEl>
                                        <p:attrNameLst>
                                          <p:attrName>style.visibility</p:attrName>
                                        </p:attrNameLst>
                                      </p:cBhvr>
                                      <p:to>
                                        <p:strVal val="visible"/>
                                      </p:to>
                                    </p:set>
                                    <p:animEffect transition="in" filter="wipe(left)">
                                      <p:cBhvr>
                                        <p:cTn id="32" dur="500"/>
                                        <p:tgtEl>
                                          <p:spTgt spid="474154">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74155">
                                            <p:txEl>
                                              <p:pRg st="0" end="0"/>
                                            </p:txEl>
                                          </p:spTgt>
                                        </p:tgtEl>
                                        <p:attrNameLst>
                                          <p:attrName>style.visibility</p:attrName>
                                        </p:attrNameLst>
                                      </p:cBhvr>
                                      <p:to>
                                        <p:strVal val="visible"/>
                                      </p:to>
                                    </p:set>
                                    <p:animEffect transition="in" filter="wipe(left)">
                                      <p:cBhvr>
                                        <p:cTn id="37" dur="500"/>
                                        <p:tgtEl>
                                          <p:spTgt spid="474155">
                                            <p:txEl>
                                              <p:pRg st="0" end="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474156">
                                            <p:txEl>
                                              <p:pRg st="0" end="0"/>
                                            </p:txEl>
                                          </p:spTgt>
                                        </p:tgtEl>
                                        <p:attrNameLst>
                                          <p:attrName>style.visibility</p:attrName>
                                        </p:attrNameLst>
                                      </p:cBhvr>
                                      <p:to>
                                        <p:strVal val="visible"/>
                                      </p:to>
                                    </p:set>
                                    <p:animEffect transition="in" filter="wipe(left)">
                                      <p:cBhvr>
                                        <p:cTn id="42" dur="500"/>
                                        <p:tgtEl>
                                          <p:spTgt spid="474156">
                                            <p:txEl>
                                              <p:pRg st="0" end="0"/>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474157"/>
                                        </p:tgtEl>
                                        <p:attrNameLst>
                                          <p:attrName>style.visibility</p:attrName>
                                        </p:attrNameLst>
                                      </p:cBhvr>
                                      <p:to>
                                        <p:strVal val="visible"/>
                                      </p:to>
                                    </p:set>
                                    <p:animEffect transition="in" filter="wipe(left)">
                                      <p:cBhvr>
                                        <p:cTn id="47" dur="500"/>
                                        <p:tgtEl>
                                          <p:spTgt spid="47415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474160"/>
                                        </p:tgtEl>
                                        <p:attrNameLst>
                                          <p:attrName>style.visibility</p:attrName>
                                        </p:attrNameLst>
                                      </p:cBhvr>
                                      <p:to>
                                        <p:strVal val="visible"/>
                                      </p:to>
                                    </p:set>
                                    <p:animEffect transition="in" filter="blinds(horizontal)">
                                      <p:cBhvr>
                                        <p:cTn id="52" dur="500"/>
                                        <p:tgtEl>
                                          <p:spTgt spid="474160"/>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474158"/>
                                        </p:tgtEl>
                                        <p:attrNameLst>
                                          <p:attrName>style.visibility</p:attrName>
                                        </p:attrNameLst>
                                      </p:cBhvr>
                                      <p:to>
                                        <p:strVal val="visible"/>
                                      </p:to>
                                    </p:set>
                                    <p:animEffect transition="in" filter="wipe(left)">
                                      <p:cBhvr>
                                        <p:cTn id="57" dur="500"/>
                                        <p:tgtEl>
                                          <p:spTgt spid="4741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4151" grpId="0" autoUpdateAnimBg="0"/>
      <p:bldP spid="474152" grpId="0" build="p" autoUpdateAnimBg="0"/>
      <p:bldP spid="474153" grpId="0" animBg="1" autoUpdateAnimBg="0"/>
      <p:bldP spid="474154" grpId="0" build="p" autoUpdateAnimBg="0"/>
      <p:bldP spid="474155" grpId="0" build="p" autoUpdateAnimBg="0"/>
      <p:bldP spid="474156" grpId="0" build="p" autoUpdateAnimBg="0"/>
      <p:bldP spid="474157" grpId="0" autoUpdateAnimBg="0"/>
      <p:bldP spid="474158"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8543" name="Group 31"/>
          <p:cNvGrpSpPr>
            <a:grpSpLocks/>
          </p:cNvGrpSpPr>
          <p:nvPr/>
        </p:nvGrpSpPr>
        <p:grpSpPr bwMode="auto">
          <a:xfrm>
            <a:off x="5699126" y="900112"/>
            <a:ext cx="3448050" cy="2971801"/>
            <a:chOff x="3456" y="1312"/>
            <a:chExt cx="2172" cy="1872"/>
          </a:xfrm>
        </p:grpSpPr>
        <p:sp>
          <p:nvSpPr>
            <p:cNvPr id="12355" name="Rectangle 33" descr="20%"/>
            <p:cNvSpPr>
              <a:spLocks noChangeArrowheads="1"/>
            </p:cNvSpPr>
            <p:nvPr/>
          </p:nvSpPr>
          <p:spPr bwMode="auto">
            <a:xfrm>
              <a:off x="3456" y="1696"/>
              <a:ext cx="1872" cy="1104"/>
            </a:xfrm>
            <a:prstGeom prst="rect">
              <a:avLst/>
            </a:prstGeom>
            <a:pattFill prst="pct20">
              <a:fgClr>
                <a:srgbClr val="0000FF"/>
              </a:fgClr>
              <a:bgClr>
                <a:schemeClr val="bg1"/>
              </a:bgClr>
            </a:pattFill>
            <a:ln w="19050">
              <a:solidFill>
                <a:srgbClr val="000000"/>
              </a:solidFill>
              <a:miter lim="800000"/>
              <a:headEnd/>
              <a:tailEnd/>
            </a:ln>
          </p:spPr>
          <p:txBody>
            <a:bodyPr wrap="none" anchor="ctr"/>
            <a:lstStyle/>
            <a:p>
              <a:endParaRPr lang="zh-CN" altLang="en-US"/>
            </a:p>
          </p:txBody>
        </p:sp>
        <p:sp>
          <p:nvSpPr>
            <p:cNvPr id="448546" name="Rectangle 34"/>
            <p:cNvSpPr>
              <a:spLocks noChangeArrowheads="1"/>
            </p:cNvSpPr>
            <p:nvPr/>
          </p:nvSpPr>
          <p:spPr bwMode="auto">
            <a:xfrm>
              <a:off x="3456" y="1312"/>
              <a:ext cx="1872" cy="336"/>
            </a:xfrm>
            <a:prstGeom prst="rect">
              <a:avLst/>
            </a:prstGeom>
            <a:gradFill rotWithShape="0">
              <a:gsLst>
                <a:gs pos="0">
                  <a:schemeClr val="bg1">
                    <a:gamma/>
                    <a:shade val="66275"/>
                    <a:invGamma/>
                  </a:schemeClr>
                </a:gs>
                <a:gs pos="100000">
                  <a:schemeClr val="bg1"/>
                </a:gs>
              </a:gsLst>
              <a:lin ang="5400000" scaled="1"/>
            </a:gradFill>
            <a:ln w="19050">
              <a:solidFill>
                <a:srgbClr val="000000"/>
              </a:solidFill>
              <a:miter lim="800000"/>
              <a:headEnd/>
              <a:tailEnd/>
            </a:ln>
          </p:spPr>
          <p:txBody>
            <a:bodyPr wrap="none" anchor="ctr"/>
            <a:lstStyle/>
            <a:p>
              <a:pPr>
                <a:defRPr/>
              </a:pPr>
              <a:endParaRPr lang="zh-CN" altLang="en-US"/>
            </a:p>
          </p:txBody>
        </p:sp>
        <p:sp>
          <p:nvSpPr>
            <p:cNvPr id="448547" name="Rectangle 35"/>
            <p:cNvSpPr>
              <a:spLocks noChangeArrowheads="1"/>
            </p:cNvSpPr>
            <p:nvPr/>
          </p:nvSpPr>
          <p:spPr bwMode="auto">
            <a:xfrm>
              <a:off x="3456" y="2848"/>
              <a:ext cx="1872" cy="336"/>
            </a:xfrm>
            <a:prstGeom prst="rect">
              <a:avLst/>
            </a:prstGeom>
            <a:gradFill rotWithShape="0">
              <a:gsLst>
                <a:gs pos="0">
                  <a:schemeClr val="bg1"/>
                </a:gs>
                <a:gs pos="100000">
                  <a:schemeClr val="bg1">
                    <a:gamma/>
                    <a:shade val="66275"/>
                    <a:invGamma/>
                  </a:schemeClr>
                </a:gs>
              </a:gsLst>
              <a:lin ang="5400000" scaled="1"/>
            </a:gradFill>
            <a:ln w="19050">
              <a:solidFill>
                <a:srgbClr val="000000"/>
              </a:solidFill>
              <a:miter lim="800000"/>
              <a:headEnd/>
              <a:tailEnd/>
            </a:ln>
          </p:spPr>
          <p:txBody>
            <a:bodyPr wrap="none" anchor="ctr"/>
            <a:lstStyle/>
            <a:p>
              <a:pPr>
                <a:defRPr/>
              </a:pPr>
              <a:endParaRPr lang="zh-CN" altLang="en-US"/>
            </a:p>
          </p:txBody>
        </p:sp>
        <p:sp>
          <p:nvSpPr>
            <p:cNvPr id="12358" name="Text Box 36"/>
            <p:cNvSpPr txBox="1">
              <a:spLocks noChangeArrowheads="1"/>
            </p:cNvSpPr>
            <p:nvPr/>
          </p:nvSpPr>
          <p:spPr bwMode="auto">
            <a:xfrm>
              <a:off x="3468" y="2544"/>
              <a:ext cx="216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50000"/>
                </a:spcBef>
              </a:pPr>
              <a:r>
                <a:rPr kumimoji="0" lang="en-US" altLang="zh-CN" sz="2800" b="1">
                  <a:solidFill>
                    <a:srgbClr val="0000CC"/>
                  </a:solidFill>
                  <a:ea typeface="宋体" pitchFamily="2" charset="-122"/>
                </a:rPr>
                <a:t>+    +    +    +   +   +     </a:t>
              </a:r>
            </a:p>
          </p:txBody>
        </p:sp>
        <p:sp>
          <p:nvSpPr>
            <p:cNvPr id="12359" name="Rectangle 37"/>
            <p:cNvSpPr>
              <a:spLocks noChangeArrowheads="1"/>
            </p:cNvSpPr>
            <p:nvPr/>
          </p:nvSpPr>
          <p:spPr bwMode="auto">
            <a:xfrm>
              <a:off x="3504" y="1504"/>
              <a:ext cx="1824"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kumimoji="0" lang="en-US" altLang="zh-CN" sz="4000" b="1">
                  <a:solidFill>
                    <a:srgbClr val="0000FF"/>
                  </a:solidFill>
                  <a:ea typeface="宋体" pitchFamily="2" charset="-122"/>
                </a:rPr>
                <a:t>-   -   -   -  -  -        </a:t>
              </a:r>
            </a:p>
          </p:txBody>
        </p:sp>
        <p:sp>
          <p:nvSpPr>
            <p:cNvPr id="12360" name="Rectangle 38"/>
            <p:cNvSpPr>
              <a:spLocks noChangeArrowheads="1"/>
            </p:cNvSpPr>
            <p:nvPr/>
          </p:nvSpPr>
          <p:spPr bwMode="auto">
            <a:xfrm>
              <a:off x="3552" y="1456"/>
              <a:ext cx="19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kumimoji="0" lang="en-US" altLang="zh-CN" sz="2400" b="1">
                  <a:solidFill>
                    <a:srgbClr val="FF0000"/>
                  </a:solidFill>
                  <a:ea typeface="宋体" pitchFamily="2" charset="-122"/>
                </a:rPr>
                <a:t>+ + + + + + + + + + +</a:t>
              </a:r>
            </a:p>
          </p:txBody>
        </p:sp>
        <p:graphicFrame>
          <p:nvGraphicFramePr>
            <p:cNvPr id="12361" name="Object 39"/>
            <p:cNvGraphicFramePr>
              <a:graphicFrameLocks noChangeAspect="1"/>
            </p:cNvGraphicFramePr>
            <p:nvPr/>
          </p:nvGraphicFramePr>
          <p:xfrm>
            <a:off x="3518" y="1888"/>
            <a:ext cx="339" cy="480"/>
          </p:xfrm>
          <a:graphic>
            <a:graphicData uri="http://schemas.openxmlformats.org/presentationml/2006/ole">
              <mc:AlternateContent xmlns:mc="http://schemas.openxmlformats.org/markup-compatibility/2006">
                <mc:Choice xmlns:v="urn:schemas-microsoft-com:vml" Requires="v">
                  <p:oleObj spid="_x0000_s78730" name="Equation" r:id="rId3" imgW="152268" imgH="215713" progId="Equation.3">
                    <p:embed/>
                  </p:oleObj>
                </mc:Choice>
                <mc:Fallback>
                  <p:oleObj name="Equation" r:id="rId3" imgW="152268" imgH="215713" progId="Equation.3">
                    <p:embed/>
                    <p:pic>
                      <p:nvPicPr>
                        <p:cNvPr id="12361" name="Object 3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18" y="1888"/>
                          <a:ext cx="339"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362" name="Rectangle 40"/>
            <p:cNvSpPr>
              <a:spLocks noChangeArrowheads="1"/>
            </p:cNvSpPr>
            <p:nvPr/>
          </p:nvSpPr>
          <p:spPr bwMode="auto">
            <a:xfrm>
              <a:off x="3456" y="2656"/>
              <a:ext cx="1892"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50000"/>
                </a:spcBef>
              </a:pPr>
              <a:r>
                <a:rPr kumimoji="0" lang="en-US" altLang="zh-CN" sz="3600" b="1">
                  <a:solidFill>
                    <a:srgbClr val="FF0000"/>
                  </a:solidFill>
                  <a:ea typeface="宋体" pitchFamily="2" charset="-122"/>
                </a:rPr>
                <a:t>- - - - - - - - - - -</a:t>
              </a:r>
            </a:p>
          </p:txBody>
        </p:sp>
      </p:grpSp>
      <p:sp>
        <p:nvSpPr>
          <p:cNvPr id="448514" name="Text Box 2"/>
          <p:cNvSpPr txBox="1">
            <a:spLocks noChangeArrowheads="1"/>
          </p:cNvSpPr>
          <p:nvPr/>
        </p:nvSpPr>
        <p:spPr bwMode="auto">
          <a:xfrm>
            <a:off x="212725" y="152400"/>
            <a:ext cx="6434138" cy="5191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r>
              <a:rPr lang="en-US" altLang="zh-CN" sz="2800" b="1">
                <a:solidFill>
                  <a:srgbClr val="3333FF"/>
                </a:solidFill>
              </a:rPr>
              <a:t>5</a:t>
            </a:r>
            <a:r>
              <a:rPr lang="zh-CN" altLang="en-US" sz="2800" b="1">
                <a:solidFill>
                  <a:srgbClr val="3333FF"/>
                </a:solidFill>
              </a:rPr>
              <a:t>、电极化强度和极化电荷面密度的关系</a:t>
            </a:r>
            <a:endParaRPr lang="zh-CN" altLang="en-US" sz="3600" b="1"/>
          </a:p>
        </p:txBody>
      </p:sp>
      <p:sp>
        <p:nvSpPr>
          <p:cNvPr id="448515" name="Text Box 3"/>
          <p:cNvSpPr txBox="1">
            <a:spLocks noChangeArrowheads="1"/>
          </p:cNvSpPr>
          <p:nvPr/>
        </p:nvSpPr>
        <p:spPr bwMode="auto">
          <a:xfrm>
            <a:off x="179388" y="838200"/>
            <a:ext cx="5616575" cy="100647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r>
              <a:rPr lang="zh-CN" altLang="en-US" b="1">
                <a:solidFill>
                  <a:schemeClr val="tx1"/>
                </a:solidFill>
                <a:ea typeface="宋体" pitchFamily="2" charset="-122"/>
              </a:rPr>
              <a:t>在电介质中取一长为</a:t>
            </a:r>
            <a:r>
              <a:rPr lang="en-US" altLang="zh-CN" b="1" i="1">
                <a:solidFill>
                  <a:schemeClr val="tx1"/>
                </a:solidFill>
                <a:ea typeface="宋体" pitchFamily="2" charset="-122"/>
              </a:rPr>
              <a:t>d</a:t>
            </a:r>
            <a:r>
              <a:rPr lang="zh-CN" altLang="en-US" b="1">
                <a:solidFill>
                  <a:schemeClr val="tx1"/>
                </a:solidFill>
                <a:ea typeface="宋体" pitchFamily="2" charset="-122"/>
              </a:rPr>
              <a:t>、面积为</a:t>
            </a:r>
            <a:r>
              <a:rPr lang="en-US" altLang="zh-CN" b="1">
                <a:solidFill>
                  <a:schemeClr val="tx1"/>
                </a:solidFill>
                <a:ea typeface="宋体" pitchFamily="2" charset="-122"/>
              </a:rPr>
              <a:t>Δ</a:t>
            </a:r>
            <a:r>
              <a:rPr lang="en-US" altLang="zh-CN" b="1" i="1">
                <a:solidFill>
                  <a:schemeClr val="tx1"/>
                </a:solidFill>
                <a:ea typeface="宋体" pitchFamily="2" charset="-122"/>
              </a:rPr>
              <a:t>S</a:t>
            </a:r>
            <a:r>
              <a:rPr lang="zh-CN" altLang="en-US" b="1">
                <a:solidFill>
                  <a:schemeClr val="tx1"/>
                </a:solidFill>
                <a:ea typeface="宋体" pitchFamily="2" charset="-122"/>
              </a:rPr>
              <a:t>的柱体，柱体两底面的极化电荷面密度分别为</a:t>
            </a:r>
            <a:r>
              <a:rPr lang="en-US" altLang="zh-CN" b="1">
                <a:solidFill>
                  <a:schemeClr val="tx1"/>
                </a:solidFill>
                <a:ea typeface="宋体" pitchFamily="2" charset="-122"/>
              </a:rPr>
              <a:t>-σ'</a:t>
            </a:r>
            <a:r>
              <a:rPr lang="zh-CN" altLang="en-US" b="1">
                <a:solidFill>
                  <a:schemeClr val="tx1"/>
                </a:solidFill>
                <a:ea typeface="宋体" pitchFamily="2" charset="-122"/>
              </a:rPr>
              <a:t>和</a:t>
            </a:r>
            <a:r>
              <a:rPr lang="en-US" altLang="zh-CN" b="1">
                <a:solidFill>
                  <a:schemeClr val="tx1"/>
                </a:solidFill>
                <a:ea typeface="宋体" pitchFamily="2" charset="-122"/>
              </a:rPr>
              <a:t>+σ'</a:t>
            </a:r>
            <a:r>
              <a:rPr lang="zh-CN" altLang="en-US" b="1">
                <a:solidFill>
                  <a:schemeClr val="tx1"/>
                </a:solidFill>
                <a:ea typeface="宋体" pitchFamily="2" charset="-122"/>
              </a:rPr>
              <a:t>，这样柱体内所有分子的电偶极矩的矢量和的大小为</a:t>
            </a:r>
          </a:p>
        </p:txBody>
      </p:sp>
      <p:sp>
        <p:nvSpPr>
          <p:cNvPr id="448517" name="Text Box 5"/>
          <p:cNvSpPr txBox="1">
            <a:spLocks noChangeArrowheads="1"/>
          </p:cNvSpPr>
          <p:nvPr/>
        </p:nvSpPr>
        <p:spPr bwMode="auto">
          <a:xfrm>
            <a:off x="684213" y="2636838"/>
            <a:ext cx="2927350"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0"/>
              </a:spcBef>
            </a:pPr>
            <a:r>
              <a:rPr lang="zh-CN" altLang="en-US" sz="2400" b="1">
                <a:solidFill>
                  <a:schemeClr val="tx1"/>
                </a:solidFill>
                <a:ea typeface="宋体" pitchFamily="2" charset="-122"/>
              </a:rPr>
              <a:t>电极化强度的大小为</a:t>
            </a:r>
            <a:endParaRPr lang="zh-CN" altLang="en-US" sz="3600" b="1"/>
          </a:p>
        </p:txBody>
      </p:sp>
      <p:sp>
        <p:nvSpPr>
          <p:cNvPr id="448519" name="Text Box 7"/>
          <p:cNvSpPr txBox="1">
            <a:spLocks noChangeArrowheads="1"/>
          </p:cNvSpPr>
          <p:nvPr/>
        </p:nvSpPr>
        <p:spPr bwMode="auto">
          <a:xfrm>
            <a:off x="51246" y="4991478"/>
            <a:ext cx="5940425" cy="82232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r>
              <a:rPr lang="zh-CN" altLang="en-US" sz="2400" b="1"/>
              <a:t>平板电容器中的均匀电介质，其电极化强度的大小等于极化产生的极化电荷面密度。</a:t>
            </a:r>
          </a:p>
        </p:txBody>
      </p:sp>
      <p:sp>
        <p:nvSpPr>
          <p:cNvPr id="448531" name="Text Box 19"/>
          <p:cNvSpPr txBox="1">
            <a:spLocks noChangeArrowheads="1"/>
          </p:cNvSpPr>
          <p:nvPr/>
        </p:nvSpPr>
        <p:spPr bwMode="auto">
          <a:xfrm>
            <a:off x="105569" y="5839341"/>
            <a:ext cx="792003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spcBef>
                <a:spcPct val="50000"/>
              </a:spcBef>
            </a:pPr>
            <a:r>
              <a:rPr lang="zh-CN" altLang="en-US" sz="2400" b="1">
                <a:solidFill>
                  <a:schemeClr val="folHlink"/>
                </a:solidFill>
                <a:latin typeface="楷体_GB2312" pitchFamily="49" charset="-122"/>
              </a:rPr>
              <a:t>该式适用于各向同性均匀介质的均匀极化</a:t>
            </a:r>
            <a:r>
              <a:rPr lang="en-US" altLang="zh-CN" sz="2400" b="1">
                <a:solidFill>
                  <a:schemeClr val="folHlink"/>
                </a:solidFill>
                <a:latin typeface="楷体_GB2312" pitchFamily="49" charset="-122"/>
              </a:rPr>
              <a:t>.</a:t>
            </a:r>
          </a:p>
        </p:txBody>
      </p:sp>
      <p:grpSp>
        <p:nvGrpSpPr>
          <p:cNvPr id="448553" name="Group 41"/>
          <p:cNvGrpSpPr>
            <a:grpSpLocks/>
          </p:cNvGrpSpPr>
          <p:nvPr/>
        </p:nvGrpSpPr>
        <p:grpSpPr bwMode="auto">
          <a:xfrm>
            <a:off x="6979061" y="1497965"/>
            <a:ext cx="1079500" cy="1863725"/>
            <a:chOff x="4464" y="1674"/>
            <a:chExt cx="680" cy="1174"/>
          </a:xfrm>
        </p:grpSpPr>
        <p:sp>
          <p:nvSpPr>
            <p:cNvPr id="12350" name="AutoShape 42"/>
            <p:cNvSpPr>
              <a:spLocks noChangeArrowheads="1"/>
            </p:cNvSpPr>
            <p:nvPr/>
          </p:nvSpPr>
          <p:spPr bwMode="auto">
            <a:xfrm>
              <a:off x="4464" y="1674"/>
              <a:ext cx="432" cy="1152"/>
            </a:xfrm>
            <a:prstGeom prst="can">
              <a:avLst>
                <a:gd name="adj" fmla="val 30346"/>
              </a:avLst>
            </a:prstGeom>
            <a:solidFill>
              <a:srgbClr val="CCFF99">
                <a:alpha val="50195"/>
              </a:srgbClr>
            </a:solidFill>
            <a:ln w="38100">
              <a:solidFill>
                <a:srgbClr val="009900"/>
              </a:solidFill>
              <a:round/>
              <a:headEnd/>
              <a:tailEnd/>
            </a:ln>
          </p:spPr>
          <p:txBody>
            <a:bodyPr wrap="none" anchor="ctr"/>
            <a:lstStyle/>
            <a:p>
              <a:endParaRPr lang="zh-CN" altLang="en-US"/>
            </a:p>
          </p:txBody>
        </p:sp>
        <p:grpSp>
          <p:nvGrpSpPr>
            <p:cNvPr id="12351" name="Group 43"/>
            <p:cNvGrpSpPr>
              <a:grpSpLocks/>
            </p:cNvGrpSpPr>
            <p:nvPr/>
          </p:nvGrpSpPr>
          <p:grpSpPr bwMode="auto">
            <a:xfrm>
              <a:off x="4798" y="1792"/>
              <a:ext cx="346" cy="1056"/>
              <a:chOff x="4896" y="2448"/>
              <a:chExt cx="346" cy="1056"/>
            </a:xfrm>
          </p:grpSpPr>
          <p:graphicFrame>
            <p:nvGraphicFramePr>
              <p:cNvPr id="12352" name="Object 44"/>
              <p:cNvGraphicFramePr>
                <a:graphicFrameLocks noChangeAspect="1"/>
              </p:cNvGraphicFramePr>
              <p:nvPr/>
            </p:nvGraphicFramePr>
            <p:xfrm>
              <a:off x="4937" y="2736"/>
              <a:ext cx="305" cy="517"/>
            </p:xfrm>
            <a:graphic>
              <a:graphicData uri="http://schemas.openxmlformats.org/presentationml/2006/ole">
                <mc:AlternateContent xmlns:mc="http://schemas.openxmlformats.org/markup-compatibility/2006">
                  <mc:Choice xmlns:v="urn:schemas-microsoft-com:vml" Requires="v">
                    <p:oleObj spid="_x0000_s78731" name="Equation" r:id="rId5" imgW="19183" imgH="57226" progId="Equation.DSMT4">
                      <p:embed/>
                    </p:oleObj>
                  </mc:Choice>
                  <mc:Fallback>
                    <p:oleObj name="Equation" r:id="rId5" imgW="19183" imgH="57226" progId="Equation.DSMT4">
                      <p:embed/>
                      <p:pic>
                        <p:nvPicPr>
                          <p:cNvPr id="12352" name="Object 4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37" y="2736"/>
                            <a:ext cx="305" cy="517"/>
                          </a:xfrm>
                          <a:prstGeom prst="rect">
                            <a:avLst/>
                          </a:prstGeom>
                          <a:noFill/>
                          <a:ln>
                            <a:noFill/>
                          </a:ln>
                          <a:extLst>
                            <a:ext uri="{909E8E84-426E-40DD-AFC4-6F175D3DCCD1}">
                              <a14:hiddenFill xmlns:a14="http://schemas.microsoft.com/office/drawing/2010/main">
                                <a:solidFill>
                                  <a:srgbClr val="009900">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353" name="Line 45"/>
              <p:cNvSpPr>
                <a:spLocks noChangeShapeType="1"/>
              </p:cNvSpPr>
              <p:nvPr/>
            </p:nvSpPr>
            <p:spPr bwMode="auto">
              <a:xfrm>
                <a:off x="4896" y="2448"/>
                <a:ext cx="0" cy="1056"/>
              </a:xfrm>
              <a:prstGeom prst="line">
                <a:avLst/>
              </a:prstGeom>
              <a:noFill/>
              <a:ln w="19050">
                <a:solidFill>
                  <a:schemeClr val="tx1"/>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448558" name="Group 46"/>
          <p:cNvGrpSpPr>
            <a:grpSpLocks/>
          </p:cNvGrpSpPr>
          <p:nvPr/>
        </p:nvGrpSpPr>
        <p:grpSpPr bwMode="auto">
          <a:xfrm>
            <a:off x="7966277" y="1825414"/>
            <a:ext cx="660400" cy="990600"/>
            <a:chOff x="4272" y="2640"/>
            <a:chExt cx="379" cy="624"/>
          </a:xfrm>
        </p:grpSpPr>
        <p:sp>
          <p:nvSpPr>
            <p:cNvPr id="12348" name="Line 47"/>
            <p:cNvSpPr>
              <a:spLocks noChangeShapeType="1"/>
            </p:cNvSpPr>
            <p:nvPr/>
          </p:nvSpPr>
          <p:spPr bwMode="auto">
            <a:xfrm>
              <a:off x="4272" y="2640"/>
              <a:ext cx="0" cy="624"/>
            </a:xfrm>
            <a:prstGeom prst="line">
              <a:avLst/>
            </a:prstGeom>
            <a:noFill/>
            <a:ln w="38100">
              <a:solidFill>
                <a:srgbClr val="FF0000"/>
              </a:solidFill>
              <a:round/>
              <a:headEnd type="non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2349" name="Object 48"/>
            <p:cNvGraphicFramePr>
              <a:graphicFrameLocks noChangeAspect="1"/>
            </p:cNvGraphicFramePr>
            <p:nvPr>
              <p:extLst>
                <p:ext uri="{D42A27DB-BD31-4B8C-83A1-F6EECF244321}">
                  <p14:modId xmlns:p14="http://schemas.microsoft.com/office/powerpoint/2010/main" val="4261824089"/>
                </p:ext>
              </p:extLst>
            </p:nvPr>
          </p:nvGraphicFramePr>
          <p:xfrm>
            <a:off x="4340" y="2663"/>
            <a:ext cx="311" cy="384"/>
          </p:xfrm>
          <a:graphic>
            <a:graphicData uri="http://schemas.openxmlformats.org/presentationml/2006/ole">
              <mc:AlternateContent xmlns:mc="http://schemas.openxmlformats.org/markup-compatibility/2006">
                <mc:Choice xmlns:v="urn:schemas-microsoft-com:vml" Requires="v">
                  <p:oleObj spid="_x0000_s78732" name="Equation" r:id="rId3" imgW="95375" imgH="142795" progId="Equation.3">
                    <p:embed/>
                  </p:oleObj>
                </mc:Choice>
                <mc:Fallback>
                  <p:oleObj name="Equation" r:id="rId3" imgW="95375" imgH="142795" progId="Equation.3">
                    <p:embed/>
                    <p:pic>
                      <p:nvPicPr>
                        <p:cNvPr id="12349" name="Object 4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40" y="2663"/>
                          <a:ext cx="311"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448561" name="Group 49"/>
          <p:cNvGrpSpPr>
            <a:grpSpLocks/>
          </p:cNvGrpSpPr>
          <p:nvPr/>
        </p:nvGrpSpPr>
        <p:grpSpPr bwMode="auto">
          <a:xfrm>
            <a:off x="6677025" y="217488"/>
            <a:ext cx="838200" cy="609600"/>
            <a:chOff x="4080" y="736"/>
            <a:chExt cx="528" cy="384"/>
          </a:xfrm>
        </p:grpSpPr>
        <p:sp>
          <p:nvSpPr>
            <p:cNvPr id="448562" name="AutoShape 50"/>
            <p:cNvSpPr>
              <a:spLocks noChangeArrowheads="1"/>
            </p:cNvSpPr>
            <p:nvPr/>
          </p:nvSpPr>
          <p:spPr bwMode="auto">
            <a:xfrm>
              <a:off x="4080" y="736"/>
              <a:ext cx="528" cy="384"/>
            </a:xfrm>
            <a:prstGeom prst="wedgeRectCallout">
              <a:avLst>
                <a:gd name="adj1" fmla="val 64583"/>
                <a:gd name="adj2" fmla="val 205991"/>
              </a:avLst>
            </a:prstGeom>
            <a:gradFill rotWithShape="0">
              <a:gsLst>
                <a:gs pos="0">
                  <a:schemeClr val="accent1"/>
                </a:gs>
                <a:gs pos="100000">
                  <a:schemeClr val="accent1">
                    <a:gamma/>
                    <a:tint val="0"/>
                    <a:invGamma/>
                  </a:schemeClr>
                </a:gs>
              </a:gsLst>
              <a:lin ang="5400000" scaled="1"/>
            </a:gradFill>
            <a:ln w="9525">
              <a:solidFill>
                <a:srgbClr val="0066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defRPr/>
              </a:pPr>
              <a:endParaRPr kumimoji="0" lang="zh-CN" altLang="zh-CN" sz="2400" b="1">
                <a:solidFill>
                  <a:srgbClr val="1C1C1C"/>
                </a:solidFill>
                <a:ea typeface="宋体" charset="-122"/>
              </a:endParaRPr>
            </a:p>
          </p:txBody>
        </p:sp>
        <p:graphicFrame>
          <p:nvGraphicFramePr>
            <p:cNvPr id="12347" name="Object 51"/>
            <p:cNvGraphicFramePr>
              <a:graphicFrameLocks noChangeAspect="1"/>
            </p:cNvGraphicFramePr>
            <p:nvPr/>
          </p:nvGraphicFramePr>
          <p:xfrm>
            <a:off x="4128" y="784"/>
            <a:ext cx="432" cy="303"/>
          </p:xfrm>
          <a:graphic>
            <a:graphicData uri="http://schemas.openxmlformats.org/presentationml/2006/ole">
              <mc:AlternateContent xmlns:mc="http://schemas.openxmlformats.org/markup-compatibility/2006">
                <mc:Choice xmlns:v="urn:schemas-microsoft-com:vml" Requires="v">
                  <p:oleObj spid="_x0000_s78733" name="公式" r:id="rId3" imgW="342751" imgH="241195" progId="Equation.3">
                    <p:embed/>
                  </p:oleObj>
                </mc:Choice>
                <mc:Fallback>
                  <p:oleObj name="公式" r:id="rId3" imgW="342751" imgH="241195" progId="Equation.3">
                    <p:embed/>
                    <p:pic>
                      <p:nvPicPr>
                        <p:cNvPr id="12347" name="Object 5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28" y="784"/>
                          <a:ext cx="432" cy="303"/>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grpSp>
      <p:graphicFrame>
        <p:nvGraphicFramePr>
          <p:cNvPr id="448564" name="Object 52"/>
          <p:cNvGraphicFramePr>
            <a:graphicFrameLocks noChangeAspect="1"/>
          </p:cNvGraphicFramePr>
          <p:nvPr/>
        </p:nvGraphicFramePr>
        <p:xfrm>
          <a:off x="8339138" y="793750"/>
          <a:ext cx="841375" cy="533400"/>
        </p:xfrm>
        <a:graphic>
          <a:graphicData uri="http://schemas.openxmlformats.org/presentationml/2006/ole">
            <mc:AlternateContent xmlns:mc="http://schemas.openxmlformats.org/markup-compatibility/2006">
              <mc:Choice xmlns:v="urn:schemas-microsoft-com:vml" Requires="v">
                <p:oleObj spid="_x0000_s78734" name="Equation" r:id="rId9" imgW="171566" imgH="104734" progId="Equation.DSMT4">
                  <p:embed/>
                </p:oleObj>
              </mc:Choice>
              <mc:Fallback>
                <p:oleObj name="Equation" r:id="rId9" imgW="171566" imgH="104734" progId="Equation.DSMT4">
                  <p:embed/>
                  <p:pic>
                    <p:nvPicPr>
                      <p:cNvPr id="448564" name="Object 5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339138" y="793750"/>
                        <a:ext cx="841375"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48565" name="Object 53"/>
          <p:cNvGraphicFramePr>
            <a:graphicFrameLocks noChangeAspect="1"/>
          </p:cNvGraphicFramePr>
          <p:nvPr/>
        </p:nvGraphicFramePr>
        <p:xfrm>
          <a:off x="8356600" y="3313113"/>
          <a:ext cx="804863" cy="533400"/>
        </p:xfrm>
        <a:graphic>
          <a:graphicData uri="http://schemas.openxmlformats.org/presentationml/2006/ole">
            <mc:AlternateContent xmlns:mc="http://schemas.openxmlformats.org/markup-compatibility/2006">
              <mc:Choice xmlns:v="urn:schemas-microsoft-com:vml" Requires="v">
                <p:oleObj spid="_x0000_s78735" name="Equation" r:id="rId11" imgW="152383" imgH="104734" progId="Equation.DSMT4">
                  <p:embed/>
                </p:oleObj>
              </mc:Choice>
              <mc:Fallback>
                <p:oleObj name="Equation" r:id="rId11" imgW="152383" imgH="104734" progId="Equation.DSMT4">
                  <p:embed/>
                  <p:pic>
                    <p:nvPicPr>
                      <p:cNvPr id="448565" name="Object 5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356600" y="3313113"/>
                        <a:ext cx="804863"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48566" name="Object 54"/>
          <p:cNvGraphicFramePr>
            <a:graphicFrameLocks noChangeAspect="1"/>
          </p:cNvGraphicFramePr>
          <p:nvPr/>
        </p:nvGraphicFramePr>
        <p:xfrm>
          <a:off x="8704263" y="1441450"/>
          <a:ext cx="457200" cy="304800"/>
        </p:xfrm>
        <a:graphic>
          <a:graphicData uri="http://schemas.openxmlformats.org/presentationml/2006/ole">
            <mc:AlternateContent xmlns:mc="http://schemas.openxmlformats.org/markup-compatibility/2006">
              <mc:Choice xmlns:v="urn:schemas-microsoft-com:vml" Requires="v">
                <p:oleObj spid="_x0000_s78736" name="Equation" r:id="rId13" imgW="152383" imgH="57226" progId="Equation.DSMT4">
                  <p:embed/>
                </p:oleObj>
              </mc:Choice>
              <mc:Fallback>
                <p:oleObj name="Equation" r:id="rId13" imgW="152383" imgH="57226" progId="Equation.DSMT4">
                  <p:embed/>
                  <p:pic>
                    <p:nvPicPr>
                      <p:cNvPr id="448566" name="Object 5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704263" y="1441450"/>
                        <a:ext cx="457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48567" name="Object 55"/>
          <p:cNvGraphicFramePr>
            <a:graphicFrameLocks noChangeAspect="1"/>
          </p:cNvGraphicFramePr>
          <p:nvPr/>
        </p:nvGraphicFramePr>
        <p:xfrm>
          <a:off x="8704263" y="2952750"/>
          <a:ext cx="457200" cy="304800"/>
        </p:xfrm>
        <a:graphic>
          <a:graphicData uri="http://schemas.openxmlformats.org/presentationml/2006/ole">
            <mc:AlternateContent xmlns:mc="http://schemas.openxmlformats.org/markup-compatibility/2006">
              <mc:Choice xmlns:v="urn:schemas-microsoft-com:vml" Requires="v">
                <p:oleObj spid="_x0000_s78737" name="Equation" r:id="rId15" imgW="152383" imgH="57226" progId="Equation.DSMT4">
                  <p:embed/>
                </p:oleObj>
              </mc:Choice>
              <mc:Fallback>
                <p:oleObj name="Equation" r:id="rId15" imgW="152383" imgH="57226" progId="Equation.DSMT4">
                  <p:embed/>
                  <p:pic>
                    <p:nvPicPr>
                      <p:cNvPr id="448567" name="Object 5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704263" y="2952750"/>
                        <a:ext cx="457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2419" name="Picture 13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804058" y="3934870"/>
            <a:ext cx="1280708" cy="27086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 name="图片 2">
            <a:extLst>
              <a:ext uri="{FF2B5EF4-FFF2-40B4-BE49-F238E27FC236}">
                <a16:creationId xmlns:a16="http://schemas.microsoft.com/office/drawing/2014/main" id="{DBC45BE0-7F29-4103-8EC3-C35C739791BA}"/>
              </a:ext>
            </a:extLst>
          </p:cNvPr>
          <p:cNvPicPr>
            <a:picLocks noChangeAspect="1"/>
          </p:cNvPicPr>
          <p:nvPr/>
        </p:nvPicPr>
        <p:blipFill>
          <a:blip r:embed="rId18"/>
          <a:stretch>
            <a:fillRect/>
          </a:stretch>
        </p:blipFill>
        <p:spPr>
          <a:xfrm>
            <a:off x="473074" y="3722274"/>
            <a:ext cx="3695700" cy="1047750"/>
          </a:xfrm>
          <a:prstGeom prst="rect">
            <a:avLst/>
          </a:prstGeom>
        </p:spPr>
      </p:pic>
      <p:pic>
        <p:nvPicPr>
          <p:cNvPr id="5" name="图片 4">
            <a:extLst>
              <a:ext uri="{FF2B5EF4-FFF2-40B4-BE49-F238E27FC236}">
                <a16:creationId xmlns:a16="http://schemas.microsoft.com/office/drawing/2014/main" id="{55D5B4F7-E556-4062-BE95-1AF459AD6FB6}"/>
              </a:ext>
            </a:extLst>
          </p:cNvPr>
          <p:cNvPicPr>
            <a:picLocks noChangeAspect="1"/>
          </p:cNvPicPr>
          <p:nvPr/>
        </p:nvPicPr>
        <p:blipFill>
          <a:blip r:embed="rId19"/>
          <a:stretch>
            <a:fillRect/>
          </a:stretch>
        </p:blipFill>
        <p:spPr>
          <a:xfrm>
            <a:off x="520153" y="1870213"/>
            <a:ext cx="3314700" cy="695325"/>
          </a:xfrm>
          <a:prstGeom prst="rect">
            <a:avLst/>
          </a:prstGeom>
        </p:spPr>
      </p:pic>
    </p:spTree>
    <p:extLst>
      <p:ext uri="{BB962C8B-B14F-4D97-AF65-F5344CB8AC3E}">
        <p14:creationId xmlns:p14="http://schemas.microsoft.com/office/powerpoint/2010/main" val="850052780"/>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48514"/>
                                        </p:tgtEl>
                                        <p:attrNameLst>
                                          <p:attrName>style.visibility</p:attrName>
                                        </p:attrNameLst>
                                      </p:cBhvr>
                                      <p:to>
                                        <p:strVal val="visible"/>
                                      </p:to>
                                    </p:set>
                                    <p:animEffect transition="in" filter="wipe(left)">
                                      <p:cBhvr>
                                        <p:cTn id="7" dur="500"/>
                                        <p:tgtEl>
                                          <p:spTgt spid="4485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448515"/>
                                        </p:tgtEl>
                                        <p:attrNameLst>
                                          <p:attrName>style.visibility</p:attrName>
                                        </p:attrNameLst>
                                      </p:cBhvr>
                                      <p:to>
                                        <p:strVal val="visible"/>
                                      </p:to>
                                    </p:set>
                                    <p:animEffect transition="in" filter="wipe(left)">
                                      <p:cBhvr>
                                        <p:cTn id="12" dur="75"/>
                                        <p:tgtEl>
                                          <p:spTgt spid="44851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42" fill="hold" nodeType="clickEffect">
                                  <p:stCondLst>
                                    <p:cond delay="0"/>
                                  </p:stCondLst>
                                  <p:childTnLst>
                                    <p:set>
                                      <p:cBhvr>
                                        <p:cTn id="16" dur="1" fill="hold">
                                          <p:stCondLst>
                                            <p:cond delay="0"/>
                                          </p:stCondLst>
                                        </p:cTn>
                                        <p:tgtEl>
                                          <p:spTgt spid="448543"/>
                                        </p:tgtEl>
                                        <p:attrNameLst>
                                          <p:attrName>style.visibility</p:attrName>
                                        </p:attrNameLst>
                                      </p:cBhvr>
                                      <p:to>
                                        <p:strVal val="visible"/>
                                      </p:to>
                                    </p:set>
                                    <p:animEffect transition="in" filter="barn(outHorizontal)">
                                      <p:cBhvr>
                                        <p:cTn id="17" dur="500"/>
                                        <p:tgtEl>
                                          <p:spTgt spid="44854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42" fill="hold" nodeType="clickEffect">
                                  <p:stCondLst>
                                    <p:cond delay="0"/>
                                  </p:stCondLst>
                                  <p:childTnLst>
                                    <p:set>
                                      <p:cBhvr>
                                        <p:cTn id="21" dur="1" fill="hold">
                                          <p:stCondLst>
                                            <p:cond delay="0"/>
                                          </p:stCondLst>
                                        </p:cTn>
                                        <p:tgtEl>
                                          <p:spTgt spid="448553"/>
                                        </p:tgtEl>
                                        <p:attrNameLst>
                                          <p:attrName>style.visibility</p:attrName>
                                        </p:attrNameLst>
                                      </p:cBhvr>
                                      <p:to>
                                        <p:strVal val="visible"/>
                                      </p:to>
                                    </p:set>
                                    <p:animEffect transition="in" filter="barn(outHorizontal)">
                                      <p:cBhvr>
                                        <p:cTn id="22" dur="500"/>
                                        <p:tgtEl>
                                          <p:spTgt spid="44855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7" presetClass="entr" presetSubtype="1" fill="hold" nodeType="clickEffect">
                                  <p:stCondLst>
                                    <p:cond delay="0"/>
                                  </p:stCondLst>
                                  <p:childTnLst>
                                    <p:set>
                                      <p:cBhvr>
                                        <p:cTn id="26" dur="1" fill="hold">
                                          <p:stCondLst>
                                            <p:cond delay="0"/>
                                          </p:stCondLst>
                                        </p:cTn>
                                        <p:tgtEl>
                                          <p:spTgt spid="448558"/>
                                        </p:tgtEl>
                                        <p:attrNameLst>
                                          <p:attrName>style.visibility</p:attrName>
                                        </p:attrNameLst>
                                      </p:cBhvr>
                                      <p:to>
                                        <p:strVal val="visible"/>
                                      </p:to>
                                    </p:set>
                                    <p:anim calcmode="lin" valueType="num">
                                      <p:cBhvr>
                                        <p:cTn id="27" dur="500" fill="hold"/>
                                        <p:tgtEl>
                                          <p:spTgt spid="448558"/>
                                        </p:tgtEl>
                                        <p:attrNameLst>
                                          <p:attrName>ppt_x</p:attrName>
                                        </p:attrNameLst>
                                      </p:cBhvr>
                                      <p:tavLst>
                                        <p:tav tm="0">
                                          <p:val>
                                            <p:strVal val="#ppt_x"/>
                                          </p:val>
                                        </p:tav>
                                        <p:tav tm="100000">
                                          <p:val>
                                            <p:strVal val="#ppt_x"/>
                                          </p:val>
                                        </p:tav>
                                      </p:tavLst>
                                    </p:anim>
                                    <p:anim calcmode="lin" valueType="num">
                                      <p:cBhvr>
                                        <p:cTn id="28" dur="500" fill="hold"/>
                                        <p:tgtEl>
                                          <p:spTgt spid="448558"/>
                                        </p:tgtEl>
                                        <p:attrNameLst>
                                          <p:attrName>ppt_y</p:attrName>
                                        </p:attrNameLst>
                                      </p:cBhvr>
                                      <p:tavLst>
                                        <p:tav tm="0">
                                          <p:val>
                                            <p:strVal val="#ppt_y-#ppt_h/2"/>
                                          </p:val>
                                        </p:tav>
                                        <p:tav tm="100000">
                                          <p:val>
                                            <p:strVal val="#ppt_y"/>
                                          </p:val>
                                        </p:tav>
                                      </p:tavLst>
                                    </p:anim>
                                    <p:anim calcmode="lin" valueType="num">
                                      <p:cBhvr>
                                        <p:cTn id="29" dur="500" fill="hold"/>
                                        <p:tgtEl>
                                          <p:spTgt spid="448558"/>
                                        </p:tgtEl>
                                        <p:attrNameLst>
                                          <p:attrName>ppt_w</p:attrName>
                                        </p:attrNameLst>
                                      </p:cBhvr>
                                      <p:tavLst>
                                        <p:tav tm="0">
                                          <p:val>
                                            <p:strVal val="#ppt_w"/>
                                          </p:val>
                                        </p:tav>
                                        <p:tav tm="100000">
                                          <p:val>
                                            <p:strVal val="#ppt_w"/>
                                          </p:val>
                                        </p:tav>
                                      </p:tavLst>
                                    </p:anim>
                                    <p:anim calcmode="lin" valueType="num">
                                      <p:cBhvr>
                                        <p:cTn id="30" dur="500" fill="hold"/>
                                        <p:tgtEl>
                                          <p:spTgt spid="448558"/>
                                        </p:tgtEl>
                                        <p:attrNameLst>
                                          <p:attrName>ppt_h</p:attrName>
                                        </p:attrNameLst>
                                      </p:cBhvr>
                                      <p:tavLst>
                                        <p:tav tm="0">
                                          <p:val>
                                            <p:fltVal val="0"/>
                                          </p:val>
                                        </p:tav>
                                        <p:tav tm="100000">
                                          <p:val>
                                            <p:strVal val="#ppt_h"/>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18" presetClass="entr" presetSubtype="9" fill="hold" nodeType="clickEffect">
                                  <p:stCondLst>
                                    <p:cond delay="0"/>
                                  </p:stCondLst>
                                  <p:childTnLst>
                                    <p:set>
                                      <p:cBhvr>
                                        <p:cTn id="34" dur="1" fill="hold">
                                          <p:stCondLst>
                                            <p:cond delay="0"/>
                                          </p:stCondLst>
                                        </p:cTn>
                                        <p:tgtEl>
                                          <p:spTgt spid="448561"/>
                                        </p:tgtEl>
                                        <p:attrNameLst>
                                          <p:attrName>style.visibility</p:attrName>
                                        </p:attrNameLst>
                                      </p:cBhvr>
                                      <p:to>
                                        <p:strVal val="visible"/>
                                      </p:to>
                                    </p:set>
                                    <p:animEffect transition="in" filter="strips(upLeft)">
                                      <p:cBhvr>
                                        <p:cTn id="35" dur="500"/>
                                        <p:tgtEl>
                                          <p:spTgt spid="448561"/>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5" presetClass="entr" presetSubtype="10" fill="hold" nodeType="clickEffect">
                                  <p:stCondLst>
                                    <p:cond delay="0"/>
                                  </p:stCondLst>
                                  <p:childTnLst>
                                    <p:set>
                                      <p:cBhvr>
                                        <p:cTn id="39" dur="1" fill="hold">
                                          <p:stCondLst>
                                            <p:cond delay="0"/>
                                          </p:stCondLst>
                                        </p:cTn>
                                        <p:tgtEl>
                                          <p:spTgt spid="448566"/>
                                        </p:tgtEl>
                                        <p:attrNameLst>
                                          <p:attrName>style.visibility</p:attrName>
                                        </p:attrNameLst>
                                      </p:cBhvr>
                                      <p:to>
                                        <p:strVal val="visible"/>
                                      </p:to>
                                    </p:set>
                                    <p:animEffect transition="in" filter="checkerboard(across)">
                                      <p:cBhvr>
                                        <p:cTn id="40" dur="500"/>
                                        <p:tgtEl>
                                          <p:spTgt spid="448566"/>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5" presetClass="entr" presetSubtype="10" fill="hold" nodeType="clickEffect">
                                  <p:stCondLst>
                                    <p:cond delay="0"/>
                                  </p:stCondLst>
                                  <p:childTnLst>
                                    <p:set>
                                      <p:cBhvr>
                                        <p:cTn id="44" dur="1" fill="hold">
                                          <p:stCondLst>
                                            <p:cond delay="0"/>
                                          </p:stCondLst>
                                        </p:cTn>
                                        <p:tgtEl>
                                          <p:spTgt spid="448564"/>
                                        </p:tgtEl>
                                        <p:attrNameLst>
                                          <p:attrName>style.visibility</p:attrName>
                                        </p:attrNameLst>
                                      </p:cBhvr>
                                      <p:to>
                                        <p:strVal val="visible"/>
                                      </p:to>
                                    </p:set>
                                    <p:animEffect transition="in" filter="checkerboard(across)">
                                      <p:cBhvr>
                                        <p:cTn id="45" dur="500"/>
                                        <p:tgtEl>
                                          <p:spTgt spid="448564"/>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5" presetClass="entr" presetSubtype="10" fill="hold" nodeType="clickEffect">
                                  <p:stCondLst>
                                    <p:cond delay="0"/>
                                  </p:stCondLst>
                                  <p:childTnLst>
                                    <p:set>
                                      <p:cBhvr>
                                        <p:cTn id="49" dur="1" fill="hold">
                                          <p:stCondLst>
                                            <p:cond delay="0"/>
                                          </p:stCondLst>
                                        </p:cTn>
                                        <p:tgtEl>
                                          <p:spTgt spid="448565"/>
                                        </p:tgtEl>
                                        <p:attrNameLst>
                                          <p:attrName>style.visibility</p:attrName>
                                        </p:attrNameLst>
                                      </p:cBhvr>
                                      <p:to>
                                        <p:strVal val="visible"/>
                                      </p:to>
                                    </p:set>
                                    <p:animEffect transition="in" filter="checkerboard(across)">
                                      <p:cBhvr>
                                        <p:cTn id="50" dur="500"/>
                                        <p:tgtEl>
                                          <p:spTgt spid="448565"/>
                                        </p:tgtEl>
                                      </p:cBhvr>
                                    </p:animEffect>
                                  </p:childTnLst>
                                </p:cTn>
                              </p:par>
                            </p:childTnLst>
                          </p:cTn>
                        </p:par>
                      </p:childTnLst>
                    </p:cTn>
                  </p:par>
                  <p:par>
                    <p:cTn id="51" fill="hold">
                      <p:stCondLst>
                        <p:cond delay="indefinite"/>
                      </p:stCondLst>
                      <p:childTnLst>
                        <p:par>
                          <p:cTn id="52" fill="hold">
                            <p:stCondLst>
                              <p:cond delay="0"/>
                            </p:stCondLst>
                            <p:childTnLst>
                              <p:par>
                                <p:cTn id="53" presetID="5" presetClass="entr" presetSubtype="10" fill="hold" nodeType="clickEffect">
                                  <p:stCondLst>
                                    <p:cond delay="0"/>
                                  </p:stCondLst>
                                  <p:childTnLst>
                                    <p:set>
                                      <p:cBhvr>
                                        <p:cTn id="54" dur="1" fill="hold">
                                          <p:stCondLst>
                                            <p:cond delay="0"/>
                                          </p:stCondLst>
                                        </p:cTn>
                                        <p:tgtEl>
                                          <p:spTgt spid="448567"/>
                                        </p:tgtEl>
                                        <p:attrNameLst>
                                          <p:attrName>style.visibility</p:attrName>
                                        </p:attrNameLst>
                                      </p:cBhvr>
                                      <p:to>
                                        <p:strVal val="visible"/>
                                      </p:to>
                                    </p:set>
                                    <p:animEffect transition="in" filter="checkerboard(across)">
                                      <p:cBhvr>
                                        <p:cTn id="55" dur="500"/>
                                        <p:tgtEl>
                                          <p:spTgt spid="448567"/>
                                        </p:tgtEl>
                                      </p:cBhvr>
                                    </p:animEffec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0"/>
                                          </p:stCondLst>
                                        </p:cTn>
                                        <p:tgtEl>
                                          <p:spTgt spid="5"/>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448517"/>
                                        </p:tgtEl>
                                        <p:attrNameLst>
                                          <p:attrName>style.visibility</p:attrName>
                                        </p:attrNameLst>
                                      </p:cBhvr>
                                      <p:to>
                                        <p:strVal val="visible"/>
                                      </p:to>
                                    </p:set>
                                    <p:animEffect transition="in" filter="wipe(left)">
                                      <p:cBhvr>
                                        <p:cTn id="64" dur="500"/>
                                        <p:tgtEl>
                                          <p:spTgt spid="448517"/>
                                        </p:tgtEl>
                                      </p:cBhvr>
                                    </p:animEffec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3"/>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2419"/>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iterate type="lt">
                                    <p:tmPct val="100000"/>
                                  </p:iterate>
                                  <p:childTnLst>
                                    <p:set>
                                      <p:cBhvr>
                                        <p:cTn id="76" dur="1" fill="hold">
                                          <p:stCondLst>
                                            <p:cond delay="0"/>
                                          </p:stCondLst>
                                        </p:cTn>
                                        <p:tgtEl>
                                          <p:spTgt spid="448519"/>
                                        </p:tgtEl>
                                        <p:attrNameLst>
                                          <p:attrName>style.visibility</p:attrName>
                                        </p:attrNameLst>
                                      </p:cBhvr>
                                      <p:to>
                                        <p:strVal val="visible"/>
                                      </p:to>
                                    </p:set>
                                    <p:animEffect transition="in" filter="wipe(left)">
                                      <p:cBhvr>
                                        <p:cTn id="77" dur="75"/>
                                        <p:tgtEl>
                                          <p:spTgt spid="448519"/>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448531">
                                            <p:txEl>
                                              <p:pRg st="0" end="0"/>
                                            </p:txEl>
                                          </p:spTgt>
                                        </p:tgtEl>
                                        <p:attrNameLst>
                                          <p:attrName>style.visibility</p:attrName>
                                        </p:attrNameLst>
                                      </p:cBhvr>
                                      <p:to>
                                        <p:strVal val="visible"/>
                                      </p:to>
                                    </p:set>
                                    <p:animEffect transition="in" filter="wipe(left)">
                                      <p:cBhvr>
                                        <p:cTn id="82" dur="500"/>
                                        <p:tgtEl>
                                          <p:spTgt spid="44853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8514" grpId="0" autoUpdateAnimBg="0"/>
      <p:bldP spid="448515" grpId="0" autoUpdateAnimBg="0"/>
      <p:bldP spid="448517" grpId="0" autoUpdateAnimBg="0"/>
      <p:bldP spid="448519" grpId="0" autoUpdateAnimBg="0"/>
      <p:bldP spid="448531" grpId="0" build="p"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1">
            <a:extLst>
              <a:ext uri="{FF2B5EF4-FFF2-40B4-BE49-F238E27FC236}">
                <a16:creationId xmlns:a16="http://schemas.microsoft.com/office/drawing/2014/main" id="{CC041C31-8233-44A1-92B3-FA7264C55000}"/>
              </a:ext>
            </a:extLst>
          </p:cNvPr>
          <p:cNvGrpSpPr>
            <a:grpSpLocks/>
          </p:cNvGrpSpPr>
          <p:nvPr/>
        </p:nvGrpSpPr>
        <p:grpSpPr bwMode="auto">
          <a:xfrm>
            <a:off x="5580112" y="529207"/>
            <a:ext cx="3448050" cy="2971801"/>
            <a:chOff x="3456" y="1312"/>
            <a:chExt cx="2172" cy="1872"/>
          </a:xfrm>
        </p:grpSpPr>
        <p:sp>
          <p:nvSpPr>
            <p:cNvPr id="3" name="Rectangle 33" descr="20%">
              <a:extLst>
                <a:ext uri="{FF2B5EF4-FFF2-40B4-BE49-F238E27FC236}">
                  <a16:creationId xmlns:a16="http://schemas.microsoft.com/office/drawing/2014/main" id="{68E43020-B337-4DB8-888B-2135150AA93A}"/>
                </a:ext>
              </a:extLst>
            </p:cNvPr>
            <p:cNvSpPr>
              <a:spLocks noChangeArrowheads="1"/>
            </p:cNvSpPr>
            <p:nvPr/>
          </p:nvSpPr>
          <p:spPr bwMode="auto">
            <a:xfrm>
              <a:off x="3456" y="1696"/>
              <a:ext cx="1872" cy="1104"/>
            </a:xfrm>
            <a:prstGeom prst="rect">
              <a:avLst/>
            </a:prstGeom>
            <a:pattFill prst="pct20">
              <a:fgClr>
                <a:srgbClr val="0000FF"/>
              </a:fgClr>
              <a:bgClr>
                <a:schemeClr val="bg1"/>
              </a:bgClr>
            </a:pattFill>
            <a:ln w="19050">
              <a:solidFill>
                <a:srgbClr val="000000"/>
              </a:solidFill>
              <a:miter lim="800000"/>
              <a:headEnd/>
              <a:tailEnd/>
            </a:ln>
          </p:spPr>
          <p:txBody>
            <a:bodyPr wrap="none" anchor="ctr"/>
            <a:lstStyle/>
            <a:p>
              <a:endParaRPr lang="zh-CN" altLang="en-US"/>
            </a:p>
          </p:txBody>
        </p:sp>
        <p:sp>
          <p:nvSpPr>
            <p:cNvPr id="4" name="Rectangle 34">
              <a:extLst>
                <a:ext uri="{FF2B5EF4-FFF2-40B4-BE49-F238E27FC236}">
                  <a16:creationId xmlns:a16="http://schemas.microsoft.com/office/drawing/2014/main" id="{AE40D392-9D3D-4625-A080-2DD64B492A5A}"/>
                </a:ext>
              </a:extLst>
            </p:cNvPr>
            <p:cNvSpPr>
              <a:spLocks noChangeArrowheads="1"/>
            </p:cNvSpPr>
            <p:nvPr/>
          </p:nvSpPr>
          <p:spPr bwMode="auto">
            <a:xfrm>
              <a:off x="3456" y="1312"/>
              <a:ext cx="1872" cy="336"/>
            </a:xfrm>
            <a:prstGeom prst="rect">
              <a:avLst/>
            </a:prstGeom>
            <a:gradFill rotWithShape="0">
              <a:gsLst>
                <a:gs pos="0">
                  <a:schemeClr val="bg1">
                    <a:gamma/>
                    <a:shade val="66275"/>
                    <a:invGamma/>
                  </a:schemeClr>
                </a:gs>
                <a:gs pos="100000">
                  <a:schemeClr val="bg1"/>
                </a:gs>
              </a:gsLst>
              <a:lin ang="5400000" scaled="1"/>
            </a:gradFill>
            <a:ln w="19050">
              <a:solidFill>
                <a:srgbClr val="000000"/>
              </a:solidFill>
              <a:miter lim="800000"/>
              <a:headEnd/>
              <a:tailEnd/>
            </a:ln>
          </p:spPr>
          <p:txBody>
            <a:bodyPr wrap="none" anchor="ctr"/>
            <a:lstStyle/>
            <a:p>
              <a:pPr>
                <a:defRPr/>
              </a:pPr>
              <a:endParaRPr lang="zh-CN" altLang="en-US"/>
            </a:p>
          </p:txBody>
        </p:sp>
        <p:sp>
          <p:nvSpPr>
            <p:cNvPr id="5" name="Rectangle 35">
              <a:extLst>
                <a:ext uri="{FF2B5EF4-FFF2-40B4-BE49-F238E27FC236}">
                  <a16:creationId xmlns:a16="http://schemas.microsoft.com/office/drawing/2014/main" id="{1EACBD01-5763-406C-B5A0-C9746C39DA68}"/>
                </a:ext>
              </a:extLst>
            </p:cNvPr>
            <p:cNvSpPr>
              <a:spLocks noChangeArrowheads="1"/>
            </p:cNvSpPr>
            <p:nvPr/>
          </p:nvSpPr>
          <p:spPr bwMode="auto">
            <a:xfrm>
              <a:off x="3456" y="2848"/>
              <a:ext cx="1872" cy="336"/>
            </a:xfrm>
            <a:prstGeom prst="rect">
              <a:avLst/>
            </a:prstGeom>
            <a:gradFill rotWithShape="0">
              <a:gsLst>
                <a:gs pos="0">
                  <a:schemeClr val="bg1"/>
                </a:gs>
                <a:gs pos="100000">
                  <a:schemeClr val="bg1">
                    <a:gamma/>
                    <a:shade val="66275"/>
                    <a:invGamma/>
                  </a:schemeClr>
                </a:gs>
              </a:gsLst>
              <a:lin ang="5400000" scaled="1"/>
            </a:gradFill>
            <a:ln w="19050">
              <a:solidFill>
                <a:srgbClr val="000000"/>
              </a:solidFill>
              <a:miter lim="800000"/>
              <a:headEnd/>
              <a:tailEnd/>
            </a:ln>
          </p:spPr>
          <p:txBody>
            <a:bodyPr wrap="none" anchor="ctr"/>
            <a:lstStyle/>
            <a:p>
              <a:pPr>
                <a:defRPr/>
              </a:pPr>
              <a:endParaRPr lang="zh-CN" altLang="en-US"/>
            </a:p>
          </p:txBody>
        </p:sp>
        <p:sp>
          <p:nvSpPr>
            <p:cNvPr id="6" name="Text Box 36">
              <a:extLst>
                <a:ext uri="{FF2B5EF4-FFF2-40B4-BE49-F238E27FC236}">
                  <a16:creationId xmlns:a16="http://schemas.microsoft.com/office/drawing/2014/main" id="{72143AC0-0967-4BB2-BD93-65ED227F1176}"/>
                </a:ext>
              </a:extLst>
            </p:cNvPr>
            <p:cNvSpPr txBox="1">
              <a:spLocks noChangeArrowheads="1"/>
            </p:cNvSpPr>
            <p:nvPr/>
          </p:nvSpPr>
          <p:spPr bwMode="auto">
            <a:xfrm>
              <a:off x="3468" y="2544"/>
              <a:ext cx="216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50000"/>
                </a:spcBef>
              </a:pPr>
              <a:r>
                <a:rPr kumimoji="0" lang="en-US" altLang="zh-CN" sz="2800" b="1">
                  <a:solidFill>
                    <a:srgbClr val="0000CC"/>
                  </a:solidFill>
                  <a:ea typeface="宋体" pitchFamily="2" charset="-122"/>
                </a:rPr>
                <a:t>+    +    +    +   +   +     </a:t>
              </a:r>
            </a:p>
          </p:txBody>
        </p:sp>
        <p:sp>
          <p:nvSpPr>
            <p:cNvPr id="7" name="Rectangle 37">
              <a:extLst>
                <a:ext uri="{FF2B5EF4-FFF2-40B4-BE49-F238E27FC236}">
                  <a16:creationId xmlns:a16="http://schemas.microsoft.com/office/drawing/2014/main" id="{B31D98A2-86AA-482A-88D5-DF929C3419C1}"/>
                </a:ext>
              </a:extLst>
            </p:cNvPr>
            <p:cNvSpPr>
              <a:spLocks noChangeArrowheads="1"/>
            </p:cNvSpPr>
            <p:nvPr/>
          </p:nvSpPr>
          <p:spPr bwMode="auto">
            <a:xfrm>
              <a:off x="3504" y="1504"/>
              <a:ext cx="1824"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kumimoji="0" lang="en-US" altLang="zh-CN" sz="4000" b="1">
                  <a:solidFill>
                    <a:srgbClr val="0000FF"/>
                  </a:solidFill>
                  <a:ea typeface="宋体" pitchFamily="2" charset="-122"/>
                </a:rPr>
                <a:t>-   -   -   -  -  -        </a:t>
              </a:r>
            </a:p>
          </p:txBody>
        </p:sp>
        <p:sp>
          <p:nvSpPr>
            <p:cNvPr id="8" name="Rectangle 38">
              <a:extLst>
                <a:ext uri="{FF2B5EF4-FFF2-40B4-BE49-F238E27FC236}">
                  <a16:creationId xmlns:a16="http://schemas.microsoft.com/office/drawing/2014/main" id="{1D607713-434A-40C4-A25A-18B3FA5C5332}"/>
                </a:ext>
              </a:extLst>
            </p:cNvPr>
            <p:cNvSpPr>
              <a:spLocks noChangeArrowheads="1"/>
            </p:cNvSpPr>
            <p:nvPr/>
          </p:nvSpPr>
          <p:spPr bwMode="auto">
            <a:xfrm>
              <a:off x="3552" y="1456"/>
              <a:ext cx="19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kumimoji="0" lang="en-US" altLang="zh-CN" sz="2400" b="1">
                  <a:solidFill>
                    <a:srgbClr val="FF0000"/>
                  </a:solidFill>
                  <a:ea typeface="宋体" pitchFamily="2" charset="-122"/>
                </a:rPr>
                <a:t>+ + + + + + + + + + +</a:t>
              </a:r>
            </a:p>
          </p:txBody>
        </p:sp>
        <p:graphicFrame>
          <p:nvGraphicFramePr>
            <p:cNvPr id="9" name="Object 39">
              <a:extLst>
                <a:ext uri="{FF2B5EF4-FFF2-40B4-BE49-F238E27FC236}">
                  <a16:creationId xmlns:a16="http://schemas.microsoft.com/office/drawing/2014/main" id="{D8EE4D2B-3C54-4755-9A6D-42EFAA395825}"/>
                </a:ext>
              </a:extLst>
            </p:cNvPr>
            <p:cNvGraphicFramePr>
              <a:graphicFrameLocks noChangeAspect="1"/>
            </p:cNvGraphicFramePr>
            <p:nvPr/>
          </p:nvGraphicFramePr>
          <p:xfrm>
            <a:off x="3518" y="1888"/>
            <a:ext cx="339" cy="480"/>
          </p:xfrm>
          <a:graphic>
            <a:graphicData uri="http://schemas.openxmlformats.org/presentationml/2006/ole">
              <mc:AlternateContent xmlns:mc="http://schemas.openxmlformats.org/markup-compatibility/2006">
                <mc:Choice xmlns:v="urn:schemas-microsoft-com:vml" Requires="v">
                  <p:oleObj spid="_x0000_s82240" name="Equation" r:id="rId3" imgW="152268" imgH="215713" progId="Equation.3">
                    <p:embed/>
                  </p:oleObj>
                </mc:Choice>
                <mc:Fallback>
                  <p:oleObj name="Equation" r:id="rId3" imgW="152268" imgH="215713" progId="Equation.3">
                    <p:embed/>
                    <p:pic>
                      <p:nvPicPr>
                        <p:cNvPr id="12361" name="Object 3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18" y="1888"/>
                          <a:ext cx="339"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Rectangle 40">
              <a:extLst>
                <a:ext uri="{FF2B5EF4-FFF2-40B4-BE49-F238E27FC236}">
                  <a16:creationId xmlns:a16="http://schemas.microsoft.com/office/drawing/2014/main" id="{974BE01D-0D8E-4C2D-89A0-779CC7C2FA3C}"/>
                </a:ext>
              </a:extLst>
            </p:cNvPr>
            <p:cNvSpPr>
              <a:spLocks noChangeArrowheads="1"/>
            </p:cNvSpPr>
            <p:nvPr/>
          </p:nvSpPr>
          <p:spPr bwMode="auto">
            <a:xfrm>
              <a:off x="3456" y="2656"/>
              <a:ext cx="1892"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50000"/>
                </a:spcBef>
              </a:pPr>
              <a:r>
                <a:rPr kumimoji="0" lang="en-US" altLang="zh-CN" sz="3600" b="1">
                  <a:solidFill>
                    <a:srgbClr val="FF0000"/>
                  </a:solidFill>
                  <a:ea typeface="宋体" pitchFamily="2" charset="-122"/>
                </a:rPr>
                <a:t>- - - - - - - - - - -</a:t>
              </a:r>
            </a:p>
          </p:txBody>
        </p:sp>
      </p:grpSp>
      <p:grpSp>
        <p:nvGrpSpPr>
          <p:cNvPr id="16" name="Group 46">
            <a:extLst>
              <a:ext uri="{FF2B5EF4-FFF2-40B4-BE49-F238E27FC236}">
                <a16:creationId xmlns:a16="http://schemas.microsoft.com/office/drawing/2014/main" id="{D9D56551-97BC-4E47-A846-911E9D98F6DF}"/>
              </a:ext>
            </a:extLst>
          </p:cNvPr>
          <p:cNvGrpSpPr>
            <a:grpSpLocks/>
          </p:cNvGrpSpPr>
          <p:nvPr/>
        </p:nvGrpSpPr>
        <p:grpSpPr bwMode="auto">
          <a:xfrm>
            <a:off x="7847263" y="1454509"/>
            <a:ext cx="660400" cy="990600"/>
            <a:chOff x="4272" y="2640"/>
            <a:chExt cx="379" cy="624"/>
          </a:xfrm>
        </p:grpSpPr>
        <p:sp>
          <p:nvSpPr>
            <p:cNvPr id="17" name="Line 47">
              <a:extLst>
                <a:ext uri="{FF2B5EF4-FFF2-40B4-BE49-F238E27FC236}">
                  <a16:creationId xmlns:a16="http://schemas.microsoft.com/office/drawing/2014/main" id="{DE9A6FA1-F627-47F1-9166-60BF169A418E}"/>
                </a:ext>
              </a:extLst>
            </p:cNvPr>
            <p:cNvSpPr>
              <a:spLocks noChangeShapeType="1"/>
            </p:cNvSpPr>
            <p:nvPr/>
          </p:nvSpPr>
          <p:spPr bwMode="auto">
            <a:xfrm>
              <a:off x="4272" y="2640"/>
              <a:ext cx="0" cy="624"/>
            </a:xfrm>
            <a:prstGeom prst="line">
              <a:avLst/>
            </a:prstGeom>
            <a:noFill/>
            <a:ln w="38100">
              <a:solidFill>
                <a:srgbClr val="FF0000"/>
              </a:solidFill>
              <a:round/>
              <a:headEnd type="non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8" name="Object 48">
              <a:extLst>
                <a:ext uri="{FF2B5EF4-FFF2-40B4-BE49-F238E27FC236}">
                  <a16:creationId xmlns:a16="http://schemas.microsoft.com/office/drawing/2014/main" id="{F13F31D7-6267-4337-9589-E6FA5145BC7E}"/>
                </a:ext>
              </a:extLst>
            </p:cNvPr>
            <p:cNvGraphicFramePr>
              <a:graphicFrameLocks noChangeAspect="1"/>
            </p:cNvGraphicFramePr>
            <p:nvPr>
              <p:extLst>
                <p:ext uri="{D42A27DB-BD31-4B8C-83A1-F6EECF244321}">
                  <p14:modId xmlns:p14="http://schemas.microsoft.com/office/powerpoint/2010/main" val="1611751109"/>
                </p:ext>
              </p:extLst>
            </p:nvPr>
          </p:nvGraphicFramePr>
          <p:xfrm>
            <a:off x="4340" y="2663"/>
            <a:ext cx="311" cy="384"/>
          </p:xfrm>
          <a:graphic>
            <a:graphicData uri="http://schemas.openxmlformats.org/presentationml/2006/ole">
              <mc:AlternateContent xmlns:mc="http://schemas.openxmlformats.org/markup-compatibility/2006">
                <mc:Choice xmlns:v="urn:schemas-microsoft-com:vml" Requires="v">
                  <p:oleObj spid="_x0000_s82241" name="Equation" r:id="rId3" imgW="95375" imgH="142795" progId="Equation.3">
                    <p:embed/>
                  </p:oleObj>
                </mc:Choice>
                <mc:Fallback>
                  <p:oleObj name="Equation" r:id="rId3" imgW="95375" imgH="142795" progId="Equation.3">
                    <p:embed/>
                    <p:pic>
                      <p:nvPicPr>
                        <p:cNvPr id="12349" name="Object 4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40" y="2663"/>
                          <a:ext cx="311"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22" name="Object 52">
            <a:extLst>
              <a:ext uri="{FF2B5EF4-FFF2-40B4-BE49-F238E27FC236}">
                <a16:creationId xmlns:a16="http://schemas.microsoft.com/office/drawing/2014/main" id="{AE695D0F-3111-4F85-AE03-5DB2B0C682C3}"/>
              </a:ext>
            </a:extLst>
          </p:cNvPr>
          <p:cNvGraphicFramePr>
            <a:graphicFrameLocks noChangeAspect="1"/>
          </p:cNvGraphicFramePr>
          <p:nvPr>
            <p:extLst>
              <p:ext uri="{D42A27DB-BD31-4B8C-83A1-F6EECF244321}">
                <p14:modId xmlns:p14="http://schemas.microsoft.com/office/powerpoint/2010/main" val="3982421055"/>
              </p:ext>
            </p:extLst>
          </p:nvPr>
        </p:nvGraphicFramePr>
        <p:xfrm>
          <a:off x="8220124" y="422845"/>
          <a:ext cx="841375" cy="533400"/>
        </p:xfrm>
        <a:graphic>
          <a:graphicData uri="http://schemas.openxmlformats.org/presentationml/2006/ole">
            <mc:AlternateContent xmlns:mc="http://schemas.openxmlformats.org/markup-compatibility/2006">
              <mc:Choice xmlns:v="urn:schemas-microsoft-com:vml" Requires="v">
                <p:oleObj spid="_x0000_s82242" name="Equation" r:id="rId6" imgW="171566" imgH="104734" progId="Equation.DSMT4">
                  <p:embed/>
                </p:oleObj>
              </mc:Choice>
              <mc:Fallback>
                <p:oleObj name="Equation" r:id="rId6" imgW="171566" imgH="104734" progId="Equation.DSMT4">
                  <p:embed/>
                  <p:pic>
                    <p:nvPicPr>
                      <p:cNvPr id="448564" name="Object 5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220124" y="422845"/>
                        <a:ext cx="841375"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 name="Object 53">
            <a:extLst>
              <a:ext uri="{FF2B5EF4-FFF2-40B4-BE49-F238E27FC236}">
                <a16:creationId xmlns:a16="http://schemas.microsoft.com/office/drawing/2014/main" id="{0E9DC7F5-53F4-4DDD-BA88-C162B43A562A}"/>
              </a:ext>
            </a:extLst>
          </p:cNvPr>
          <p:cNvGraphicFramePr>
            <a:graphicFrameLocks noChangeAspect="1"/>
          </p:cNvGraphicFramePr>
          <p:nvPr>
            <p:extLst>
              <p:ext uri="{D42A27DB-BD31-4B8C-83A1-F6EECF244321}">
                <p14:modId xmlns:p14="http://schemas.microsoft.com/office/powerpoint/2010/main" val="3171846756"/>
              </p:ext>
            </p:extLst>
          </p:nvPr>
        </p:nvGraphicFramePr>
        <p:xfrm>
          <a:off x="8237586" y="2942208"/>
          <a:ext cx="804863" cy="533400"/>
        </p:xfrm>
        <a:graphic>
          <a:graphicData uri="http://schemas.openxmlformats.org/presentationml/2006/ole">
            <mc:AlternateContent xmlns:mc="http://schemas.openxmlformats.org/markup-compatibility/2006">
              <mc:Choice xmlns:v="urn:schemas-microsoft-com:vml" Requires="v">
                <p:oleObj spid="_x0000_s82243" name="Equation" r:id="rId8" imgW="152383" imgH="104734" progId="Equation.DSMT4">
                  <p:embed/>
                </p:oleObj>
              </mc:Choice>
              <mc:Fallback>
                <p:oleObj name="Equation" r:id="rId8" imgW="152383" imgH="104734" progId="Equation.DSMT4">
                  <p:embed/>
                  <p:pic>
                    <p:nvPicPr>
                      <p:cNvPr id="448565" name="Object 5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237586" y="2942208"/>
                        <a:ext cx="804863"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 name="Object 54">
            <a:extLst>
              <a:ext uri="{FF2B5EF4-FFF2-40B4-BE49-F238E27FC236}">
                <a16:creationId xmlns:a16="http://schemas.microsoft.com/office/drawing/2014/main" id="{1D114B23-FFAC-4215-9458-99C63241F1F0}"/>
              </a:ext>
            </a:extLst>
          </p:cNvPr>
          <p:cNvGraphicFramePr>
            <a:graphicFrameLocks noChangeAspect="1"/>
          </p:cNvGraphicFramePr>
          <p:nvPr>
            <p:extLst>
              <p:ext uri="{D42A27DB-BD31-4B8C-83A1-F6EECF244321}">
                <p14:modId xmlns:p14="http://schemas.microsoft.com/office/powerpoint/2010/main" val="1113376456"/>
              </p:ext>
            </p:extLst>
          </p:nvPr>
        </p:nvGraphicFramePr>
        <p:xfrm>
          <a:off x="8585249" y="1070545"/>
          <a:ext cx="457200" cy="304800"/>
        </p:xfrm>
        <a:graphic>
          <a:graphicData uri="http://schemas.openxmlformats.org/presentationml/2006/ole">
            <mc:AlternateContent xmlns:mc="http://schemas.openxmlformats.org/markup-compatibility/2006">
              <mc:Choice xmlns:v="urn:schemas-microsoft-com:vml" Requires="v">
                <p:oleObj spid="_x0000_s82244" name="Equation" r:id="rId10" imgW="152383" imgH="57226" progId="Equation.DSMT4">
                  <p:embed/>
                </p:oleObj>
              </mc:Choice>
              <mc:Fallback>
                <p:oleObj name="Equation" r:id="rId10" imgW="152383" imgH="57226" progId="Equation.DSMT4">
                  <p:embed/>
                  <p:pic>
                    <p:nvPicPr>
                      <p:cNvPr id="448566" name="Object 5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585249" y="1070545"/>
                        <a:ext cx="457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 name="Object 55">
            <a:extLst>
              <a:ext uri="{FF2B5EF4-FFF2-40B4-BE49-F238E27FC236}">
                <a16:creationId xmlns:a16="http://schemas.microsoft.com/office/drawing/2014/main" id="{65D9A44A-8404-421D-A516-4FCA6CF57F17}"/>
              </a:ext>
            </a:extLst>
          </p:cNvPr>
          <p:cNvGraphicFramePr>
            <a:graphicFrameLocks noChangeAspect="1"/>
          </p:cNvGraphicFramePr>
          <p:nvPr>
            <p:extLst>
              <p:ext uri="{D42A27DB-BD31-4B8C-83A1-F6EECF244321}">
                <p14:modId xmlns:p14="http://schemas.microsoft.com/office/powerpoint/2010/main" val="3879231344"/>
              </p:ext>
            </p:extLst>
          </p:nvPr>
        </p:nvGraphicFramePr>
        <p:xfrm>
          <a:off x="8585249" y="2581845"/>
          <a:ext cx="457200" cy="304800"/>
        </p:xfrm>
        <a:graphic>
          <a:graphicData uri="http://schemas.openxmlformats.org/presentationml/2006/ole">
            <mc:AlternateContent xmlns:mc="http://schemas.openxmlformats.org/markup-compatibility/2006">
              <mc:Choice xmlns:v="urn:schemas-microsoft-com:vml" Requires="v">
                <p:oleObj spid="_x0000_s82245" name="Equation" r:id="rId12" imgW="152383" imgH="57226" progId="Equation.DSMT4">
                  <p:embed/>
                </p:oleObj>
              </mc:Choice>
              <mc:Fallback>
                <p:oleObj name="Equation" r:id="rId12" imgW="152383" imgH="57226" progId="Equation.DSMT4">
                  <p:embed/>
                  <p:pic>
                    <p:nvPicPr>
                      <p:cNvPr id="448567" name="Object 5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585249" y="2581845"/>
                        <a:ext cx="457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38" name="图片 37">
            <a:extLst>
              <a:ext uri="{FF2B5EF4-FFF2-40B4-BE49-F238E27FC236}">
                <a16:creationId xmlns:a16="http://schemas.microsoft.com/office/drawing/2014/main" id="{FE43FD1B-B905-4559-9E65-3B73DB73047A}"/>
              </a:ext>
            </a:extLst>
          </p:cNvPr>
          <p:cNvPicPr>
            <a:picLocks noChangeAspect="1"/>
          </p:cNvPicPr>
          <p:nvPr/>
        </p:nvPicPr>
        <p:blipFill>
          <a:blip r:embed="rId14"/>
          <a:stretch>
            <a:fillRect/>
          </a:stretch>
        </p:blipFill>
        <p:spPr>
          <a:xfrm>
            <a:off x="6383015" y="1220442"/>
            <a:ext cx="1123950" cy="1600200"/>
          </a:xfrm>
          <a:prstGeom prst="rect">
            <a:avLst/>
          </a:prstGeom>
        </p:spPr>
      </p:pic>
      <p:sp>
        <p:nvSpPr>
          <p:cNvPr id="20" name="Text Box 97">
            <a:extLst>
              <a:ext uri="{FF2B5EF4-FFF2-40B4-BE49-F238E27FC236}">
                <a16:creationId xmlns:a16="http://schemas.microsoft.com/office/drawing/2014/main" id="{3988C317-7AD0-4FB0-8D3D-53E5ADA0B160}"/>
              </a:ext>
            </a:extLst>
          </p:cNvPr>
          <p:cNvSpPr txBox="1">
            <a:spLocks noChangeArrowheads="1"/>
          </p:cNvSpPr>
          <p:nvPr/>
        </p:nvSpPr>
        <p:spPr bwMode="auto">
          <a:xfrm>
            <a:off x="228836" y="163289"/>
            <a:ext cx="2673350" cy="51911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Tx/>
              <a:buNone/>
            </a:pPr>
            <a:r>
              <a:rPr kumimoji="1" lang="zh-CN" altLang="en-US" sz="2800" b="1">
                <a:solidFill>
                  <a:srgbClr val="3333FF"/>
                </a:solidFill>
                <a:latin typeface="Times New Roman" panose="02020603050405020304" pitchFamily="18" charset="0"/>
                <a:ea typeface="楷体_GB2312"/>
                <a:cs typeface="楷体_GB2312"/>
              </a:rPr>
              <a:t>极化电荷面密度</a:t>
            </a:r>
            <a:endParaRPr kumimoji="1" lang="zh-CN" altLang="en-US" sz="3600" b="1">
              <a:solidFill>
                <a:srgbClr val="FF3300"/>
              </a:solidFill>
              <a:latin typeface="Times New Roman" panose="02020603050405020304" pitchFamily="18" charset="0"/>
              <a:ea typeface="楷体_GB2312"/>
              <a:cs typeface="楷体_GB2312"/>
            </a:endParaRPr>
          </a:p>
        </p:txBody>
      </p:sp>
      <p:sp>
        <p:nvSpPr>
          <p:cNvPr id="11" name="矩形 10">
            <a:extLst>
              <a:ext uri="{FF2B5EF4-FFF2-40B4-BE49-F238E27FC236}">
                <a16:creationId xmlns:a16="http://schemas.microsoft.com/office/drawing/2014/main" id="{595662C3-33FF-463D-A9D2-5E3504D1FE5F}"/>
              </a:ext>
            </a:extLst>
          </p:cNvPr>
          <p:cNvSpPr/>
          <p:nvPr/>
        </p:nvSpPr>
        <p:spPr>
          <a:xfrm>
            <a:off x="219627" y="5005438"/>
            <a:ext cx="4572000" cy="1323439"/>
          </a:xfrm>
          <a:prstGeom prst="rect">
            <a:avLst/>
          </a:prstGeom>
        </p:spPr>
        <p:txBody>
          <a:bodyPr>
            <a:spAutoFit/>
          </a:bodyPr>
          <a:lstStyle/>
          <a:p>
            <a:pPr>
              <a:spcBef>
                <a:spcPct val="50000"/>
              </a:spcBef>
            </a:pPr>
            <a:r>
              <a:rPr lang="zh-CN" altLang="en-US" b="1">
                <a:solidFill>
                  <a:srgbClr val="800000"/>
                </a:solidFill>
                <a:latin typeface="楷体_GB2312" pitchFamily="49" charset="-122"/>
              </a:rPr>
              <a:t>一般情况下：          </a:t>
            </a:r>
          </a:p>
          <a:p>
            <a:pPr>
              <a:spcBef>
                <a:spcPct val="50000"/>
              </a:spcBef>
            </a:pPr>
            <a:endParaRPr lang="en-US" altLang="zh-CN" b="1" i="1">
              <a:solidFill>
                <a:srgbClr val="800000"/>
              </a:solidFill>
              <a:latin typeface="楷体_GB2312" pitchFamily="49" charset="-122"/>
            </a:endParaRPr>
          </a:p>
          <a:p>
            <a:pPr>
              <a:spcBef>
                <a:spcPct val="50000"/>
              </a:spcBef>
            </a:pPr>
            <a:r>
              <a:rPr lang="en-US" altLang="zh-CN" b="1" i="1">
                <a:solidFill>
                  <a:srgbClr val="800000"/>
                </a:solidFill>
                <a:latin typeface="楷体_GB2312" pitchFamily="49" charset="-122"/>
              </a:rPr>
              <a:t>e</a:t>
            </a:r>
            <a:r>
              <a:rPr lang="en-US" altLang="zh-CN" b="1" baseline="-25000">
                <a:solidFill>
                  <a:srgbClr val="800000"/>
                </a:solidFill>
                <a:latin typeface="楷体_GB2312" pitchFamily="49" charset="-122"/>
              </a:rPr>
              <a:t>n</a:t>
            </a:r>
            <a:r>
              <a:rPr lang="zh-CN" altLang="en-US" b="1">
                <a:solidFill>
                  <a:srgbClr val="800000"/>
                </a:solidFill>
                <a:latin typeface="楷体_GB2312" pitchFamily="49" charset="-122"/>
              </a:rPr>
              <a:t>为面积元的法线方向。 </a:t>
            </a:r>
          </a:p>
        </p:txBody>
      </p:sp>
      <p:sp>
        <p:nvSpPr>
          <p:cNvPr id="28" name="Rectangle 56">
            <a:extLst>
              <a:ext uri="{FF2B5EF4-FFF2-40B4-BE49-F238E27FC236}">
                <a16:creationId xmlns:a16="http://schemas.microsoft.com/office/drawing/2014/main" id="{F9ED2E28-7ABB-4557-87ED-DC50AA81F16A}"/>
              </a:ext>
            </a:extLst>
          </p:cNvPr>
          <p:cNvSpPr>
            <a:spLocks noChangeArrowheads="1"/>
          </p:cNvSpPr>
          <p:nvPr/>
        </p:nvSpPr>
        <p:spPr bwMode="auto">
          <a:xfrm>
            <a:off x="6011863" y="4221163"/>
            <a:ext cx="2830512" cy="23368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9" name="Group 57">
            <a:extLst>
              <a:ext uri="{FF2B5EF4-FFF2-40B4-BE49-F238E27FC236}">
                <a16:creationId xmlns:a16="http://schemas.microsoft.com/office/drawing/2014/main" id="{97B268F7-1331-4F5C-B4FB-139644FBAB0A}"/>
              </a:ext>
            </a:extLst>
          </p:cNvPr>
          <p:cNvGrpSpPr>
            <a:grpSpLocks/>
          </p:cNvGrpSpPr>
          <p:nvPr/>
        </p:nvGrpSpPr>
        <p:grpSpPr bwMode="auto">
          <a:xfrm>
            <a:off x="6605588" y="6484938"/>
            <a:ext cx="2287587" cy="398462"/>
            <a:chOff x="624" y="3792"/>
            <a:chExt cx="1978" cy="438"/>
          </a:xfrm>
        </p:grpSpPr>
        <p:graphicFrame>
          <p:nvGraphicFramePr>
            <p:cNvPr id="30" name="Object 58">
              <a:extLst>
                <a:ext uri="{FF2B5EF4-FFF2-40B4-BE49-F238E27FC236}">
                  <a16:creationId xmlns:a16="http://schemas.microsoft.com/office/drawing/2014/main" id="{51953987-4174-4B52-8BC3-CB6B646FBF64}"/>
                </a:ext>
              </a:extLst>
            </p:cNvPr>
            <p:cNvGraphicFramePr>
              <a:graphicFrameLocks noChangeAspect="1"/>
            </p:cNvGraphicFramePr>
            <p:nvPr/>
          </p:nvGraphicFramePr>
          <p:xfrm>
            <a:off x="2256" y="3792"/>
            <a:ext cx="346" cy="438"/>
          </p:xfrm>
          <a:graphic>
            <a:graphicData uri="http://schemas.openxmlformats.org/presentationml/2006/ole">
              <mc:AlternateContent xmlns:mc="http://schemas.openxmlformats.org/markup-compatibility/2006">
                <mc:Choice xmlns:v="urn:schemas-microsoft-com:vml" Requires="v">
                  <p:oleObj spid="_x0000_s82246" name="公式" r:id="rId15" imgW="28639" imgH="66674" progId="Equation.3">
                    <p:embed/>
                  </p:oleObj>
                </mc:Choice>
                <mc:Fallback>
                  <p:oleObj name="公式" r:id="rId15" imgW="28639" imgH="66674" progId="Equation.3">
                    <p:embed/>
                    <p:pic>
                      <p:nvPicPr>
                        <p:cNvPr id="12344" name="Object 5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256" y="3792"/>
                          <a:ext cx="346" cy="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 name="Line 59">
              <a:extLst>
                <a:ext uri="{FF2B5EF4-FFF2-40B4-BE49-F238E27FC236}">
                  <a16:creationId xmlns:a16="http://schemas.microsoft.com/office/drawing/2014/main" id="{52E7D2D8-B9A2-402E-A85F-EC2A3CDD93E0}"/>
                </a:ext>
              </a:extLst>
            </p:cNvPr>
            <p:cNvSpPr>
              <a:spLocks noChangeShapeType="1"/>
            </p:cNvSpPr>
            <p:nvPr/>
          </p:nvSpPr>
          <p:spPr bwMode="auto">
            <a:xfrm>
              <a:off x="624" y="3984"/>
              <a:ext cx="1584" cy="0"/>
            </a:xfrm>
            <a:prstGeom prst="line">
              <a:avLst/>
            </a:prstGeom>
            <a:noFill/>
            <a:ln w="5715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2" name="Group 60">
            <a:extLst>
              <a:ext uri="{FF2B5EF4-FFF2-40B4-BE49-F238E27FC236}">
                <a16:creationId xmlns:a16="http://schemas.microsoft.com/office/drawing/2014/main" id="{0602EC25-F16C-4D89-89E2-602BC16513B7}"/>
              </a:ext>
            </a:extLst>
          </p:cNvPr>
          <p:cNvGrpSpPr>
            <a:grpSpLocks/>
          </p:cNvGrpSpPr>
          <p:nvPr/>
        </p:nvGrpSpPr>
        <p:grpSpPr bwMode="auto">
          <a:xfrm>
            <a:off x="6088063" y="4764088"/>
            <a:ext cx="2163762" cy="1311275"/>
            <a:chOff x="576" y="2736"/>
            <a:chExt cx="1872" cy="1104"/>
          </a:xfrm>
        </p:grpSpPr>
        <p:sp>
          <p:nvSpPr>
            <p:cNvPr id="33" name="Oval 61">
              <a:extLst>
                <a:ext uri="{FF2B5EF4-FFF2-40B4-BE49-F238E27FC236}">
                  <a16:creationId xmlns:a16="http://schemas.microsoft.com/office/drawing/2014/main" id="{A3D94CBE-D4D6-4891-A6A2-F4C9C14F7848}"/>
                </a:ext>
              </a:extLst>
            </p:cNvPr>
            <p:cNvSpPr>
              <a:spLocks noChangeArrowheads="1"/>
            </p:cNvSpPr>
            <p:nvPr/>
          </p:nvSpPr>
          <p:spPr bwMode="auto">
            <a:xfrm rot="2180017">
              <a:off x="576" y="2736"/>
              <a:ext cx="1872" cy="1104"/>
            </a:xfrm>
            <a:prstGeom prst="ellipse">
              <a:avLst/>
            </a:prstGeom>
            <a:gradFill rotWithShape="0">
              <a:gsLst>
                <a:gs pos="0">
                  <a:srgbClr val="FFFF00"/>
                </a:gs>
                <a:gs pos="100000">
                  <a:srgbClr val="A9A900"/>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endParaRPr lang="zh-CN" altLang="zh-CN" b="1">
                <a:solidFill>
                  <a:srgbClr val="FFFF00"/>
                </a:solidFill>
                <a:ea typeface="宋体" pitchFamily="2" charset="-122"/>
              </a:endParaRPr>
            </a:p>
          </p:txBody>
        </p:sp>
        <p:sp>
          <p:nvSpPr>
            <p:cNvPr id="34" name="Text Box 62">
              <a:extLst>
                <a:ext uri="{FF2B5EF4-FFF2-40B4-BE49-F238E27FC236}">
                  <a16:creationId xmlns:a16="http://schemas.microsoft.com/office/drawing/2014/main" id="{FBE2E15E-8E5A-48B8-AFDC-FD0BB9B7F487}"/>
                </a:ext>
              </a:extLst>
            </p:cNvPr>
            <p:cNvSpPr txBox="1">
              <a:spLocks noChangeArrowheads="1"/>
            </p:cNvSpPr>
            <p:nvPr/>
          </p:nvSpPr>
          <p:spPr bwMode="auto">
            <a:xfrm>
              <a:off x="1103" y="3013"/>
              <a:ext cx="379" cy="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0"/>
                </a:spcBef>
              </a:pPr>
              <a:r>
                <a:rPr lang="zh-CN" altLang="en-US" b="1">
                  <a:ea typeface="宋体" pitchFamily="2" charset="-122"/>
                </a:rPr>
                <a:t>介</a:t>
              </a:r>
            </a:p>
          </p:txBody>
        </p:sp>
        <p:sp>
          <p:nvSpPr>
            <p:cNvPr id="35" name="Text Box 63">
              <a:extLst>
                <a:ext uri="{FF2B5EF4-FFF2-40B4-BE49-F238E27FC236}">
                  <a16:creationId xmlns:a16="http://schemas.microsoft.com/office/drawing/2014/main" id="{897696D4-15BB-4A38-AB45-79F1BD63610B}"/>
                </a:ext>
              </a:extLst>
            </p:cNvPr>
            <p:cNvSpPr txBox="1">
              <a:spLocks noChangeArrowheads="1"/>
            </p:cNvSpPr>
            <p:nvPr/>
          </p:nvSpPr>
          <p:spPr bwMode="auto">
            <a:xfrm>
              <a:off x="1584" y="3444"/>
              <a:ext cx="379" cy="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0"/>
                </a:spcBef>
              </a:pPr>
              <a:r>
                <a:rPr lang="zh-CN" altLang="en-US" b="1">
                  <a:ea typeface="宋体" pitchFamily="2" charset="-122"/>
                </a:rPr>
                <a:t>质</a:t>
              </a:r>
            </a:p>
          </p:txBody>
        </p:sp>
      </p:grpSp>
      <p:grpSp>
        <p:nvGrpSpPr>
          <p:cNvPr id="36" name="Group 64">
            <a:extLst>
              <a:ext uri="{FF2B5EF4-FFF2-40B4-BE49-F238E27FC236}">
                <a16:creationId xmlns:a16="http://schemas.microsoft.com/office/drawing/2014/main" id="{3282D93E-A2D2-4DC9-A461-426483F929DA}"/>
              </a:ext>
            </a:extLst>
          </p:cNvPr>
          <p:cNvGrpSpPr>
            <a:grpSpLocks/>
          </p:cNvGrpSpPr>
          <p:nvPr/>
        </p:nvGrpSpPr>
        <p:grpSpPr bwMode="auto">
          <a:xfrm>
            <a:off x="7388994" y="4367188"/>
            <a:ext cx="1287462" cy="862012"/>
            <a:chOff x="1632" y="2400"/>
            <a:chExt cx="1114" cy="726"/>
          </a:xfrm>
        </p:grpSpPr>
        <p:graphicFrame>
          <p:nvGraphicFramePr>
            <p:cNvPr id="37" name="Object 65">
              <a:extLst>
                <a:ext uri="{FF2B5EF4-FFF2-40B4-BE49-F238E27FC236}">
                  <a16:creationId xmlns:a16="http://schemas.microsoft.com/office/drawing/2014/main" id="{034B65CD-2DDA-4D0D-A4E6-8323600ACAF7}"/>
                </a:ext>
              </a:extLst>
            </p:cNvPr>
            <p:cNvGraphicFramePr>
              <a:graphicFrameLocks noChangeAspect="1"/>
            </p:cNvGraphicFramePr>
            <p:nvPr/>
          </p:nvGraphicFramePr>
          <p:xfrm>
            <a:off x="2016" y="2715"/>
            <a:ext cx="245" cy="309"/>
          </p:xfrm>
          <a:graphic>
            <a:graphicData uri="http://schemas.openxmlformats.org/presentationml/2006/ole">
              <mc:AlternateContent xmlns:mc="http://schemas.openxmlformats.org/markup-compatibility/2006">
                <mc:Choice xmlns:v="urn:schemas-microsoft-com:vml" Requires="v">
                  <p:oleObj spid="_x0000_s82247" name="公式" r:id="rId17" imgW="19183" imgH="57226" progId="Equation.3">
                    <p:embed/>
                  </p:oleObj>
                </mc:Choice>
                <mc:Fallback>
                  <p:oleObj name="公式" r:id="rId17" imgW="19183" imgH="57226" progId="Equation.3">
                    <p:embed/>
                    <p:pic>
                      <p:nvPicPr>
                        <p:cNvPr id="12334" name="Object 6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016" y="2715"/>
                          <a:ext cx="245" cy="3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9" name="Group 66">
              <a:extLst>
                <a:ext uri="{FF2B5EF4-FFF2-40B4-BE49-F238E27FC236}">
                  <a16:creationId xmlns:a16="http://schemas.microsoft.com/office/drawing/2014/main" id="{FE3BA4F4-A94E-4CF3-8CEF-4274E86FB861}"/>
                </a:ext>
              </a:extLst>
            </p:cNvPr>
            <p:cNvGrpSpPr>
              <a:grpSpLocks/>
            </p:cNvGrpSpPr>
            <p:nvPr/>
          </p:nvGrpSpPr>
          <p:grpSpPr bwMode="auto">
            <a:xfrm>
              <a:off x="1632" y="2400"/>
              <a:ext cx="1114" cy="726"/>
              <a:chOff x="1632" y="2400"/>
              <a:chExt cx="1114" cy="726"/>
            </a:xfrm>
          </p:grpSpPr>
          <p:sp>
            <p:nvSpPr>
              <p:cNvPr id="40" name="Oval 67">
                <a:extLst>
                  <a:ext uri="{FF2B5EF4-FFF2-40B4-BE49-F238E27FC236}">
                    <a16:creationId xmlns:a16="http://schemas.microsoft.com/office/drawing/2014/main" id="{2143ABAB-1964-4567-BBED-C709EF33F526}"/>
                  </a:ext>
                </a:extLst>
              </p:cNvPr>
              <p:cNvSpPr>
                <a:spLocks noChangeArrowheads="1"/>
              </p:cNvSpPr>
              <p:nvPr/>
            </p:nvSpPr>
            <p:spPr bwMode="auto">
              <a:xfrm rot="2135599">
                <a:off x="1632" y="2880"/>
                <a:ext cx="432" cy="144"/>
              </a:xfrm>
              <a:prstGeom prst="ellipse">
                <a:avLst/>
              </a:prstGeom>
              <a:gradFill rotWithShape="0">
                <a:gsLst>
                  <a:gs pos="0">
                    <a:srgbClr val="66FF33"/>
                  </a:gs>
                  <a:gs pos="100000">
                    <a:srgbClr val="44A922"/>
                  </a:gs>
                </a:gsLst>
                <a:path path="shape">
                  <a:fillToRect l="50000" t="50000" r="50000" b="50000"/>
                </a:path>
              </a:gradFill>
              <a:ln w="9525">
                <a:solidFill>
                  <a:srgbClr val="66FF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Line 68">
                <a:extLst>
                  <a:ext uri="{FF2B5EF4-FFF2-40B4-BE49-F238E27FC236}">
                    <a16:creationId xmlns:a16="http://schemas.microsoft.com/office/drawing/2014/main" id="{7A9F2100-4032-4D9E-8237-0B72A3166F4A}"/>
                  </a:ext>
                </a:extLst>
              </p:cNvPr>
              <p:cNvSpPr>
                <a:spLocks noChangeShapeType="1"/>
              </p:cNvSpPr>
              <p:nvPr/>
            </p:nvSpPr>
            <p:spPr bwMode="auto">
              <a:xfrm flipV="1">
                <a:off x="1872" y="2688"/>
                <a:ext cx="240" cy="288"/>
              </a:xfrm>
              <a:prstGeom prst="line">
                <a:avLst/>
              </a:prstGeom>
              <a:noFill/>
              <a:ln w="3810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Line 69">
                <a:extLst>
                  <a:ext uri="{FF2B5EF4-FFF2-40B4-BE49-F238E27FC236}">
                    <a16:creationId xmlns:a16="http://schemas.microsoft.com/office/drawing/2014/main" id="{4FBE6EBB-E0D6-4452-AD78-E0590B6F035D}"/>
                  </a:ext>
                </a:extLst>
              </p:cNvPr>
              <p:cNvSpPr>
                <a:spLocks noChangeShapeType="1"/>
              </p:cNvSpPr>
              <p:nvPr/>
            </p:nvSpPr>
            <p:spPr bwMode="auto">
              <a:xfrm flipV="1">
                <a:off x="1872" y="2976"/>
                <a:ext cx="528" cy="0"/>
              </a:xfrm>
              <a:prstGeom prst="line">
                <a:avLst/>
              </a:prstGeom>
              <a:noFill/>
              <a:ln w="38100">
                <a:solidFill>
                  <a:srgbClr val="66FF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3" name="Object 70">
                <a:extLst>
                  <a:ext uri="{FF2B5EF4-FFF2-40B4-BE49-F238E27FC236}">
                    <a16:creationId xmlns:a16="http://schemas.microsoft.com/office/drawing/2014/main" id="{8D170421-7DCE-4CE3-BA86-EAB0E29F11A1}"/>
                  </a:ext>
                </a:extLst>
              </p:cNvPr>
              <p:cNvGraphicFramePr>
                <a:graphicFrameLocks noChangeAspect="1"/>
              </p:cNvGraphicFramePr>
              <p:nvPr/>
            </p:nvGraphicFramePr>
            <p:xfrm>
              <a:off x="2400" y="2688"/>
              <a:ext cx="346" cy="438"/>
            </p:xfrm>
            <a:graphic>
              <a:graphicData uri="http://schemas.openxmlformats.org/presentationml/2006/ole">
                <mc:AlternateContent xmlns:mc="http://schemas.openxmlformats.org/markup-compatibility/2006">
                  <mc:Choice xmlns:v="urn:schemas-microsoft-com:vml" Requires="v">
                    <p:oleObj spid="_x0000_s82248" name="公式" r:id="rId19" imgW="28639" imgH="66674" progId="Equation.3">
                      <p:embed/>
                    </p:oleObj>
                  </mc:Choice>
                  <mc:Fallback>
                    <p:oleObj name="公式" r:id="rId19" imgW="28639" imgH="66674" progId="Equation.3">
                      <p:embed/>
                      <p:pic>
                        <p:nvPicPr>
                          <p:cNvPr id="12339" name="Object 7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400" y="2688"/>
                            <a:ext cx="346" cy="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 name="Object 71">
                <a:extLst>
                  <a:ext uri="{FF2B5EF4-FFF2-40B4-BE49-F238E27FC236}">
                    <a16:creationId xmlns:a16="http://schemas.microsoft.com/office/drawing/2014/main" id="{6E22BDCB-41D8-4F70-B484-772B4416B7CE}"/>
                  </a:ext>
                </a:extLst>
              </p:cNvPr>
              <p:cNvGraphicFramePr>
                <a:graphicFrameLocks noChangeAspect="1"/>
              </p:cNvGraphicFramePr>
              <p:nvPr/>
            </p:nvGraphicFramePr>
            <p:xfrm>
              <a:off x="1728" y="2400"/>
              <a:ext cx="384" cy="363"/>
            </p:xfrm>
            <a:graphic>
              <a:graphicData uri="http://schemas.openxmlformats.org/presentationml/2006/ole">
                <mc:AlternateContent xmlns:mc="http://schemas.openxmlformats.org/markup-compatibility/2006">
                  <mc:Choice xmlns:v="urn:schemas-microsoft-com:vml" Requires="v">
                    <p:oleObj spid="_x0000_s82249" name="公式" r:id="rId21" imgW="95375" imgH="76121" progId="Equation.3">
                      <p:embed/>
                    </p:oleObj>
                  </mc:Choice>
                  <mc:Fallback>
                    <p:oleObj name="公式" r:id="rId21" imgW="95375" imgH="76121" progId="Equation.3">
                      <p:embed/>
                      <p:pic>
                        <p:nvPicPr>
                          <p:cNvPr id="12340" name="Object 7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728" y="2400"/>
                            <a:ext cx="384" cy="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nvGrpSpPr>
          <p:cNvPr id="45" name="Group 72">
            <a:extLst>
              <a:ext uri="{FF2B5EF4-FFF2-40B4-BE49-F238E27FC236}">
                <a16:creationId xmlns:a16="http://schemas.microsoft.com/office/drawing/2014/main" id="{1255D483-999F-4E9D-AB79-735C2BA4E22E}"/>
              </a:ext>
            </a:extLst>
          </p:cNvPr>
          <p:cNvGrpSpPr>
            <a:grpSpLocks/>
          </p:cNvGrpSpPr>
          <p:nvPr/>
        </p:nvGrpSpPr>
        <p:grpSpPr bwMode="auto">
          <a:xfrm>
            <a:off x="6011863" y="5373688"/>
            <a:ext cx="1331912" cy="1025525"/>
            <a:chOff x="3504" y="3120"/>
            <a:chExt cx="1152" cy="864"/>
          </a:xfrm>
        </p:grpSpPr>
        <p:graphicFrame>
          <p:nvGraphicFramePr>
            <p:cNvPr id="46" name="Object 73">
              <a:extLst>
                <a:ext uri="{FF2B5EF4-FFF2-40B4-BE49-F238E27FC236}">
                  <a16:creationId xmlns:a16="http://schemas.microsoft.com/office/drawing/2014/main" id="{CEE00CD0-27A5-497D-AFEA-810AFA334C59}"/>
                </a:ext>
              </a:extLst>
            </p:cNvPr>
            <p:cNvGraphicFramePr>
              <a:graphicFrameLocks noChangeAspect="1"/>
            </p:cNvGraphicFramePr>
            <p:nvPr/>
          </p:nvGraphicFramePr>
          <p:xfrm>
            <a:off x="4123" y="3675"/>
            <a:ext cx="245" cy="309"/>
          </p:xfrm>
          <a:graphic>
            <a:graphicData uri="http://schemas.openxmlformats.org/presentationml/2006/ole">
              <mc:AlternateContent xmlns:mc="http://schemas.openxmlformats.org/markup-compatibility/2006">
                <mc:Choice xmlns:v="urn:schemas-microsoft-com:vml" Requires="v">
                  <p:oleObj spid="_x0000_s82250" name="公式" r:id="rId23" imgW="19183" imgH="57226" progId="Equation.3">
                    <p:embed/>
                  </p:oleObj>
                </mc:Choice>
                <mc:Fallback>
                  <p:oleObj name="公式" r:id="rId23" imgW="19183" imgH="57226" progId="Equation.3">
                    <p:embed/>
                    <p:pic>
                      <p:nvPicPr>
                        <p:cNvPr id="12325" name="Object 7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123" y="3675"/>
                          <a:ext cx="245" cy="3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 name="Oval 74">
              <a:extLst>
                <a:ext uri="{FF2B5EF4-FFF2-40B4-BE49-F238E27FC236}">
                  <a16:creationId xmlns:a16="http://schemas.microsoft.com/office/drawing/2014/main" id="{0E102BB2-6E62-43C3-99E6-E71E5C8691A2}"/>
                </a:ext>
              </a:extLst>
            </p:cNvPr>
            <p:cNvSpPr>
              <a:spLocks noChangeArrowheads="1"/>
            </p:cNvSpPr>
            <p:nvPr/>
          </p:nvSpPr>
          <p:spPr bwMode="auto">
            <a:xfrm rot="2135599">
              <a:off x="3888" y="3504"/>
              <a:ext cx="432" cy="144"/>
            </a:xfrm>
            <a:prstGeom prst="ellipse">
              <a:avLst/>
            </a:prstGeom>
            <a:gradFill rotWithShape="0">
              <a:gsLst>
                <a:gs pos="0">
                  <a:srgbClr val="66FF33"/>
                </a:gs>
                <a:gs pos="100000">
                  <a:srgbClr val="44A922"/>
                </a:gs>
              </a:gsLst>
              <a:path path="shape">
                <a:fillToRect l="50000" t="50000" r="50000" b="50000"/>
              </a:path>
            </a:gradFill>
            <a:ln w="9525">
              <a:solidFill>
                <a:srgbClr val="66FF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 name="Line 75">
              <a:extLst>
                <a:ext uri="{FF2B5EF4-FFF2-40B4-BE49-F238E27FC236}">
                  <a16:creationId xmlns:a16="http://schemas.microsoft.com/office/drawing/2014/main" id="{9D07559A-36A9-4E01-8B6E-EE8E9FB6BEFA}"/>
                </a:ext>
              </a:extLst>
            </p:cNvPr>
            <p:cNvSpPr>
              <a:spLocks noChangeShapeType="1"/>
            </p:cNvSpPr>
            <p:nvPr/>
          </p:nvSpPr>
          <p:spPr bwMode="auto">
            <a:xfrm flipV="1">
              <a:off x="3792" y="3600"/>
              <a:ext cx="288" cy="384"/>
            </a:xfrm>
            <a:prstGeom prst="line">
              <a:avLst/>
            </a:prstGeom>
            <a:noFill/>
            <a:ln w="57150">
              <a:solidFill>
                <a:srgbClr val="FFFF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Line 76">
              <a:extLst>
                <a:ext uri="{FF2B5EF4-FFF2-40B4-BE49-F238E27FC236}">
                  <a16:creationId xmlns:a16="http://schemas.microsoft.com/office/drawing/2014/main" id="{563F2BCD-EC1B-4408-BF0B-ABDB0AB43733}"/>
                </a:ext>
              </a:extLst>
            </p:cNvPr>
            <p:cNvSpPr>
              <a:spLocks noChangeShapeType="1"/>
            </p:cNvSpPr>
            <p:nvPr/>
          </p:nvSpPr>
          <p:spPr bwMode="auto">
            <a:xfrm flipV="1">
              <a:off x="4128" y="3552"/>
              <a:ext cx="528" cy="0"/>
            </a:xfrm>
            <a:prstGeom prst="line">
              <a:avLst/>
            </a:prstGeom>
            <a:noFill/>
            <a:ln w="38100">
              <a:solidFill>
                <a:srgbClr val="2D2DED"/>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0" name="Object 77">
              <a:extLst>
                <a:ext uri="{FF2B5EF4-FFF2-40B4-BE49-F238E27FC236}">
                  <a16:creationId xmlns:a16="http://schemas.microsoft.com/office/drawing/2014/main" id="{8F35C14C-F0E1-46C1-8A76-D68D3C8D08FC}"/>
                </a:ext>
              </a:extLst>
            </p:cNvPr>
            <p:cNvGraphicFramePr>
              <a:graphicFrameLocks noChangeAspect="1"/>
            </p:cNvGraphicFramePr>
            <p:nvPr/>
          </p:nvGraphicFramePr>
          <p:xfrm>
            <a:off x="4272" y="3120"/>
            <a:ext cx="346" cy="438"/>
          </p:xfrm>
          <a:graphic>
            <a:graphicData uri="http://schemas.openxmlformats.org/presentationml/2006/ole">
              <mc:AlternateContent xmlns:mc="http://schemas.openxmlformats.org/markup-compatibility/2006">
                <mc:Choice xmlns:v="urn:schemas-microsoft-com:vml" Requires="v">
                  <p:oleObj spid="_x0000_s82251" name="公式" r:id="rId25" imgW="28639" imgH="66674" progId="Equation.3">
                    <p:embed/>
                  </p:oleObj>
                </mc:Choice>
                <mc:Fallback>
                  <p:oleObj name="公式" r:id="rId25" imgW="28639" imgH="66674" progId="Equation.3">
                    <p:embed/>
                    <p:pic>
                      <p:nvPicPr>
                        <p:cNvPr id="12329" name="Object 77"/>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272" y="3120"/>
                          <a:ext cx="346" cy="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 name="Object 78">
              <a:extLst>
                <a:ext uri="{FF2B5EF4-FFF2-40B4-BE49-F238E27FC236}">
                  <a16:creationId xmlns:a16="http://schemas.microsoft.com/office/drawing/2014/main" id="{718DAA47-08A4-45FE-9285-AD764359DFA3}"/>
                </a:ext>
              </a:extLst>
            </p:cNvPr>
            <p:cNvGraphicFramePr>
              <a:graphicFrameLocks noChangeAspect="1"/>
            </p:cNvGraphicFramePr>
            <p:nvPr/>
          </p:nvGraphicFramePr>
          <p:xfrm>
            <a:off x="3504" y="3456"/>
            <a:ext cx="384" cy="363"/>
          </p:xfrm>
          <a:graphic>
            <a:graphicData uri="http://schemas.openxmlformats.org/presentationml/2006/ole">
              <mc:AlternateContent xmlns:mc="http://schemas.openxmlformats.org/markup-compatibility/2006">
                <mc:Choice xmlns:v="urn:schemas-microsoft-com:vml" Requires="v">
                  <p:oleObj spid="_x0000_s82252" name="公式" r:id="rId27" imgW="95375" imgH="76121" progId="Equation.3">
                    <p:embed/>
                  </p:oleObj>
                </mc:Choice>
                <mc:Fallback>
                  <p:oleObj name="公式" r:id="rId27" imgW="95375" imgH="76121" progId="Equation.3">
                    <p:embed/>
                    <p:pic>
                      <p:nvPicPr>
                        <p:cNvPr id="12330" name="Object 78"/>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504" y="3456"/>
                          <a:ext cx="384" cy="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2" name="Freeform 79">
              <a:extLst>
                <a:ext uri="{FF2B5EF4-FFF2-40B4-BE49-F238E27FC236}">
                  <a16:creationId xmlns:a16="http://schemas.microsoft.com/office/drawing/2014/main" id="{2FD2DEA2-C03C-4110-A3B5-684137FCE41B}"/>
                </a:ext>
              </a:extLst>
            </p:cNvPr>
            <p:cNvSpPr>
              <a:spLocks/>
            </p:cNvSpPr>
            <p:nvPr/>
          </p:nvSpPr>
          <p:spPr bwMode="auto">
            <a:xfrm>
              <a:off x="3930" y="3813"/>
              <a:ext cx="162" cy="66"/>
            </a:xfrm>
            <a:custGeom>
              <a:avLst/>
              <a:gdLst>
                <a:gd name="T0" fmla="*/ 162 w 162"/>
                <a:gd name="T1" fmla="*/ 66 h 66"/>
                <a:gd name="T2" fmla="*/ 61 w 162"/>
                <a:gd name="T3" fmla="*/ 41 h 66"/>
                <a:gd name="T4" fmla="*/ 11 w 162"/>
                <a:gd name="T5" fmla="*/ 3 h 66"/>
                <a:gd name="T6" fmla="*/ 0 60000 65536"/>
                <a:gd name="T7" fmla="*/ 0 60000 65536"/>
                <a:gd name="T8" fmla="*/ 0 60000 65536"/>
              </a:gdLst>
              <a:ahLst/>
              <a:cxnLst>
                <a:cxn ang="T6">
                  <a:pos x="T0" y="T1"/>
                </a:cxn>
                <a:cxn ang="T7">
                  <a:pos x="T2" y="T3"/>
                </a:cxn>
                <a:cxn ang="T8">
                  <a:pos x="T4" y="T5"/>
                </a:cxn>
              </a:cxnLst>
              <a:rect l="0" t="0" r="r" b="b"/>
              <a:pathLst>
                <a:path w="162" h="66">
                  <a:moveTo>
                    <a:pt x="162" y="66"/>
                  </a:moveTo>
                  <a:cubicBezTo>
                    <a:pt x="149" y="64"/>
                    <a:pt x="79" y="53"/>
                    <a:pt x="61" y="41"/>
                  </a:cubicBezTo>
                  <a:cubicBezTo>
                    <a:pt x="0" y="0"/>
                    <a:pt x="45" y="3"/>
                    <a:pt x="11" y="3"/>
                  </a:cubicBezTo>
                </a:path>
              </a:pathLst>
            </a:custGeom>
            <a:noFill/>
            <a:ln w="38100" cmpd="sng">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Freeform 80">
              <a:extLst>
                <a:ext uri="{FF2B5EF4-FFF2-40B4-BE49-F238E27FC236}">
                  <a16:creationId xmlns:a16="http://schemas.microsoft.com/office/drawing/2014/main" id="{1C9659D7-4CF7-4C0A-88F0-6C58E42D22BC}"/>
                </a:ext>
              </a:extLst>
            </p:cNvPr>
            <p:cNvSpPr>
              <a:spLocks/>
            </p:cNvSpPr>
            <p:nvPr/>
          </p:nvSpPr>
          <p:spPr bwMode="auto">
            <a:xfrm>
              <a:off x="4320" y="3600"/>
              <a:ext cx="144" cy="192"/>
            </a:xfrm>
            <a:custGeom>
              <a:avLst/>
              <a:gdLst>
                <a:gd name="T0" fmla="*/ 0 w 144"/>
                <a:gd name="T1" fmla="*/ 192 h 192"/>
                <a:gd name="T2" fmla="*/ 96 w 144"/>
                <a:gd name="T3" fmla="*/ 144 h 192"/>
                <a:gd name="T4" fmla="*/ 144 w 144"/>
                <a:gd name="T5" fmla="*/ 0 h 192"/>
                <a:gd name="T6" fmla="*/ 0 60000 65536"/>
                <a:gd name="T7" fmla="*/ 0 60000 65536"/>
                <a:gd name="T8" fmla="*/ 0 60000 65536"/>
              </a:gdLst>
              <a:ahLst/>
              <a:cxnLst>
                <a:cxn ang="T6">
                  <a:pos x="T0" y="T1"/>
                </a:cxn>
                <a:cxn ang="T7">
                  <a:pos x="T2" y="T3"/>
                </a:cxn>
                <a:cxn ang="T8">
                  <a:pos x="T4" y="T5"/>
                </a:cxn>
              </a:cxnLst>
              <a:rect l="0" t="0" r="r" b="b"/>
              <a:pathLst>
                <a:path w="144" h="192">
                  <a:moveTo>
                    <a:pt x="0" y="192"/>
                  </a:moveTo>
                  <a:cubicBezTo>
                    <a:pt x="36" y="184"/>
                    <a:pt x="72" y="176"/>
                    <a:pt x="96" y="144"/>
                  </a:cubicBezTo>
                  <a:cubicBezTo>
                    <a:pt x="120" y="112"/>
                    <a:pt x="136" y="24"/>
                    <a:pt x="144" y="0"/>
                  </a:cubicBezTo>
                </a:path>
              </a:pathLst>
            </a:custGeom>
            <a:noFill/>
            <a:ln w="38100" cmpd="sng">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Text Box 81">
              <a:extLst>
                <a:ext uri="{FF2B5EF4-FFF2-40B4-BE49-F238E27FC236}">
                  <a16:creationId xmlns:a16="http://schemas.microsoft.com/office/drawing/2014/main" id="{5B445A72-CA9B-4F69-B3C1-D6E905609BDA}"/>
                </a:ext>
              </a:extLst>
            </p:cNvPr>
            <p:cNvSpPr txBox="1">
              <a:spLocks noChangeArrowheads="1"/>
            </p:cNvSpPr>
            <p:nvPr/>
          </p:nvSpPr>
          <p:spPr bwMode="auto">
            <a:xfrm>
              <a:off x="3991" y="3561"/>
              <a:ext cx="232" cy="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0"/>
                </a:spcBef>
              </a:pPr>
              <a:r>
                <a:rPr lang="en-US" altLang="zh-CN" b="1">
                  <a:ea typeface="宋体" pitchFamily="2" charset="-122"/>
                </a:rPr>
                <a:t>-</a:t>
              </a:r>
            </a:p>
          </p:txBody>
        </p:sp>
      </p:grpSp>
      <p:grpSp>
        <p:nvGrpSpPr>
          <p:cNvPr id="55" name="Group 82">
            <a:extLst>
              <a:ext uri="{FF2B5EF4-FFF2-40B4-BE49-F238E27FC236}">
                <a16:creationId xmlns:a16="http://schemas.microsoft.com/office/drawing/2014/main" id="{A068A0E0-F8C7-4CB3-89AE-7709F7B16BEF}"/>
              </a:ext>
            </a:extLst>
          </p:cNvPr>
          <p:cNvGrpSpPr>
            <a:grpSpLocks/>
          </p:cNvGrpSpPr>
          <p:nvPr/>
        </p:nvGrpSpPr>
        <p:grpSpPr bwMode="auto">
          <a:xfrm>
            <a:off x="6240463" y="4572000"/>
            <a:ext cx="2003425" cy="1593850"/>
            <a:chOff x="384" y="2595"/>
            <a:chExt cx="1732" cy="1342"/>
          </a:xfrm>
        </p:grpSpPr>
        <p:sp>
          <p:nvSpPr>
            <p:cNvPr id="56" name="Text Box 83">
              <a:extLst>
                <a:ext uri="{FF2B5EF4-FFF2-40B4-BE49-F238E27FC236}">
                  <a16:creationId xmlns:a16="http://schemas.microsoft.com/office/drawing/2014/main" id="{17F0B961-69F3-4F9C-B71C-688F428860FF}"/>
                </a:ext>
              </a:extLst>
            </p:cNvPr>
            <p:cNvSpPr txBox="1">
              <a:spLocks noChangeArrowheads="1"/>
            </p:cNvSpPr>
            <p:nvPr/>
          </p:nvSpPr>
          <p:spPr bwMode="auto">
            <a:xfrm>
              <a:off x="384" y="2641"/>
              <a:ext cx="240" cy="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0"/>
                </a:spcBef>
              </a:pPr>
              <a:r>
                <a:rPr lang="en-US" altLang="zh-CN" b="1">
                  <a:ea typeface="宋体" pitchFamily="2" charset="-122"/>
                </a:rPr>
                <a:t>-</a:t>
              </a:r>
            </a:p>
          </p:txBody>
        </p:sp>
        <p:sp>
          <p:nvSpPr>
            <p:cNvPr id="57" name="Text Box 84">
              <a:extLst>
                <a:ext uri="{FF2B5EF4-FFF2-40B4-BE49-F238E27FC236}">
                  <a16:creationId xmlns:a16="http://schemas.microsoft.com/office/drawing/2014/main" id="{F2162E76-312D-4EF7-A4E0-DE111E51ED36}"/>
                </a:ext>
              </a:extLst>
            </p:cNvPr>
            <p:cNvSpPr txBox="1">
              <a:spLocks noChangeArrowheads="1"/>
            </p:cNvSpPr>
            <p:nvPr/>
          </p:nvSpPr>
          <p:spPr bwMode="auto">
            <a:xfrm>
              <a:off x="672" y="2595"/>
              <a:ext cx="284" cy="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0"/>
                </a:spcBef>
              </a:pPr>
              <a:r>
                <a:rPr lang="en-US" altLang="zh-CN" b="1">
                  <a:ea typeface="宋体" pitchFamily="2" charset="-122"/>
                </a:rPr>
                <a:t>+</a:t>
              </a:r>
            </a:p>
          </p:txBody>
        </p:sp>
        <p:sp>
          <p:nvSpPr>
            <p:cNvPr id="58" name="Text Box 85">
              <a:extLst>
                <a:ext uri="{FF2B5EF4-FFF2-40B4-BE49-F238E27FC236}">
                  <a16:creationId xmlns:a16="http://schemas.microsoft.com/office/drawing/2014/main" id="{B559BF8E-D2F5-41C8-98F2-FF2BC89124D5}"/>
                </a:ext>
              </a:extLst>
            </p:cNvPr>
            <p:cNvSpPr txBox="1">
              <a:spLocks noChangeArrowheads="1"/>
            </p:cNvSpPr>
            <p:nvPr/>
          </p:nvSpPr>
          <p:spPr bwMode="auto">
            <a:xfrm>
              <a:off x="969" y="2615"/>
              <a:ext cx="284" cy="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0"/>
                </a:spcBef>
              </a:pPr>
              <a:r>
                <a:rPr lang="en-US" altLang="zh-CN" b="1">
                  <a:ea typeface="宋体" pitchFamily="2" charset="-122"/>
                </a:rPr>
                <a:t>+</a:t>
              </a:r>
            </a:p>
          </p:txBody>
        </p:sp>
        <p:sp>
          <p:nvSpPr>
            <p:cNvPr id="59" name="Text Box 86">
              <a:extLst>
                <a:ext uri="{FF2B5EF4-FFF2-40B4-BE49-F238E27FC236}">
                  <a16:creationId xmlns:a16="http://schemas.microsoft.com/office/drawing/2014/main" id="{2A4DC583-C4C6-4BA8-AB4C-D1759FD69A47}"/>
                </a:ext>
              </a:extLst>
            </p:cNvPr>
            <p:cNvSpPr txBox="1">
              <a:spLocks noChangeArrowheads="1"/>
            </p:cNvSpPr>
            <p:nvPr/>
          </p:nvSpPr>
          <p:spPr bwMode="auto">
            <a:xfrm>
              <a:off x="1255" y="2739"/>
              <a:ext cx="284" cy="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0"/>
                </a:spcBef>
              </a:pPr>
              <a:r>
                <a:rPr lang="en-US" altLang="zh-CN" b="1">
                  <a:ea typeface="宋体" pitchFamily="2" charset="-122"/>
                </a:rPr>
                <a:t>+</a:t>
              </a:r>
            </a:p>
          </p:txBody>
        </p:sp>
        <p:sp>
          <p:nvSpPr>
            <p:cNvPr id="60" name="Text Box 87">
              <a:extLst>
                <a:ext uri="{FF2B5EF4-FFF2-40B4-BE49-F238E27FC236}">
                  <a16:creationId xmlns:a16="http://schemas.microsoft.com/office/drawing/2014/main" id="{431FAE33-FECC-4FF8-96F9-084CD1B5FC1D}"/>
                </a:ext>
              </a:extLst>
            </p:cNvPr>
            <p:cNvSpPr txBox="1">
              <a:spLocks noChangeArrowheads="1"/>
            </p:cNvSpPr>
            <p:nvPr/>
          </p:nvSpPr>
          <p:spPr bwMode="auto">
            <a:xfrm>
              <a:off x="1592" y="3027"/>
              <a:ext cx="284" cy="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0"/>
                </a:spcBef>
              </a:pPr>
              <a:r>
                <a:rPr lang="en-US" altLang="zh-CN" b="1">
                  <a:ea typeface="宋体" pitchFamily="2" charset="-122"/>
                </a:rPr>
                <a:t>+</a:t>
              </a:r>
            </a:p>
          </p:txBody>
        </p:sp>
        <p:sp>
          <p:nvSpPr>
            <p:cNvPr id="61" name="Text Box 88">
              <a:extLst>
                <a:ext uri="{FF2B5EF4-FFF2-40B4-BE49-F238E27FC236}">
                  <a16:creationId xmlns:a16="http://schemas.microsoft.com/office/drawing/2014/main" id="{281A6A72-5621-42E3-8CD1-CF2C1AF82966}"/>
                </a:ext>
              </a:extLst>
            </p:cNvPr>
            <p:cNvSpPr txBox="1">
              <a:spLocks noChangeArrowheads="1"/>
            </p:cNvSpPr>
            <p:nvPr/>
          </p:nvSpPr>
          <p:spPr bwMode="auto">
            <a:xfrm>
              <a:off x="1775" y="3316"/>
              <a:ext cx="285" cy="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0"/>
                </a:spcBef>
              </a:pPr>
              <a:r>
                <a:rPr lang="en-US" altLang="zh-CN" b="1">
                  <a:ea typeface="宋体" pitchFamily="2" charset="-122"/>
                </a:rPr>
                <a:t>+</a:t>
              </a:r>
            </a:p>
          </p:txBody>
        </p:sp>
        <p:sp>
          <p:nvSpPr>
            <p:cNvPr id="62" name="Text Box 89">
              <a:extLst>
                <a:ext uri="{FF2B5EF4-FFF2-40B4-BE49-F238E27FC236}">
                  <a16:creationId xmlns:a16="http://schemas.microsoft.com/office/drawing/2014/main" id="{9280B16D-B8A6-4B65-BBEE-567C2DC97C58}"/>
                </a:ext>
              </a:extLst>
            </p:cNvPr>
            <p:cNvSpPr txBox="1">
              <a:spLocks noChangeArrowheads="1"/>
            </p:cNvSpPr>
            <p:nvPr/>
          </p:nvSpPr>
          <p:spPr bwMode="auto">
            <a:xfrm>
              <a:off x="1832" y="3603"/>
              <a:ext cx="284" cy="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0"/>
                </a:spcBef>
              </a:pPr>
              <a:r>
                <a:rPr lang="en-US" altLang="zh-CN" b="1">
                  <a:ea typeface="宋体" pitchFamily="2" charset="-122"/>
                </a:rPr>
                <a:t>+</a:t>
              </a:r>
            </a:p>
          </p:txBody>
        </p:sp>
        <p:sp>
          <p:nvSpPr>
            <p:cNvPr id="63" name="Text Box 90">
              <a:extLst>
                <a:ext uri="{FF2B5EF4-FFF2-40B4-BE49-F238E27FC236}">
                  <a16:creationId xmlns:a16="http://schemas.microsoft.com/office/drawing/2014/main" id="{F4886FA7-C387-46C5-BE3D-32EFE1FAB096}"/>
                </a:ext>
              </a:extLst>
            </p:cNvPr>
            <p:cNvSpPr txBox="1">
              <a:spLocks noChangeArrowheads="1"/>
            </p:cNvSpPr>
            <p:nvPr/>
          </p:nvSpPr>
          <p:spPr bwMode="auto">
            <a:xfrm>
              <a:off x="432" y="2880"/>
              <a:ext cx="240" cy="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0"/>
                </a:spcBef>
              </a:pPr>
              <a:r>
                <a:rPr lang="en-US" altLang="zh-CN" b="1">
                  <a:ea typeface="宋体" pitchFamily="2" charset="-122"/>
                </a:rPr>
                <a:t>-</a:t>
              </a:r>
            </a:p>
          </p:txBody>
        </p:sp>
        <p:sp>
          <p:nvSpPr>
            <p:cNvPr id="64" name="Text Box 91">
              <a:extLst>
                <a:ext uri="{FF2B5EF4-FFF2-40B4-BE49-F238E27FC236}">
                  <a16:creationId xmlns:a16="http://schemas.microsoft.com/office/drawing/2014/main" id="{A2C546DF-99AC-4818-A103-A330CD91138B}"/>
                </a:ext>
              </a:extLst>
            </p:cNvPr>
            <p:cNvSpPr txBox="1">
              <a:spLocks noChangeArrowheads="1"/>
            </p:cNvSpPr>
            <p:nvPr/>
          </p:nvSpPr>
          <p:spPr bwMode="auto">
            <a:xfrm>
              <a:off x="576" y="3120"/>
              <a:ext cx="240" cy="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0"/>
                </a:spcBef>
              </a:pPr>
              <a:r>
                <a:rPr lang="en-US" altLang="zh-CN" b="1">
                  <a:ea typeface="宋体" pitchFamily="2" charset="-122"/>
                </a:rPr>
                <a:t>-</a:t>
              </a:r>
            </a:p>
          </p:txBody>
        </p:sp>
        <p:sp>
          <p:nvSpPr>
            <p:cNvPr id="65" name="Text Box 92">
              <a:extLst>
                <a:ext uri="{FF2B5EF4-FFF2-40B4-BE49-F238E27FC236}">
                  <a16:creationId xmlns:a16="http://schemas.microsoft.com/office/drawing/2014/main" id="{02BE9A1C-0023-4B2C-BE66-D4974328AE1B}"/>
                </a:ext>
              </a:extLst>
            </p:cNvPr>
            <p:cNvSpPr txBox="1">
              <a:spLocks noChangeArrowheads="1"/>
            </p:cNvSpPr>
            <p:nvPr/>
          </p:nvSpPr>
          <p:spPr bwMode="auto">
            <a:xfrm>
              <a:off x="768" y="3312"/>
              <a:ext cx="240" cy="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0"/>
                </a:spcBef>
              </a:pPr>
              <a:r>
                <a:rPr lang="en-US" altLang="zh-CN" b="1">
                  <a:ea typeface="宋体" pitchFamily="2" charset="-122"/>
                </a:rPr>
                <a:t>-</a:t>
              </a:r>
            </a:p>
          </p:txBody>
        </p:sp>
        <p:sp>
          <p:nvSpPr>
            <p:cNvPr id="66" name="Text Box 93">
              <a:extLst>
                <a:ext uri="{FF2B5EF4-FFF2-40B4-BE49-F238E27FC236}">
                  <a16:creationId xmlns:a16="http://schemas.microsoft.com/office/drawing/2014/main" id="{9E34E4C0-B092-40EB-A25C-9F7C5AC91EE9}"/>
                </a:ext>
              </a:extLst>
            </p:cNvPr>
            <p:cNvSpPr txBox="1">
              <a:spLocks noChangeArrowheads="1"/>
            </p:cNvSpPr>
            <p:nvPr/>
          </p:nvSpPr>
          <p:spPr bwMode="auto">
            <a:xfrm>
              <a:off x="960" y="3456"/>
              <a:ext cx="241" cy="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0"/>
                </a:spcBef>
              </a:pPr>
              <a:r>
                <a:rPr lang="en-US" altLang="zh-CN" b="1">
                  <a:ea typeface="宋体" pitchFamily="2" charset="-122"/>
                </a:rPr>
                <a:t>-</a:t>
              </a:r>
            </a:p>
          </p:txBody>
        </p:sp>
        <p:sp>
          <p:nvSpPr>
            <p:cNvPr id="67" name="Text Box 94">
              <a:extLst>
                <a:ext uri="{FF2B5EF4-FFF2-40B4-BE49-F238E27FC236}">
                  <a16:creationId xmlns:a16="http://schemas.microsoft.com/office/drawing/2014/main" id="{27841E26-6307-4671-B378-F5C21CC17847}"/>
                </a:ext>
              </a:extLst>
            </p:cNvPr>
            <p:cNvSpPr txBox="1">
              <a:spLocks noChangeArrowheads="1"/>
            </p:cNvSpPr>
            <p:nvPr/>
          </p:nvSpPr>
          <p:spPr bwMode="auto">
            <a:xfrm>
              <a:off x="1343" y="3600"/>
              <a:ext cx="240" cy="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0"/>
                </a:spcBef>
              </a:pPr>
              <a:r>
                <a:rPr lang="en-US" altLang="zh-CN" b="1">
                  <a:ea typeface="宋体" pitchFamily="2" charset="-122"/>
                </a:rPr>
                <a:t>-</a:t>
              </a:r>
            </a:p>
          </p:txBody>
        </p:sp>
      </p:grpSp>
      <p:sp>
        <p:nvSpPr>
          <p:cNvPr id="68" name="Text Box 95">
            <a:extLst>
              <a:ext uri="{FF2B5EF4-FFF2-40B4-BE49-F238E27FC236}">
                <a16:creationId xmlns:a16="http://schemas.microsoft.com/office/drawing/2014/main" id="{55382696-1CC2-465E-81B6-4FDFDB3E67F7}"/>
              </a:ext>
            </a:extLst>
          </p:cNvPr>
          <p:cNvSpPr txBox="1">
            <a:spLocks noChangeArrowheads="1"/>
          </p:cNvSpPr>
          <p:nvPr/>
        </p:nvSpPr>
        <p:spPr bwMode="auto">
          <a:xfrm>
            <a:off x="7993063" y="5008563"/>
            <a:ext cx="3286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0"/>
              </a:spcBef>
            </a:pPr>
            <a:r>
              <a:rPr lang="en-US" altLang="zh-CN" b="1">
                <a:ea typeface="宋体" pitchFamily="2" charset="-122"/>
              </a:rPr>
              <a:t>+</a:t>
            </a:r>
          </a:p>
        </p:txBody>
      </p:sp>
      <p:pic>
        <p:nvPicPr>
          <p:cNvPr id="13" name="图片 12">
            <a:extLst>
              <a:ext uri="{FF2B5EF4-FFF2-40B4-BE49-F238E27FC236}">
                <a16:creationId xmlns:a16="http://schemas.microsoft.com/office/drawing/2014/main" id="{1F1B7D2E-2926-4D6B-BE4E-89D3FCAD36F6}"/>
              </a:ext>
            </a:extLst>
          </p:cNvPr>
          <p:cNvPicPr>
            <a:picLocks noChangeAspect="1"/>
          </p:cNvPicPr>
          <p:nvPr/>
        </p:nvPicPr>
        <p:blipFill>
          <a:blip r:embed="rId29"/>
          <a:stretch>
            <a:fillRect/>
          </a:stretch>
        </p:blipFill>
        <p:spPr>
          <a:xfrm>
            <a:off x="516173" y="844909"/>
            <a:ext cx="3133725" cy="1219200"/>
          </a:xfrm>
          <a:prstGeom prst="rect">
            <a:avLst/>
          </a:prstGeom>
        </p:spPr>
      </p:pic>
      <p:pic>
        <p:nvPicPr>
          <p:cNvPr id="15" name="图片 14">
            <a:extLst>
              <a:ext uri="{FF2B5EF4-FFF2-40B4-BE49-F238E27FC236}">
                <a16:creationId xmlns:a16="http://schemas.microsoft.com/office/drawing/2014/main" id="{AC498165-273A-4322-8F05-653ABDD7D9A6}"/>
              </a:ext>
            </a:extLst>
          </p:cNvPr>
          <p:cNvPicPr>
            <a:picLocks noChangeAspect="1"/>
          </p:cNvPicPr>
          <p:nvPr/>
        </p:nvPicPr>
        <p:blipFill>
          <a:blip r:embed="rId30"/>
          <a:stretch>
            <a:fillRect/>
          </a:stretch>
        </p:blipFill>
        <p:spPr>
          <a:xfrm>
            <a:off x="125883" y="2142903"/>
            <a:ext cx="4619625" cy="2228850"/>
          </a:xfrm>
          <a:prstGeom prst="rect">
            <a:avLst/>
          </a:prstGeom>
        </p:spPr>
      </p:pic>
      <p:pic>
        <p:nvPicPr>
          <p:cNvPr id="70" name="图片 69">
            <a:extLst>
              <a:ext uri="{FF2B5EF4-FFF2-40B4-BE49-F238E27FC236}">
                <a16:creationId xmlns:a16="http://schemas.microsoft.com/office/drawing/2014/main" id="{01B493DB-A7A4-4D06-8D9E-6CDD55EF5B97}"/>
              </a:ext>
            </a:extLst>
          </p:cNvPr>
          <p:cNvPicPr>
            <a:picLocks noChangeAspect="1"/>
          </p:cNvPicPr>
          <p:nvPr/>
        </p:nvPicPr>
        <p:blipFill>
          <a:blip r:embed="rId31"/>
          <a:stretch>
            <a:fillRect/>
          </a:stretch>
        </p:blipFill>
        <p:spPr>
          <a:xfrm>
            <a:off x="2308780" y="4985280"/>
            <a:ext cx="1790700" cy="714375"/>
          </a:xfrm>
          <a:prstGeom prst="rect">
            <a:avLst/>
          </a:prstGeom>
        </p:spPr>
      </p:pic>
    </p:spTree>
    <p:extLst>
      <p:ext uri="{BB962C8B-B14F-4D97-AF65-F5344CB8AC3E}">
        <p14:creationId xmlns:p14="http://schemas.microsoft.com/office/powerpoint/2010/main" val="3905281752"/>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dissolve">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499"/>
                                          </p:stCondLst>
                                        </p:cTn>
                                        <p:tgtEl>
                                          <p:spTgt spid="3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wipe(left)">
                                      <p:cBhvr>
                                        <p:cTn id="16" dur="500"/>
                                        <p:tgtEl>
                                          <p:spTgt spid="2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36"/>
                                        </p:tgtEl>
                                        <p:attrNameLst>
                                          <p:attrName>style.visibility</p:attrName>
                                        </p:attrNameLst>
                                      </p:cBhvr>
                                      <p:to>
                                        <p:strVal val="visible"/>
                                      </p:to>
                                    </p:set>
                                    <p:animEffect transition="in" filter="wipe(left)">
                                      <p:cBhvr>
                                        <p:cTn id="21" dur="500"/>
                                        <p:tgtEl>
                                          <p:spTgt spid="36"/>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499"/>
                                          </p:stCondLst>
                                        </p:cTn>
                                        <p:tgtEl>
                                          <p:spTgt spid="55"/>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499"/>
                                          </p:stCondLst>
                                        </p:cTn>
                                        <p:tgtEl>
                                          <p:spTgt spid="68"/>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nodeType="clickEffect">
                                  <p:stCondLst>
                                    <p:cond delay="0"/>
                                  </p:stCondLst>
                                  <p:childTnLst>
                                    <p:set>
                                      <p:cBhvr>
                                        <p:cTn id="33" dur="1" fill="hold">
                                          <p:stCondLst>
                                            <p:cond delay="0"/>
                                          </p:stCondLst>
                                        </p:cTn>
                                        <p:tgtEl>
                                          <p:spTgt spid="45"/>
                                        </p:tgtEl>
                                        <p:attrNameLst>
                                          <p:attrName>style.visibility</p:attrName>
                                        </p:attrNameLst>
                                      </p:cBhvr>
                                      <p:to>
                                        <p:strVal val="visible"/>
                                      </p:to>
                                    </p:set>
                                    <p:animEffect transition="in" filter="wipe(up)">
                                      <p:cBhvr>
                                        <p:cTn id="34"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68"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0" y="13045"/>
            <a:ext cx="8937511" cy="6852498"/>
          </a:xfrm>
          <a:prstGeom prst="rect">
            <a:avLst/>
          </a:prstGeom>
        </p:spPr>
      </p:pic>
      <mc:AlternateContent xmlns:mc="http://schemas.openxmlformats.org/markup-compatibility/2006" xmlns:a14="http://schemas.microsoft.com/office/drawing/2010/main">
        <mc:Choice Requires="a14">
          <p:sp>
            <p:nvSpPr>
              <p:cNvPr id="3" name="文本框 2"/>
              <p:cNvSpPr txBox="1"/>
              <p:nvPr/>
            </p:nvSpPr>
            <p:spPr>
              <a:xfrm>
                <a:off x="6588224" y="3405582"/>
                <a:ext cx="576064" cy="573427"/>
              </a:xfrm>
              <a:prstGeom prst="rect">
                <a:avLst/>
              </a:prstGeom>
              <a:solidFill>
                <a:schemeClr val="bg1"/>
              </a:solidFill>
            </p:spPr>
            <p:txBody>
              <a:bodyPr wrap="square" rtlCol="0">
                <a:spAutoFit/>
              </a:bodyPr>
              <a:lstStyle/>
              <a:p>
                <a14:m>
                  <m:oMath xmlns:m="http://schemas.openxmlformats.org/officeDocument/2006/math">
                    <m:r>
                      <a:rPr lang="zh-CN" altLang="en-US" sz="3200" b="1" i="1" smtClean="0">
                        <a:solidFill>
                          <a:srgbClr val="0000CC"/>
                        </a:solidFill>
                        <a:latin typeface="Cambria Math" panose="02040503050406030204" pitchFamily="18" charset="0"/>
                      </a:rPr>
                      <m:t>𝝈</m:t>
                    </m:r>
                  </m:oMath>
                </a14:m>
                <a:r>
                  <a:rPr lang="en-US" altLang="zh-CN" b="1" dirty="0">
                    <a:solidFill>
                      <a:srgbClr val="0000CC"/>
                    </a:solidFill>
                  </a:rPr>
                  <a:t>0</a:t>
                </a:r>
                <a:endParaRPr lang="zh-CN" altLang="en-US" b="1" dirty="0">
                  <a:solidFill>
                    <a:srgbClr val="0000CC"/>
                  </a:solidFill>
                </a:endParaRPr>
              </a:p>
            </p:txBody>
          </p:sp>
        </mc:Choice>
        <mc:Fallback xmlns="">
          <p:sp>
            <p:nvSpPr>
              <p:cNvPr id="3" name="文本框 2"/>
              <p:cNvSpPr txBox="1">
                <a:spLocks noRot="1" noChangeAspect="1" noMove="1" noResize="1" noEditPoints="1" noAdjustHandles="1" noChangeArrowheads="1" noChangeShapeType="1" noTextEdit="1"/>
              </p:cNvSpPr>
              <p:nvPr/>
            </p:nvSpPr>
            <p:spPr>
              <a:xfrm>
                <a:off x="6588224" y="3405582"/>
                <a:ext cx="576064" cy="573427"/>
              </a:xfrm>
              <a:prstGeom prst="rect">
                <a:avLst/>
              </a:prstGeom>
              <a:blipFill>
                <a:blip r:embed="rId4"/>
                <a:stretch>
                  <a:fillRect r="-9574" b="-1276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07764797"/>
      </p:ext>
    </p:extLst>
  </p:cSld>
  <p:clrMapOvr>
    <a:masterClrMapping/>
  </p:clrMapOvr>
  <p:transition>
    <p:rand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170306" y="152116"/>
            <a:ext cx="8803387" cy="6553768"/>
          </a:xfrm>
          <a:prstGeom prst="rect">
            <a:avLst/>
          </a:prstGeom>
        </p:spPr>
      </p:pic>
    </p:spTree>
  </p:cSld>
  <p:clrMapOvr>
    <a:masterClrMapping/>
  </p:clrMapOvr>
  <p:transition>
    <p:rand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62" name="Text Box 2"/>
          <p:cNvSpPr txBox="1">
            <a:spLocks noChangeArrowheads="1"/>
          </p:cNvSpPr>
          <p:nvPr/>
        </p:nvSpPr>
        <p:spPr bwMode="auto">
          <a:xfrm>
            <a:off x="228600" y="250825"/>
            <a:ext cx="8509061"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0"/>
              </a:spcBef>
            </a:pPr>
            <a:r>
              <a:rPr lang="zh-CN" altLang="en-US" sz="2200" b="1">
                <a:solidFill>
                  <a:srgbClr val="3333FF"/>
                </a:solidFill>
              </a:rPr>
              <a:t>二）、平行板电容器中电介质</a:t>
            </a:r>
            <a:r>
              <a:rPr lang="zh-CN" altLang="en-US" sz="2200" b="1" dirty="0">
                <a:solidFill>
                  <a:srgbClr val="3333FF"/>
                </a:solidFill>
              </a:rPr>
              <a:t>的极化规律与真空中的静电场的关系</a:t>
            </a:r>
            <a:r>
              <a:rPr lang="zh-CN" altLang="en-US" sz="2200" b="1" dirty="0">
                <a:solidFill>
                  <a:schemeClr val="tx1"/>
                </a:solidFill>
                <a:latin typeface="宋体" pitchFamily="2" charset="-122"/>
                <a:ea typeface="宋体" pitchFamily="2" charset="-122"/>
              </a:rPr>
              <a:t> </a:t>
            </a:r>
            <a:endParaRPr lang="zh-CN" altLang="en-US" sz="2200" b="1" dirty="0">
              <a:solidFill>
                <a:schemeClr val="tx1"/>
              </a:solidFill>
              <a:ea typeface="宋体" pitchFamily="2" charset="-122"/>
            </a:endParaRPr>
          </a:p>
        </p:txBody>
      </p:sp>
      <p:sp>
        <p:nvSpPr>
          <p:cNvPr id="450564" name="Text Box 4"/>
          <p:cNvSpPr txBox="1">
            <a:spLocks noChangeArrowheads="1"/>
          </p:cNvSpPr>
          <p:nvPr/>
        </p:nvSpPr>
        <p:spPr bwMode="auto">
          <a:xfrm>
            <a:off x="533400" y="4394200"/>
            <a:ext cx="7467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fontAlgn="b" hangingPunct="1">
              <a:spcBef>
                <a:spcPct val="0"/>
              </a:spcBef>
            </a:pPr>
            <a:r>
              <a:rPr lang="en-US" altLang="zh-CN" sz="2400" b="1">
                <a:solidFill>
                  <a:schemeClr val="tx1"/>
                </a:solidFill>
                <a:latin typeface="宋体" pitchFamily="2" charset="-122"/>
                <a:ea typeface="宋体" pitchFamily="2" charset="-122"/>
              </a:rPr>
              <a:t>   </a:t>
            </a:r>
            <a:r>
              <a:rPr lang="zh-CN" altLang="en-US" sz="2400" b="1">
                <a:solidFill>
                  <a:schemeClr val="tx1"/>
                </a:solidFill>
                <a:latin typeface="宋体" pitchFamily="2" charset="-122"/>
                <a:ea typeface="宋体" pitchFamily="2" charset="-122"/>
              </a:rPr>
              <a:t>称为电介质的电极化率</a:t>
            </a:r>
            <a:r>
              <a:rPr lang="en-US" altLang="zh-CN" sz="2400" b="1">
                <a:solidFill>
                  <a:schemeClr val="tx1"/>
                </a:solidFill>
                <a:latin typeface="宋体" pitchFamily="2" charset="-122"/>
                <a:ea typeface="宋体" pitchFamily="2" charset="-122"/>
              </a:rPr>
              <a:t>,</a:t>
            </a:r>
            <a:r>
              <a:rPr lang="zh-CN" altLang="en-US" sz="2400" b="1">
                <a:solidFill>
                  <a:schemeClr val="tx1"/>
                </a:solidFill>
                <a:latin typeface="宋体" pitchFamily="2" charset="-122"/>
                <a:ea typeface="宋体" pitchFamily="2" charset="-122"/>
              </a:rPr>
              <a:t>在各向同性线性电介质中它是一个纯数。</a:t>
            </a:r>
            <a:endParaRPr lang="zh-CN" altLang="en-US" sz="2400" b="1">
              <a:solidFill>
                <a:schemeClr val="tx1"/>
              </a:solidFill>
              <a:ea typeface="宋体" pitchFamily="2" charset="-122"/>
            </a:endParaRPr>
          </a:p>
        </p:txBody>
      </p:sp>
      <p:graphicFrame>
        <p:nvGraphicFramePr>
          <p:cNvPr id="450565" name="Object 5"/>
          <p:cNvGraphicFramePr>
            <a:graphicFrameLocks noChangeAspect="1"/>
          </p:cNvGraphicFramePr>
          <p:nvPr>
            <p:extLst>
              <p:ext uri="{D42A27DB-BD31-4B8C-83A1-F6EECF244321}">
                <p14:modId xmlns:p14="http://schemas.microsoft.com/office/powerpoint/2010/main" val="3933503868"/>
              </p:ext>
            </p:extLst>
          </p:nvPr>
        </p:nvGraphicFramePr>
        <p:xfrm>
          <a:off x="1644759" y="724931"/>
          <a:ext cx="2057400" cy="617538"/>
        </p:xfrm>
        <a:graphic>
          <a:graphicData uri="http://schemas.openxmlformats.org/presentationml/2006/ole">
            <mc:AlternateContent xmlns:mc="http://schemas.openxmlformats.org/markup-compatibility/2006">
              <mc:Choice xmlns:v="urn:schemas-microsoft-com:vml" Requires="v">
                <p:oleObj spid="_x0000_s16120" name="公式" r:id="rId3" imgW="761669" imgH="228501" progId="Equation.3">
                  <p:embed/>
                </p:oleObj>
              </mc:Choice>
              <mc:Fallback>
                <p:oleObj name="公式" r:id="rId3" imgW="761669" imgH="228501"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44759" y="724931"/>
                        <a:ext cx="2057400" cy="61753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0566" name="Object 6"/>
          <p:cNvGraphicFramePr>
            <a:graphicFrameLocks noChangeAspect="1"/>
          </p:cNvGraphicFramePr>
          <p:nvPr>
            <p:extLst>
              <p:ext uri="{D42A27DB-BD31-4B8C-83A1-F6EECF244321}">
                <p14:modId xmlns:p14="http://schemas.microsoft.com/office/powerpoint/2010/main" val="1941896439"/>
              </p:ext>
            </p:extLst>
          </p:nvPr>
        </p:nvGraphicFramePr>
        <p:xfrm>
          <a:off x="1655762" y="1457325"/>
          <a:ext cx="1736725" cy="568325"/>
        </p:xfrm>
        <a:graphic>
          <a:graphicData uri="http://schemas.openxmlformats.org/presentationml/2006/ole">
            <mc:AlternateContent xmlns:mc="http://schemas.openxmlformats.org/markup-compatibility/2006">
              <mc:Choice xmlns:v="urn:schemas-microsoft-com:vml" Requires="v">
                <p:oleObj spid="_x0000_s16121" name="公式" r:id="rId5" imgW="698500" imgH="228600" progId="Equation.3">
                  <p:embed/>
                </p:oleObj>
              </mc:Choice>
              <mc:Fallback>
                <p:oleObj name="公式" r:id="rId5" imgW="698500" imgH="2286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55762" y="1457325"/>
                        <a:ext cx="1736725" cy="56832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0567" name="Object 7"/>
          <p:cNvGraphicFramePr>
            <a:graphicFrameLocks noChangeAspect="1"/>
          </p:cNvGraphicFramePr>
          <p:nvPr>
            <p:extLst>
              <p:ext uri="{D42A27DB-BD31-4B8C-83A1-F6EECF244321}">
                <p14:modId xmlns:p14="http://schemas.microsoft.com/office/powerpoint/2010/main" val="547537721"/>
              </p:ext>
            </p:extLst>
          </p:nvPr>
        </p:nvGraphicFramePr>
        <p:xfrm>
          <a:off x="1634649" y="2036762"/>
          <a:ext cx="1292225" cy="498475"/>
        </p:xfrm>
        <a:graphic>
          <a:graphicData uri="http://schemas.openxmlformats.org/presentationml/2006/ole">
            <mc:AlternateContent xmlns:mc="http://schemas.openxmlformats.org/markup-compatibility/2006">
              <mc:Choice xmlns:v="urn:schemas-microsoft-com:vml" Requires="v">
                <p:oleObj spid="_x0000_s16122" name="公式" r:id="rId7" imgW="457002" imgH="177723" progId="Equation.3">
                  <p:embed/>
                </p:oleObj>
              </mc:Choice>
              <mc:Fallback>
                <p:oleObj name="公式" r:id="rId7" imgW="457002" imgH="177723"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34649" y="2036762"/>
                        <a:ext cx="1292225" cy="49847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0568" name="Object 8"/>
          <p:cNvGraphicFramePr>
            <a:graphicFrameLocks noChangeAspect="1"/>
          </p:cNvGraphicFramePr>
          <p:nvPr/>
        </p:nvGraphicFramePr>
        <p:xfrm>
          <a:off x="5738813" y="2835275"/>
          <a:ext cx="2209800" cy="1033463"/>
        </p:xfrm>
        <a:graphic>
          <a:graphicData uri="http://schemas.openxmlformats.org/presentationml/2006/ole">
            <mc:AlternateContent xmlns:mc="http://schemas.openxmlformats.org/markup-compatibility/2006">
              <mc:Choice xmlns:v="urn:schemas-microsoft-com:vml" Requires="v">
                <p:oleObj spid="_x0000_s16123" name="公式" r:id="rId9" imgW="1028254" imgH="482391" progId="Equation.3">
                  <p:embed/>
                </p:oleObj>
              </mc:Choice>
              <mc:Fallback>
                <p:oleObj name="公式" r:id="rId9" imgW="1028254" imgH="482391" progId="Equation.3">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38813" y="2835275"/>
                        <a:ext cx="2209800" cy="103346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50569" name="AutoShape 9"/>
          <p:cNvSpPr>
            <a:spLocks/>
          </p:cNvSpPr>
          <p:nvPr/>
        </p:nvSpPr>
        <p:spPr bwMode="auto">
          <a:xfrm>
            <a:off x="3886200" y="914400"/>
            <a:ext cx="609600" cy="2438400"/>
          </a:xfrm>
          <a:prstGeom prst="rightBrace">
            <a:avLst>
              <a:gd name="adj1" fmla="val 33333"/>
              <a:gd name="adj2" fmla="val 50000"/>
            </a:avLst>
          </a:prstGeom>
          <a:noFill/>
          <a:ln w="38100">
            <a:solidFill>
              <a:srgbClr val="FF000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0570" name="AutoShape 10"/>
          <p:cNvSpPr>
            <a:spLocks noChangeArrowheads="1"/>
          </p:cNvSpPr>
          <p:nvPr/>
        </p:nvSpPr>
        <p:spPr bwMode="auto">
          <a:xfrm>
            <a:off x="4648200" y="1905000"/>
            <a:ext cx="762000" cy="381000"/>
          </a:xfrm>
          <a:prstGeom prst="rightArrow">
            <a:avLst>
              <a:gd name="adj1" fmla="val 50000"/>
              <a:gd name="adj2" fmla="val 50000"/>
            </a:avLst>
          </a:prstGeom>
          <a:solidFill>
            <a:srgbClr val="FFFF66"/>
          </a:solidFill>
          <a:ln w="12700">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50571" name="Object 11"/>
          <p:cNvGraphicFramePr>
            <a:graphicFrameLocks noChangeAspect="1"/>
          </p:cNvGraphicFramePr>
          <p:nvPr/>
        </p:nvGraphicFramePr>
        <p:xfrm>
          <a:off x="5715000" y="836613"/>
          <a:ext cx="2933700" cy="692150"/>
        </p:xfrm>
        <a:graphic>
          <a:graphicData uri="http://schemas.openxmlformats.org/presentationml/2006/ole">
            <mc:AlternateContent xmlns:mc="http://schemas.openxmlformats.org/markup-compatibility/2006">
              <mc:Choice xmlns:v="urn:schemas-microsoft-com:vml" Requires="v">
                <p:oleObj spid="_x0000_s16124" name="公式" r:id="rId11" imgW="1016000" imgH="241300" progId="Equation.3">
                  <p:embed/>
                </p:oleObj>
              </mc:Choice>
              <mc:Fallback>
                <p:oleObj name="公式" r:id="rId11" imgW="1016000" imgH="241300" progId="Equation.3">
                  <p:embed/>
                  <p:pic>
                    <p:nvPicPr>
                      <p:cNvPr id="0"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715000" y="836613"/>
                        <a:ext cx="2933700" cy="692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50572" name="AutoShape 12"/>
          <p:cNvSpPr>
            <a:spLocks/>
          </p:cNvSpPr>
          <p:nvPr/>
        </p:nvSpPr>
        <p:spPr bwMode="auto">
          <a:xfrm>
            <a:off x="5483225" y="912813"/>
            <a:ext cx="230188" cy="2667000"/>
          </a:xfrm>
          <a:prstGeom prst="leftBrace">
            <a:avLst>
              <a:gd name="adj1" fmla="val 96552"/>
              <a:gd name="adj2" fmla="val 50000"/>
            </a:avLst>
          </a:prstGeom>
          <a:noFill/>
          <a:ln w="38100">
            <a:solidFill>
              <a:srgbClr val="FF000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50573" name="Object 13"/>
          <p:cNvGraphicFramePr>
            <a:graphicFrameLocks noChangeAspect="1"/>
          </p:cNvGraphicFramePr>
          <p:nvPr/>
        </p:nvGraphicFramePr>
        <p:xfrm>
          <a:off x="5830888" y="1827213"/>
          <a:ext cx="1943100" cy="655637"/>
        </p:xfrm>
        <a:graphic>
          <a:graphicData uri="http://schemas.openxmlformats.org/presentationml/2006/ole">
            <mc:AlternateContent xmlns:mc="http://schemas.openxmlformats.org/markup-compatibility/2006">
              <mc:Choice xmlns:v="urn:schemas-microsoft-com:vml" Requires="v">
                <p:oleObj spid="_x0000_s16125" name="公式" r:id="rId13" imgW="672808" imgH="228501" progId="Equation.3">
                  <p:embed/>
                </p:oleObj>
              </mc:Choice>
              <mc:Fallback>
                <p:oleObj name="公式" r:id="rId13" imgW="672808" imgH="228501" progId="Equation.3">
                  <p:embed/>
                  <p:pic>
                    <p:nvPicPr>
                      <p:cNvPr id="0" name="Object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830888" y="1827213"/>
                        <a:ext cx="1943100" cy="655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0574" name="Object 14"/>
          <p:cNvGraphicFramePr>
            <a:graphicFrameLocks noChangeAspect="1"/>
          </p:cNvGraphicFramePr>
          <p:nvPr/>
        </p:nvGraphicFramePr>
        <p:xfrm>
          <a:off x="1331913" y="2863850"/>
          <a:ext cx="1981200" cy="692150"/>
        </p:xfrm>
        <a:graphic>
          <a:graphicData uri="http://schemas.openxmlformats.org/presentationml/2006/ole">
            <mc:AlternateContent xmlns:mc="http://schemas.openxmlformats.org/markup-compatibility/2006">
              <mc:Choice xmlns:v="urn:schemas-microsoft-com:vml" Requires="v">
                <p:oleObj spid="_x0000_s16126" name="公式" r:id="rId15" imgW="685800" imgH="241300" progId="Equation.3">
                  <p:embed/>
                </p:oleObj>
              </mc:Choice>
              <mc:Fallback>
                <p:oleObj name="公式" r:id="rId15" imgW="685800" imgH="241300" progId="Equation.3">
                  <p:embed/>
                  <p:pic>
                    <p:nvPicPr>
                      <p:cNvPr id="0" name="Object 1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331913" y="2863850"/>
                        <a:ext cx="1981200" cy="692150"/>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50575" name="Text Box 15"/>
          <p:cNvSpPr txBox="1">
            <a:spLocks noChangeArrowheads="1"/>
          </p:cNvSpPr>
          <p:nvPr/>
        </p:nvSpPr>
        <p:spPr bwMode="auto">
          <a:xfrm>
            <a:off x="533400" y="5562600"/>
            <a:ext cx="8093075"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r>
              <a:rPr lang="zh-CN" altLang="en-US" sz="2400" b="1"/>
              <a:t>在高频条件下，电介质的相对电容率和外电场的频率有关。</a:t>
            </a:r>
          </a:p>
        </p:txBody>
      </p:sp>
      <p:graphicFrame>
        <p:nvGraphicFramePr>
          <p:cNvPr id="15375" name="Object 16"/>
          <p:cNvGraphicFramePr>
            <a:graphicFrameLocks noChangeAspect="1"/>
          </p:cNvGraphicFramePr>
          <p:nvPr/>
        </p:nvGraphicFramePr>
        <p:xfrm>
          <a:off x="539750" y="4221163"/>
          <a:ext cx="541338" cy="647700"/>
        </p:xfrm>
        <a:graphic>
          <a:graphicData uri="http://schemas.openxmlformats.org/presentationml/2006/ole">
            <mc:AlternateContent xmlns:mc="http://schemas.openxmlformats.org/markup-compatibility/2006">
              <mc:Choice xmlns:v="urn:schemas-microsoft-com:vml" Requires="v">
                <p:oleObj spid="_x0000_s16127" name="公式" r:id="rId17" imgW="190500" imgH="228600" progId="Equation.3">
                  <p:embed/>
                </p:oleObj>
              </mc:Choice>
              <mc:Fallback>
                <p:oleObj name="公式" r:id="rId17" imgW="190500" imgH="228600" progId="Equation.3">
                  <p:embed/>
                  <p:pic>
                    <p:nvPicPr>
                      <p:cNvPr id="0" name="Object 1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39750" y="4221163"/>
                        <a:ext cx="541338" cy="647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文本框 1">
            <a:extLst>
              <a:ext uri="{FF2B5EF4-FFF2-40B4-BE49-F238E27FC236}">
                <a16:creationId xmlns:a16="http://schemas.microsoft.com/office/drawing/2014/main" id="{38982BEA-2415-4051-86FE-2EAC8F433EF8}"/>
              </a:ext>
            </a:extLst>
          </p:cNvPr>
          <p:cNvSpPr txBox="1"/>
          <p:nvPr/>
        </p:nvSpPr>
        <p:spPr>
          <a:xfrm>
            <a:off x="104666" y="807064"/>
            <a:ext cx="1467068" cy="400110"/>
          </a:xfrm>
          <a:prstGeom prst="rect">
            <a:avLst/>
          </a:prstGeom>
          <a:noFill/>
        </p:spPr>
        <p:txBody>
          <a:bodyPr wrap="none" rtlCol="0">
            <a:spAutoFit/>
          </a:bodyPr>
          <a:lstStyle/>
          <a:p>
            <a:r>
              <a:rPr lang="zh-CN" altLang="en-US"/>
              <a:t>无电介质时</a:t>
            </a:r>
          </a:p>
        </p:txBody>
      </p:sp>
      <p:sp>
        <p:nvSpPr>
          <p:cNvPr id="17" name="文本框 16">
            <a:extLst>
              <a:ext uri="{FF2B5EF4-FFF2-40B4-BE49-F238E27FC236}">
                <a16:creationId xmlns:a16="http://schemas.microsoft.com/office/drawing/2014/main" id="{1031EAE9-D7EB-4D9B-9A21-352A217F0B6E}"/>
              </a:ext>
            </a:extLst>
          </p:cNvPr>
          <p:cNvSpPr txBox="1"/>
          <p:nvPr/>
        </p:nvSpPr>
        <p:spPr>
          <a:xfrm>
            <a:off x="142087" y="1532581"/>
            <a:ext cx="1467068" cy="400110"/>
          </a:xfrm>
          <a:prstGeom prst="rect">
            <a:avLst/>
          </a:prstGeom>
          <a:noFill/>
        </p:spPr>
        <p:txBody>
          <a:bodyPr wrap="none" rtlCol="0">
            <a:spAutoFit/>
          </a:bodyPr>
          <a:lstStyle/>
          <a:p>
            <a:r>
              <a:rPr lang="zh-CN" altLang="en-US"/>
              <a:t>有电介质时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50562"/>
                                        </p:tgtEl>
                                        <p:attrNameLst>
                                          <p:attrName>style.visibility</p:attrName>
                                        </p:attrNameLst>
                                      </p:cBhvr>
                                      <p:to>
                                        <p:strVal val="visible"/>
                                      </p:to>
                                    </p:set>
                                    <p:animEffect transition="in" filter="wipe(left)">
                                      <p:cBhvr>
                                        <p:cTn id="7" dur="500"/>
                                        <p:tgtEl>
                                          <p:spTgt spid="45056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50565"/>
                                        </p:tgtEl>
                                        <p:attrNameLst>
                                          <p:attrName>style.visibility</p:attrName>
                                        </p:attrNameLst>
                                      </p:cBhvr>
                                      <p:to>
                                        <p:strVal val="visible"/>
                                      </p:to>
                                    </p:set>
                                    <p:animEffect transition="in" filter="wipe(left)">
                                      <p:cBhvr>
                                        <p:cTn id="12" dur="500"/>
                                        <p:tgtEl>
                                          <p:spTgt spid="45056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50566"/>
                                        </p:tgtEl>
                                        <p:attrNameLst>
                                          <p:attrName>style.visibility</p:attrName>
                                        </p:attrNameLst>
                                      </p:cBhvr>
                                      <p:to>
                                        <p:strVal val="visible"/>
                                      </p:to>
                                    </p:set>
                                    <p:animEffect transition="in" filter="wipe(left)">
                                      <p:cBhvr>
                                        <p:cTn id="17" dur="500"/>
                                        <p:tgtEl>
                                          <p:spTgt spid="45056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50567"/>
                                        </p:tgtEl>
                                        <p:attrNameLst>
                                          <p:attrName>style.visibility</p:attrName>
                                        </p:attrNameLst>
                                      </p:cBhvr>
                                      <p:to>
                                        <p:strVal val="visible"/>
                                      </p:to>
                                    </p:set>
                                    <p:animEffect transition="in" filter="wipe(left)">
                                      <p:cBhvr>
                                        <p:cTn id="22" dur="500"/>
                                        <p:tgtEl>
                                          <p:spTgt spid="45056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450574"/>
                                        </p:tgtEl>
                                        <p:attrNameLst>
                                          <p:attrName>style.visibility</p:attrName>
                                        </p:attrNameLst>
                                      </p:cBhvr>
                                      <p:to>
                                        <p:strVal val="visible"/>
                                      </p:to>
                                    </p:set>
                                    <p:animEffect transition="in" filter="wipe(left)">
                                      <p:cBhvr>
                                        <p:cTn id="27" dur="500"/>
                                        <p:tgtEl>
                                          <p:spTgt spid="45057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50569"/>
                                        </p:tgtEl>
                                        <p:attrNameLst>
                                          <p:attrName>style.visibility</p:attrName>
                                        </p:attrNameLst>
                                      </p:cBhvr>
                                      <p:to>
                                        <p:strVal val="visible"/>
                                      </p:to>
                                    </p:set>
                                    <p:animEffect transition="in" filter="wipe(left)">
                                      <p:cBhvr>
                                        <p:cTn id="32" dur="500"/>
                                        <p:tgtEl>
                                          <p:spTgt spid="45056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50570"/>
                                        </p:tgtEl>
                                        <p:attrNameLst>
                                          <p:attrName>style.visibility</p:attrName>
                                        </p:attrNameLst>
                                      </p:cBhvr>
                                      <p:to>
                                        <p:strVal val="visible"/>
                                      </p:to>
                                    </p:set>
                                    <p:animEffect transition="in" filter="wipe(left)">
                                      <p:cBhvr>
                                        <p:cTn id="37" dur="500"/>
                                        <p:tgtEl>
                                          <p:spTgt spid="45057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450572"/>
                                        </p:tgtEl>
                                        <p:attrNameLst>
                                          <p:attrName>style.visibility</p:attrName>
                                        </p:attrNameLst>
                                      </p:cBhvr>
                                      <p:to>
                                        <p:strVal val="visible"/>
                                      </p:to>
                                    </p:set>
                                    <p:animEffect transition="in" filter="wipe(left)">
                                      <p:cBhvr>
                                        <p:cTn id="42" dur="500"/>
                                        <p:tgtEl>
                                          <p:spTgt spid="45057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450571"/>
                                        </p:tgtEl>
                                        <p:attrNameLst>
                                          <p:attrName>style.visibility</p:attrName>
                                        </p:attrNameLst>
                                      </p:cBhvr>
                                      <p:to>
                                        <p:strVal val="visible"/>
                                      </p:to>
                                    </p:set>
                                    <p:animEffect transition="in" filter="wipe(left)">
                                      <p:cBhvr>
                                        <p:cTn id="47" dur="500"/>
                                        <p:tgtEl>
                                          <p:spTgt spid="450571"/>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450573"/>
                                        </p:tgtEl>
                                        <p:attrNameLst>
                                          <p:attrName>style.visibility</p:attrName>
                                        </p:attrNameLst>
                                      </p:cBhvr>
                                      <p:to>
                                        <p:strVal val="visible"/>
                                      </p:to>
                                    </p:set>
                                    <p:animEffect transition="in" filter="wipe(left)">
                                      <p:cBhvr>
                                        <p:cTn id="52" dur="500"/>
                                        <p:tgtEl>
                                          <p:spTgt spid="450573"/>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450568"/>
                                        </p:tgtEl>
                                        <p:attrNameLst>
                                          <p:attrName>style.visibility</p:attrName>
                                        </p:attrNameLst>
                                      </p:cBhvr>
                                      <p:to>
                                        <p:strVal val="visible"/>
                                      </p:to>
                                    </p:set>
                                    <p:animEffect transition="in" filter="wipe(left)">
                                      <p:cBhvr>
                                        <p:cTn id="57" dur="500"/>
                                        <p:tgtEl>
                                          <p:spTgt spid="450568"/>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iterate type="lt">
                                    <p:tmPct val="100000"/>
                                  </p:iterate>
                                  <p:childTnLst>
                                    <p:set>
                                      <p:cBhvr>
                                        <p:cTn id="61" dur="1" fill="hold">
                                          <p:stCondLst>
                                            <p:cond delay="0"/>
                                          </p:stCondLst>
                                        </p:cTn>
                                        <p:tgtEl>
                                          <p:spTgt spid="450564"/>
                                        </p:tgtEl>
                                        <p:attrNameLst>
                                          <p:attrName>style.visibility</p:attrName>
                                        </p:attrNameLst>
                                      </p:cBhvr>
                                      <p:to>
                                        <p:strVal val="visible"/>
                                      </p:to>
                                    </p:set>
                                    <p:animEffect transition="in" filter="wipe(left)">
                                      <p:cBhvr>
                                        <p:cTn id="62" dur="75"/>
                                        <p:tgtEl>
                                          <p:spTgt spid="450564"/>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450575"/>
                                        </p:tgtEl>
                                        <p:attrNameLst>
                                          <p:attrName>style.visibility</p:attrName>
                                        </p:attrNameLst>
                                      </p:cBhvr>
                                      <p:to>
                                        <p:strVal val="visible"/>
                                      </p:to>
                                    </p:set>
                                    <p:animEffect transition="in" filter="wipe(left)">
                                      <p:cBhvr>
                                        <p:cTn id="67" dur="500"/>
                                        <p:tgtEl>
                                          <p:spTgt spid="4505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62" grpId="0" autoUpdateAnimBg="0"/>
      <p:bldP spid="450564" grpId="0" autoUpdateAnimBg="0"/>
      <p:bldP spid="450569" grpId="0" animBg="1"/>
      <p:bldP spid="450570" grpId="0" animBg="1"/>
      <p:bldP spid="450572" grpId="0" animBg="1"/>
      <p:bldP spid="450575"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7" descr="table11-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413" y="460375"/>
            <a:ext cx="8280400" cy="455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7" name="矩形 1"/>
          <p:cNvSpPr>
            <a:spLocks noChangeArrowheads="1"/>
          </p:cNvSpPr>
          <p:nvPr/>
        </p:nvSpPr>
        <p:spPr bwMode="auto">
          <a:xfrm>
            <a:off x="468313" y="5445125"/>
            <a:ext cx="7559675"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500" b="1"/>
              <a:t>绝缘强度：</a:t>
            </a:r>
            <a:r>
              <a:rPr lang="zh-CN" altLang="en-US" sz="2500" b="1">
                <a:solidFill>
                  <a:schemeClr val="accent2"/>
                </a:solidFill>
              </a:rPr>
              <a:t>绝缘本身耐受电压的能力。作用在绝缘上的电压超过某临界值时，绝缘将损坏而失去绝缘作用</a:t>
            </a:r>
            <a:r>
              <a:rPr lang="en-US" altLang="zh-CN" sz="2500" b="1">
                <a:solidFill>
                  <a:schemeClr val="accent2"/>
                </a:solidFill>
              </a:rPr>
              <a:t>.</a:t>
            </a:r>
            <a:endParaRPr lang="zh-CN" altLang="en-US" sz="2500" b="1">
              <a:solidFill>
                <a:schemeClr val="accent2"/>
              </a:solidFill>
            </a:endParaRPr>
          </a:p>
        </p:txBody>
      </p:sp>
    </p:spTree>
  </p:cSld>
  <p:clrMapOvr>
    <a:masterClrMapping/>
  </p:clrMapOvr>
  <p:transition>
    <p:rand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ChangeArrowheads="1"/>
          </p:cNvSpPr>
          <p:nvPr/>
        </p:nvSpPr>
        <p:spPr bwMode="auto">
          <a:xfrm>
            <a:off x="285750" y="246063"/>
            <a:ext cx="8534400"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20000"/>
              </a:lnSpc>
            </a:pPr>
            <a:r>
              <a:rPr lang="en-US" altLang="zh-CN" sz="2500" b="1" dirty="0">
                <a:solidFill>
                  <a:schemeClr val="accent2"/>
                </a:solidFill>
              </a:rPr>
              <a:t>[</a:t>
            </a:r>
            <a:r>
              <a:rPr lang="zh-CN" altLang="en-US" sz="2500" b="1" dirty="0">
                <a:solidFill>
                  <a:schemeClr val="accent2"/>
                </a:solidFill>
              </a:rPr>
              <a:t>例</a:t>
            </a:r>
            <a:r>
              <a:rPr lang="en-US" altLang="zh-CN" sz="2500" b="1" dirty="0">
                <a:solidFill>
                  <a:schemeClr val="accent2"/>
                </a:solidFill>
              </a:rPr>
              <a:t>1]</a:t>
            </a:r>
            <a:r>
              <a:rPr lang="zh-CN" altLang="en-US" sz="2500" b="1" dirty="0">
                <a:solidFill>
                  <a:schemeClr val="accent2"/>
                </a:solidFill>
              </a:rPr>
              <a:t>半径</a:t>
            </a:r>
            <a:r>
              <a:rPr lang="en-US" altLang="zh-CN" sz="2500" b="1" i="1" dirty="0">
                <a:solidFill>
                  <a:schemeClr val="accent2"/>
                </a:solidFill>
              </a:rPr>
              <a:t>R</a:t>
            </a:r>
            <a:r>
              <a:rPr lang="en-US" altLang="zh-CN" sz="2500" b="1" dirty="0">
                <a:solidFill>
                  <a:schemeClr val="accent2"/>
                </a:solidFill>
              </a:rPr>
              <a:t> </a:t>
            </a:r>
            <a:r>
              <a:rPr lang="zh-CN" altLang="en-US" sz="2500" b="1" dirty="0">
                <a:solidFill>
                  <a:schemeClr val="accent2"/>
                </a:solidFill>
              </a:rPr>
              <a:t>的介质球被均匀极化，极化强度为</a:t>
            </a:r>
            <a:r>
              <a:rPr lang="en-US" altLang="zh-CN" sz="2500" b="1" dirty="0">
                <a:solidFill>
                  <a:schemeClr val="accent2"/>
                </a:solidFill>
              </a:rPr>
              <a:t>P</a:t>
            </a:r>
            <a:r>
              <a:rPr lang="zh-CN" altLang="en-US" sz="2500" b="1" dirty="0">
                <a:solidFill>
                  <a:schemeClr val="accent2"/>
                </a:solidFill>
              </a:rPr>
              <a:t>。求：</a:t>
            </a:r>
            <a:r>
              <a:rPr lang="en-US" altLang="zh-CN" sz="2500" b="1" dirty="0">
                <a:solidFill>
                  <a:schemeClr val="accent2"/>
                </a:solidFill>
              </a:rPr>
              <a:t>1) </a:t>
            </a:r>
            <a:r>
              <a:rPr lang="zh-CN" altLang="en-US" sz="2500" b="1" dirty="0">
                <a:solidFill>
                  <a:schemeClr val="accent2"/>
                </a:solidFill>
              </a:rPr>
              <a:t>介质球</a:t>
            </a:r>
            <a:r>
              <a:rPr lang="zh-CN" altLang="en-US" sz="2500" b="1">
                <a:solidFill>
                  <a:schemeClr val="accent2"/>
                </a:solidFill>
              </a:rPr>
              <a:t>表面的电荷分布</a:t>
            </a:r>
            <a:r>
              <a:rPr lang="zh-CN" altLang="en-US" sz="2500" b="1" dirty="0">
                <a:solidFill>
                  <a:schemeClr val="accent2"/>
                </a:solidFill>
              </a:rPr>
              <a:t>；</a:t>
            </a:r>
            <a:r>
              <a:rPr lang="en-US" altLang="zh-CN" sz="2500" b="1" dirty="0">
                <a:solidFill>
                  <a:schemeClr val="accent2"/>
                </a:solidFill>
              </a:rPr>
              <a:t>2) </a:t>
            </a:r>
            <a:r>
              <a:rPr lang="zh-CN" altLang="en-US" sz="2500" b="1" dirty="0">
                <a:solidFill>
                  <a:schemeClr val="accent2"/>
                </a:solidFill>
              </a:rPr>
              <a:t>极化电荷在球心处的场。</a:t>
            </a:r>
            <a:r>
              <a:rPr lang="en-US" altLang="zh-CN" sz="2500" b="1" dirty="0">
                <a:solidFill>
                  <a:schemeClr val="accent2"/>
                </a:solidFill>
              </a:rPr>
              <a:t>3)</a:t>
            </a:r>
            <a:r>
              <a:rPr lang="zh-CN" altLang="en-US" sz="2500" b="1" dirty="0">
                <a:solidFill>
                  <a:schemeClr val="accent2"/>
                </a:solidFill>
              </a:rPr>
              <a:t>若该球放在均匀的外电场</a:t>
            </a:r>
            <a:r>
              <a:rPr lang="en-US" altLang="zh-CN" sz="2500" b="1" dirty="0">
                <a:solidFill>
                  <a:schemeClr val="accent2"/>
                </a:solidFill>
              </a:rPr>
              <a:t>E</a:t>
            </a:r>
            <a:r>
              <a:rPr lang="en-US" altLang="zh-CN" sz="2500" b="1" baseline="-25000" dirty="0">
                <a:solidFill>
                  <a:schemeClr val="accent2"/>
                </a:solidFill>
              </a:rPr>
              <a:t>0</a:t>
            </a:r>
            <a:r>
              <a:rPr lang="zh-CN" altLang="en-US" sz="2500" b="1" dirty="0">
                <a:solidFill>
                  <a:schemeClr val="accent2"/>
                </a:solidFill>
              </a:rPr>
              <a:t>中，求介质球内的电场强度</a:t>
            </a:r>
          </a:p>
        </p:txBody>
      </p:sp>
      <p:grpSp>
        <p:nvGrpSpPr>
          <p:cNvPr id="17411" name="Group 50"/>
          <p:cNvGrpSpPr>
            <a:grpSpLocks/>
          </p:cNvGrpSpPr>
          <p:nvPr/>
        </p:nvGrpSpPr>
        <p:grpSpPr bwMode="auto">
          <a:xfrm>
            <a:off x="5724525" y="2968625"/>
            <a:ext cx="3219450" cy="2405063"/>
            <a:chOff x="240" y="768"/>
            <a:chExt cx="2016" cy="1632"/>
          </a:xfrm>
        </p:grpSpPr>
        <p:sp>
          <p:nvSpPr>
            <p:cNvPr id="17424" name="AutoShape 49"/>
            <p:cNvSpPr>
              <a:spLocks noChangeArrowheads="1"/>
            </p:cNvSpPr>
            <p:nvPr/>
          </p:nvSpPr>
          <p:spPr bwMode="auto">
            <a:xfrm>
              <a:off x="240" y="768"/>
              <a:ext cx="2016" cy="1632"/>
            </a:xfrm>
            <a:prstGeom prst="flowChartProcess">
              <a:avLst/>
            </a:prstGeom>
            <a:gradFill rotWithShape="0">
              <a:gsLst>
                <a:gs pos="0">
                  <a:srgbClr val="5E9EFF"/>
                </a:gs>
                <a:gs pos="39999">
                  <a:srgbClr val="85C2FF"/>
                </a:gs>
                <a:gs pos="70000">
                  <a:srgbClr val="C4D6EB"/>
                </a:gs>
                <a:gs pos="100000">
                  <a:srgbClr val="FFEBFA"/>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7425" name="Group 47"/>
            <p:cNvGrpSpPr>
              <a:grpSpLocks/>
            </p:cNvGrpSpPr>
            <p:nvPr/>
          </p:nvGrpSpPr>
          <p:grpSpPr bwMode="auto">
            <a:xfrm>
              <a:off x="384" y="864"/>
              <a:ext cx="1784" cy="1392"/>
              <a:chOff x="384" y="864"/>
              <a:chExt cx="1784" cy="1392"/>
            </a:xfrm>
          </p:grpSpPr>
          <p:sp>
            <p:nvSpPr>
              <p:cNvPr id="17426" name="Oval 3" descr="20%"/>
              <p:cNvSpPr>
                <a:spLocks noChangeArrowheads="1"/>
              </p:cNvSpPr>
              <p:nvPr/>
            </p:nvSpPr>
            <p:spPr bwMode="auto">
              <a:xfrm>
                <a:off x="624" y="1200"/>
                <a:ext cx="912" cy="960"/>
              </a:xfrm>
              <a:prstGeom prst="ellipse">
                <a:avLst/>
              </a:prstGeom>
              <a:pattFill prst="pct20">
                <a:fgClr>
                  <a:schemeClr val="bg2"/>
                </a:fgClr>
                <a:bgClr>
                  <a:schemeClr val="bg1"/>
                </a:bgClr>
              </a:patt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27" name="Line 7"/>
              <p:cNvSpPr>
                <a:spLocks noChangeShapeType="1"/>
              </p:cNvSpPr>
              <p:nvPr/>
            </p:nvSpPr>
            <p:spPr bwMode="auto">
              <a:xfrm>
                <a:off x="384" y="1680"/>
                <a:ext cx="163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28" name="Line 8"/>
              <p:cNvSpPr>
                <a:spLocks noChangeShapeType="1"/>
              </p:cNvSpPr>
              <p:nvPr/>
            </p:nvSpPr>
            <p:spPr bwMode="auto">
              <a:xfrm>
                <a:off x="672" y="1488"/>
                <a:ext cx="816"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29" name="Line 9"/>
              <p:cNvSpPr>
                <a:spLocks noChangeShapeType="1"/>
              </p:cNvSpPr>
              <p:nvPr/>
            </p:nvSpPr>
            <p:spPr bwMode="auto">
              <a:xfrm>
                <a:off x="816" y="1296"/>
                <a:ext cx="52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30" name="Line 10"/>
              <p:cNvSpPr>
                <a:spLocks noChangeShapeType="1"/>
              </p:cNvSpPr>
              <p:nvPr/>
            </p:nvSpPr>
            <p:spPr bwMode="auto">
              <a:xfrm>
                <a:off x="672" y="1872"/>
                <a:ext cx="816"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31" name="Line 11"/>
              <p:cNvSpPr>
                <a:spLocks noChangeShapeType="1"/>
              </p:cNvSpPr>
              <p:nvPr/>
            </p:nvSpPr>
            <p:spPr bwMode="auto">
              <a:xfrm>
                <a:off x="816" y="2064"/>
                <a:ext cx="52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32" name="Line 12"/>
              <p:cNvSpPr>
                <a:spLocks noChangeShapeType="1"/>
              </p:cNvSpPr>
              <p:nvPr/>
            </p:nvSpPr>
            <p:spPr bwMode="auto">
              <a:xfrm flipV="1">
                <a:off x="1056" y="1104"/>
                <a:ext cx="576" cy="57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7433" name="Object 13"/>
              <p:cNvGraphicFramePr>
                <a:graphicFrameLocks noChangeAspect="1"/>
              </p:cNvGraphicFramePr>
              <p:nvPr/>
            </p:nvGraphicFramePr>
            <p:xfrm>
              <a:off x="1584" y="864"/>
              <a:ext cx="220" cy="240"/>
            </p:xfrm>
            <a:graphic>
              <a:graphicData uri="http://schemas.openxmlformats.org/presentationml/2006/ole">
                <mc:AlternateContent xmlns:mc="http://schemas.openxmlformats.org/markup-compatibility/2006">
                  <mc:Choice xmlns:v="urn:schemas-microsoft-com:vml" Requires="v">
                    <p:oleObj spid="_x0000_s18310" name="Equation" r:id="rId3" imgW="139639" imgH="152334" progId="Equation.3">
                      <p:embed/>
                    </p:oleObj>
                  </mc:Choice>
                  <mc:Fallback>
                    <p:oleObj name="Equation" r:id="rId3" imgW="139639" imgH="152334" progId="Equation.3">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4" y="864"/>
                            <a:ext cx="220"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34" name="Object 14"/>
              <p:cNvGraphicFramePr>
                <a:graphicFrameLocks noChangeAspect="1"/>
              </p:cNvGraphicFramePr>
              <p:nvPr/>
            </p:nvGraphicFramePr>
            <p:xfrm>
              <a:off x="1536" y="1152"/>
              <a:ext cx="180" cy="240"/>
            </p:xfrm>
            <a:graphic>
              <a:graphicData uri="http://schemas.openxmlformats.org/presentationml/2006/ole">
                <mc:AlternateContent xmlns:mc="http://schemas.openxmlformats.org/markup-compatibility/2006">
                  <mc:Choice xmlns:v="urn:schemas-microsoft-com:vml" Requires="v">
                    <p:oleObj spid="_x0000_s18311" name="Equation" r:id="rId5" imgW="152268" imgH="203024" progId="Equation.3">
                      <p:embed/>
                    </p:oleObj>
                  </mc:Choice>
                  <mc:Fallback>
                    <p:oleObj name="Equation" r:id="rId5" imgW="152268" imgH="203024" progId="Equation.3">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36" y="1152"/>
                            <a:ext cx="180"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35" name="Object 15"/>
              <p:cNvGraphicFramePr>
                <a:graphicFrameLocks noChangeAspect="1"/>
              </p:cNvGraphicFramePr>
              <p:nvPr/>
            </p:nvGraphicFramePr>
            <p:xfrm>
              <a:off x="1200" y="1488"/>
              <a:ext cx="180" cy="240"/>
            </p:xfrm>
            <a:graphic>
              <a:graphicData uri="http://schemas.openxmlformats.org/presentationml/2006/ole">
                <mc:AlternateContent xmlns:mc="http://schemas.openxmlformats.org/markup-compatibility/2006">
                  <mc:Choice xmlns:v="urn:schemas-microsoft-com:vml" Requires="v">
                    <p:oleObj spid="_x0000_s18312" name="Equation" r:id="rId7" imgW="152268" imgH="203024" progId="Equation.3">
                      <p:embed/>
                    </p:oleObj>
                  </mc:Choice>
                  <mc:Fallback>
                    <p:oleObj name="Equation" r:id="rId7" imgW="152268" imgH="203024" progId="Equation.3">
                      <p:embed/>
                      <p:pic>
                        <p:nvPicPr>
                          <p:cNvPr id="0"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00" y="1488"/>
                            <a:ext cx="180"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36" name="Line 18"/>
              <p:cNvSpPr>
                <a:spLocks noChangeShapeType="1"/>
              </p:cNvSpPr>
              <p:nvPr/>
            </p:nvSpPr>
            <p:spPr bwMode="auto">
              <a:xfrm>
                <a:off x="1056" y="1200"/>
                <a:ext cx="0" cy="96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37" name="Line 19"/>
              <p:cNvSpPr>
                <a:spLocks noChangeShapeType="1"/>
              </p:cNvSpPr>
              <p:nvPr/>
            </p:nvSpPr>
            <p:spPr bwMode="auto">
              <a:xfrm>
                <a:off x="1392" y="1344"/>
                <a:ext cx="384"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38" name="Rectangle 23"/>
              <p:cNvSpPr>
                <a:spLocks noChangeArrowheads="1"/>
              </p:cNvSpPr>
              <p:nvPr/>
            </p:nvSpPr>
            <p:spPr bwMode="auto">
              <a:xfrm>
                <a:off x="672" y="1399"/>
                <a:ext cx="217"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a:t>P</a:t>
                </a:r>
              </a:p>
            </p:txBody>
          </p:sp>
          <p:sp>
            <p:nvSpPr>
              <p:cNvPr id="17439" name="Text Box 24"/>
              <p:cNvSpPr txBox="1">
                <a:spLocks noChangeArrowheads="1"/>
              </p:cNvSpPr>
              <p:nvPr/>
            </p:nvSpPr>
            <p:spPr bwMode="auto">
              <a:xfrm>
                <a:off x="1281" y="1008"/>
                <a:ext cx="218"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r>
                  <a:rPr lang="en-US" altLang="zh-CN"/>
                  <a:t>A</a:t>
                </a:r>
              </a:p>
            </p:txBody>
          </p:sp>
          <p:sp>
            <p:nvSpPr>
              <p:cNvPr id="17440" name="Text Box 25"/>
              <p:cNvSpPr txBox="1">
                <a:spLocks noChangeArrowheads="1"/>
              </p:cNvSpPr>
              <p:nvPr/>
            </p:nvSpPr>
            <p:spPr bwMode="auto">
              <a:xfrm>
                <a:off x="1968" y="1534"/>
                <a:ext cx="200" cy="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r>
                  <a:rPr lang="en-US" altLang="zh-CN"/>
                  <a:t>Z</a:t>
                </a:r>
              </a:p>
            </p:txBody>
          </p:sp>
          <p:sp>
            <p:nvSpPr>
              <p:cNvPr id="17441" name="Text Box 26"/>
              <p:cNvSpPr txBox="1">
                <a:spLocks noChangeArrowheads="1"/>
              </p:cNvSpPr>
              <p:nvPr/>
            </p:nvSpPr>
            <p:spPr bwMode="auto">
              <a:xfrm>
                <a:off x="816" y="1632"/>
                <a:ext cx="219"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r>
                  <a:rPr lang="en-US" altLang="zh-CN"/>
                  <a:t>O</a:t>
                </a:r>
              </a:p>
            </p:txBody>
          </p:sp>
          <p:sp>
            <p:nvSpPr>
              <p:cNvPr id="17442" name="Line 27"/>
              <p:cNvSpPr>
                <a:spLocks noChangeShapeType="1"/>
              </p:cNvSpPr>
              <p:nvPr/>
            </p:nvSpPr>
            <p:spPr bwMode="auto">
              <a:xfrm>
                <a:off x="528" y="1344"/>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43" name="Line 28"/>
              <p:cNvSpPr>
                <a:spLocks noChangeShapeType="1"/>
              </p:cNvSpPr>
              <p:nvPr/>
            </p:nvSpPr>
            <p:spPr bwMode="auto">
              <a:xfrm>
                <a:off x="432" y="1536"/>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44" name="Line 29"/>
              <p:cNvSpPr>
                <a:spLocks noChangeShapeType="1"/>
              </p:cNvSpPr>
              <p:nvPr/>
            </p:nvSpPr>
            <p:spPr bwMode="auto">
              <a:xfrm>
                <a:off x="432" y="1728"/>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45" name="Line 30"/>
              <p:cNvSpPr>
                <a:spLocks noChangeShapeType="1"/>
              </p:cNvSpPr>
              <p:nvPr/>
            </p:nvSpPr>
            <p:spPr bwMode="auto">
              <a:xfrm>
                <a:off x="480" y="1920"/>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46" name="Line 31"/>
              <p:cNvSpPr>
                <a:spLocks noChangeShapeType="1"/>
              </p:cNvSpPr>
              <p:nvPr/>
            </p:nvSpPr>
            <p:spPr bwMode="auto">
              <a:xfrm>
                <a:off x="624" y="2112"/>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47" name="Line 34"/>
              <p:cNvSpPr>
                <a:spLocks noChangeShapeType="1"/>
              </p:cNvSpPr>
              <p:nvPr/>
            </p:nvSpPr>
            <p:spPr bwMode="auto">
              <a:xfrm flipV="1">
                <a:off x="1536" y="1488"/>
                <a:ext cx="1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48" name="Line 35"/>
              <p:cNvSpPr>
                <a:spLocks noChangeShapeType="1"/>
              </p:cNvSpPr>
              <p:nvPr/>
            </p:nvSpPr>
            <p:spPr bwMode="auto">
              <a:xfrm>
                <a:off x="1632" y="139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49" name="Line 36"/>
              <p:cNvSpPr>
                <a:spLocks noChangeShapeType="1"/>
              </p:cNvSpPr>
              <p:nvPr/>
            </p:nvSpPr>
            <p:spPr bwMode="auto">
              <a:xfrm flipV="1">
                <a:off x="1632" y="1728"/>
                <a:ext cx="1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50" name="Line 37"/>
              <p:cNvSpPr>
                <a:spLocks noChangeShapeType="1"/>
              </p:cNvSpPr>
              <p:nvPr/>
            </p:nvSpPr>
            <p:spPr bwMode="auto">
              <a:xfrm>
                <a:off x="1728" y="163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51" name="Line 38"/>
              <p:cNvSpPr>
                <a:spLocks noChangeShapeType="1"/>
              </p:cNvSpPr>
              <p:nvPr/>
            </p:nvSpPr>
            <p:spPr bwMode="auto">
              <a:xfrm flipV="1">
                <a:off x="1536" y="1968"/>
                <a:ext cx="1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52" name="Line 39"/>
              <p:cNvSpPr>
                <a:spLocks noChangeShapeType="1"/>
              </p:cNvSpPr>
              <p:nvPr/>
            </p:nvSpPr>
            <p:spPr bwMode="auto">
              <a:xfrm>
                <a:off x="1632" y="187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53" name="Line 40"/>
              <p:cNvSpPr>
                <a:spLocks noChangeShapeType="1"/>
              </p:cNvSpPr>
              <p:nvPr/>
            </p:nvSpPr>
            <p:spPr bwMode="auto">
              <a:xfrm flipV="1">
                <a:off x="1344" y="2160"/>
                <a:ext cx="1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54" name="Line 41"/>
              <p:cNvSpPr>
                <a:spLocks noChangeShapeType="1"/>
              </p:cNvSpPr>
              <p:nvPr/>
            </p:nvSpPr>
            <p:spPr bwMode="auto">
              <a:xfrm>
                <a:off x="1440" y="206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19460" name="Group 53"/>
          <p:cNvGrpSpPr>
            <a:grpSpLocks/>
          </p:cNvGrpSpPr>
          <p:nvPr/>
        </p:nvGrpSpPr>
        <p:grpSpPr bwMode="auto">
          <a:xfrm>
            <a:off x="323850" y="1744663"/>
            <a:ext cx="8367713" cy="1108075"/>
            <a:chOff x="576" y="1450"/>
            <a:chExt cx="5040" cy="634"/>
          </a:xfrm>
        </p:grpSpPr>
        <p:sp>
          <p:nvSpPr>
            <p:cNvPr id="17421" name="Rectangle 42"/>
            <p:cNvSpPr>
              <a:spLocks noChangeArrowheads="1"/>
            </p:cNvSpPr>
            <p:nvPr/>
          </p:nvSpPr>
          <p:spPr bwMode="auto">
            <a:xfrm>
              <a:off x="576" y="1450"/>
              <a:ext cx="5040" cy="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200" b="1">
                  <a:solidFill>
                    <a:schemeClr val="accent2"/>
                  </a:solidFill>
                </a:rPr>
                <a:t>[</a:t>
              </a:r>
              <a:r>
                <a:rPr lang="zh-CN" altLang="en-US" sz="2200" b="1">
                  <a:solidFill>
                    <a:schemeClr val="accent2"/>
                  </a:solidFill>
                </a:rPr>
                <a:t>解</a:t>
              </a:r>
              <a:r>
                <a:rPr lang="en-US" altLang="zh-CN" sz="2200" b="1">
                  <a:solidFill>
                    <a:schemeClr val="accent2"/>
                  </a:solidFill>
                </a:rPr>
                <a:t>]   </a:t>
              </a:r>
              <a:r>
                <a:rPr lang="zh-CN" altLang="en-US" sz="2200" b="1">
                  <a:solidFill>
                    <a:schemeClr val="accent2"/>
                  </a:solidFill>
                </a:rPr>
                <a:t>取球心</a:t>
              </a:r>
              <a:r>
                <a:rPr lang="en-US" altLang="zh-CN" sz="2200" b="1">
                  <a:solidFill>
                    <a:schemeClr val="accent2"/>
                  </a:solidFill>
                </a:rPr>
                <a:t>o</a:t>
              </a:r>
              <a:r>
                <a:rPr lang="zh-CN" altLang="en-US" sz="2200" b="1">
                  <a:solidFill>
                    <a:schemeClr val="accent2"/>
                  </a:solidFill>
                </a:rPr>
                <a:t>为原点，极轴与</a:t>
              </a:r>
              <a:r>
                <a:rPr lang="en-US" altLang="zh-CN" sz="2200" b="1">
                  <a:solidFill>
                    <a:schemeClr val="accent2"/>
                  </a:solidFill>
                </a:rPr>
                <a:t>P</a:t>
              </a:r>
              <a:r>
                <a:rPr lang="zh-CN" altLang="en-US" sz="2200" b="1">
                  <a:solidFill>
                    <a:schemeClr val="accent2"/>
                  </a:solidFill>
                </a:rPr>
                <a:t>平行的球坐标系。由于轴对称性，表面上任一点</a:t>
              </a:r>
              <a:r>
                <a:rPr lang="en-US" altLang="zh-CN" sz="2200" b="1">
                  <a:solidFill>
                    <a:schemeClr val="accent2"/>
                  </a:solidFill>
                </a:rPr>
                <a:t>A</a:t>
              </a:r>
              <a:r>
                <a:rPr lang="zh-CN" altLang="en-US" sz="2200" b="1">
                  <a:solidFill>
                    <a:schemeClr val="accent2"/>
                  </a:solidFill>
                </a:rPr>
                <a:t>的极化电荷面密度</a:t>
              </a:r>
              <a:r>
                <a:rPr lang="en-US" altLang="zh-CN" sz="2200" b="1">
                  <a:solidFill>
                    <a:schemeClr val="accent2"/>
                  </a:solidFill>
                </a:rPr>
                <a:t>σ</a:t>
              </a:r>
              <a:r>
                <a:rPr lang="en-US" altLang="zh-CN" sz="2200" b="1" baseline="-30000">
                  <a:solidFill>
                    <a:schemeClr val="accent2"/>
                  </a:solidFill>
                </a:rPr>
                <a:t>e</a:t>
              </a:r>
              <a:r>
                <a:rPr lang="en-US" altLang="zh-CN" sz="2200" b="1" baseline="30000">
                  <a:solidFill>
                    <a:schemeClr val="accent2"/>
                  </a:solidFill>
                </a:rPr>
                <a:t>/</a:t>
              </a:r>
              <a:r>
                <a:rPr lang="zh-CN" altLang="en-US" sz="2200" b="1">
                  <a:solidFill>
                    <a:schemeClr val="accent2"/>
                  </a:solidFill>
                </a:rPr>
                <a:t>只与</a:t>
              </a:r>
              <a:r>
                <a:rPr lang="en-US" altLang="zh-CN" sz="2200" b="1">
                  <a:solidFill>
                    <a:schemeClr val="accent2"/>
                  </a:solidFill>
                </a:rPr>
                <a:t>θ</a:t>
              </a:r>
              <a:r>
                <a:rPr lang="zh-CN" altLang="en-US" sz="2200" b="1">
                  <a:solidFill>
                    <a:schemeClr val="accent2"/>
                  </a:solidFill>
                </a:rPr>
                <a:t>有关。因      与 </a:t>
              </a:r>
              <a:r>
                <a:rPr lang="en-US" altLang="zh-CN" sz="2200" b="1">
                  <a:solidFill>
                    <a:schemeClr val="accent2"/>
                  </a:solidFill>
                </a:rPr>
                <a:t>P </a:t>
              </a:r>
              <a:r>
                <a:rPr lang="zh-CN" altLang="en-US" sz="2200" b="1">
                  <a:solidFill>
                    <a:schemeClr val="accent2"/>
                  </a:solidFill>
                </a:rPr>
                <a:t>的夹角为       故</a:t>
              </a:r>
              <a:r>
                <a:rPr lang="en-US" altLang="zh-CN" sz="2200" b="1">
                  <a:solidFill>
                    <a:schemeClr val="accent2"/>
                  </a:solidFill>
                </a:rPr>
                <a:t>:</a:t>
              </a:r>
              <a:endParaRPr lang="zh-CN" altLang="en-US" sz="2200" b="1">
                <a:solidFill>
                  <a:schemeClr val="accent2"/>
                </a:solidFill>
              </a:endParaRPr>
            </a:p>
          </p:txBody>
        </p:sp>
        <p:graphicFrame>
          <p:nvGraphicFramePr>
            <p:cNvPr id="17422" name="Object 43"/>
            <p:cNvGraphicFramePr>
              <a:graphicFrameLocks noChangeAspect="1"/>
            </p:cNvGraphicFramePr>
            <p:nvPr/>
          </p:nvGraphicFramePr>
          <p:xfrm>
            <a:off x="4462" y="1637"/>
            <a:ext cx="191" cy="254"/>
          </p:xfrm>
          <a:graphic>
            <a:graphicData uri="http://schemas.openxmlformats.org/presentationml/2006/ole">
              <mc:AlternateContent xmlns:mc="http://schemas.openxmlformats.org/markup-compatibility/2006">
                <mc:Choice xmlns:v="urn:schemas-microsoft-com:vml" Requires="v">
                  <p:oleObj spid="_x0000_s18313" name="Equation" r:id="rId8" imgW="152268" imgH="203024" progId="Equation.3">
                    <p:embed/>
                  </p:oleObj>
                </mc:Choice>
                <mc:Fallback>
                  <p:oleObj name="Equation" r:id="rId8" imgW="152268" imgH="203024" progId="Equation.3">
                    <p:embed/>
                    <p:pic>
                      <p:nvPicPr>
                        <p:cNvPr id="0" name="Object 4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62" y="1637"/>
                          <a:ext cx="191" cy="254"/>
                        </a:xfrm>
                        <a:prstGeom prst="rect">
                          <a:avLst/>
                        </a:prstGeom>
                        <a:gradFill rotWithShape="0">
                          <a:gsLst>
                            <a:gs pos="0">
                              <a:srgbClr val="5E9EFF"/>
                            </a:gs>
                            <a:gs pos="39999">
                              <a:srgbClr val="85C2FF"/>
                            </a:gs>
                            <a:gs pos="70000">
                              <a:srgbClr val="C4D6EB"/>
                            </a:gs>
                            <a:gs pos="100000">
                              <a:srgbClr val="FFEBFA"/>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23" name="Object 44"/>
            <p:cNvGraphicFramePr>
              <a:graphicFrameLocks noChangeAspect="1"/>
            </p:cNvGraphicFramePr>
            <p:nvPr/>
          </p:nvGraphicFramePr>
          <p:xfrm>
            <a:off x="872" y="1862"/>
            <a:ext cx="167" cy="222"/>
          </p:xfrm>
          <a:graphic>
            <a:graphicData uri="http://schemas.openxmlformats.org/presentationml/2006/ole">
              <mc:AlternateContent xmlns:mc="http://schemas.openxmlformats.org/markup-compatibility/2006">
                <mc:Choice xmlns:v="urn:schemas-microsoft-com:vml" Requires="v">
                  <p:oleObj spid="_x0000_s18314" name="Equation" r:id="rId10" imgW="152268" imgH="203024" progId="Equation.3">
                    <p:embed/>
                  </p:oleObj>
                </mc:Choice>
                <mc:Fallback>
                  <p:oleObj name="Equation" r:id="rId10" imgW="152268" imgH="203024" progId="Equation.3">
                    <p:embed/>
                    <p:pic>
                      <p:nvPicPr>
                        <p:cNvPr id="0" name="Object 4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72" y="1862"/>
                          <a:ext cx="167" cy="222"/>
                        </a:xfrm>
                        <a:prstGeom prst="rect">
                          <a:avLst/>
                        </a:prstGeom>
                        <a:gradFill rotWithShape="0">
                          <a:gsLst>
                            <a:gs pos="0">
                              <a:srgbClr val="5E9EFF"/>
                            </a:gs>
                            <a:gs pos="39999">
                              <a:srgbClr val="85C2FF"/>
                            </a:gs>
                            <a:gs pos="70000">
                              <a:srgbClr val="C4D6EB"/>
                            </a:gs>
                            <a:gs pos="100000">
                              <a:srgbClr val="FFEBFA"/>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9461" name="Group 52"/>
          <p:cNvGrpSpPr>
            <a:grpSpLocks/>
          </p:cNvGrpSpPr>
          <p:nvPr/>
        </p:nvGrpSpPr>
        <p:grpSpPr bwMode="auto">
          <a:xfrm>
            <a:off x="2124075" y="2708275"/>
            <a:ext cx="2716213" cy="936625"/>
            <a:chOff x="3421" y="2428"/>
            <a:chExt cx="1584" cy="528"/>
          </a:xfrm>
        </p:grpSpPr>
        <p:sp>
          <p:nvSpPr>
            <p:cNvPr id="17419" name="AutoShape 51"/>
            <p:cNvSpPr>
              <a:spLocks noChangeArrowheads="1"/>
            </p:cNvSpPr>
            <p:nvPr/>
          </p:nvSpPr>
          <p:spPr bwMode="auto">
            <a:xfrm>
              <a:off x="3421" y="2428"/>
              <a:ext cx="1584" cy="528"/>
            </a:xfrm>
            <a:prstGeom prst="flowChartProcess">
              <a:avLst/>
            </a:prstGeom>
            <a:gradFill rotWithShape="0">
              <a:gsLst>
                <a:gs pos="0">
                  <a:srgbClr val="5E9EFF"/>
                </a:gs>
                <a:gs pos="39999">
                  <a:srgbClr val="85C2FF"/>
                </a:gs>
                <a:gs pos="70000">
                  <a:srgbClr val="C4D6EB"/>
                </a:gs>
                <a:gs pos="100000">
                  <a:srgbClr val="FFEBFA"/>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7420" name="Object 45"/>
            <p:cNvGraphicFramePr>
              <a:graphicFrameLocks noChangeAspect="1"/>
            </p:cNvGraphicFramePr>
            <p:nvPr/>
          </p:nvGraphicFramePr>
          <p:xfrm>
            <a:off x="3644" y="2517"/>
            <a:ext cx="1240" cy="360"/>
          </p:xfrm>
          <a:graphic>
            <a:graphicData uri="http://schemas.openxmlformats.org/presentationml/2006/ole">
              <mc:AlternateContent xmlns:mc="http://schemas.openxmlformats.org/markup-compatibility/2006">
                <mc:Choice xmlns:v="urn:schemas-microsoft-com:vml" Requires="v">
                  <p:oleObj spid="_x0000_s18315" name="Equation" r:id="rId11" imgW="787400" imgH="228600" progId="Equation.3">
                    <p:embed/>
                  </p:oleObj>
                </mc:Choice>
                <mc:Fallback>
                  <p:oleObj name="Equation" r:id="rId11" imgW="787400" imgH="228600" progId="Equation.3">
                    <p:embed/>
                    <p:pic>
                      <p:nvPicPr>
                        <p:cNvPr id="0" name="Object 4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44" y="2517"/>
                          <a:ext cx="1240" cy="3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2" name="Text Box 5"/>
          <p:cNvSpPr txBox="1">
            <a:spLocks noChangeArrowheads="1"/>
          </p:cNvSpPr>
          <p:nvPr/>
        </p:nvSpPr>
        <p:spPr bwMode="auto">
          <a:xfrm>
            <a:off x="539750" y="3787775"/>
            <a:ext cx="4038600" cy="116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50000"/>
              </a:spcBef>
            </a:pPr>
            <a:r>
              <a:rPr lang="zh-CN" altLang="en-US" sz="2800" b="1">
                <a:solidFill>
                  <a:srgbClr val="000000"/>
                </a:solidFill>
              </a:rPr>
              <a:t>由此可知，</a:t>
            </a:r>
            <a:endParaRPr lang="en-US" altLang="zh-CN" sz="2800" b="1">
              <a:solidFill>
                <a:srgbClr val="000000"/>
              </a:solidFill>
            </a:endParaRPr>
          </a:p>
          <a:p>
            <a:pPr eaLnBrk="1" hangingPunct="1">
              <a:spcBef>
                <a:spcPct val="50000"/>
              </a:spcBef>
            </a:pPr>
            <a:r>
              <a:rPr lang="zh-CN" altLang="en-US" sz="2800" b="1">
                <a:solidFill>
                  <a:srgbClr val="000000"/>
                </a:solidFill>
              </a:rPr>
              <a:t>右半球面上</a:t>
            </a:r>
          </a:p>
        </p:txBody>
      </p:sp>
      <p:graphicFrame>
        <p:nvGraphicFramePr>
          <p:cNvPr id="43" name="Object 6"/>
          <p:cNvGraphicFramePr>
            <a:graphicFrameLocks noChangeAspect="1"/>
          </p:cNvGraphicFramePr>
          <p:nvPr/>
        </p:nvGraphicFramePr>
        <p:xfrm>
          <a:off x="2987675" y="4437063"/>
          <a:ext cx="990600" cy="428625"/>
        </p:xfrm>
        <a:graphic>
          <a:graphicData uri="http://schemas.openxmlformats.org/presentationml/2006/ole">
            <mc:AlternateContent xmlns:mc="http://schemas.openxmlformats.org/markup-compatibility/2006">
              <mc:Choice xmlns:v="urn:schemas-microsoft-com:vml" Requires="v">
                <p:oleObj spid="_x0000_s18316" name="Equation" r:id="rId13" imgW="380835" imgH="165028" progId="Equation.3">
                  <p:embed/>
                </p:oleObj>
              </mc:Choice>
              <mc:Fallback>
                <p:oleObj name="Equation" r:id="rId13" imgW="380835" imgH="165028" progId="Equation.3">
                  <p:embed/>
                  <p:pic>
                    <p:nvPicPr>
                      <p:cNvPr id="0" name="Object 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987675" y="4437063"/>
                        <a:ext cx="990600" cy="42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4" name="Text Box 7"/>
          <p:cNvSpPr txBox="1">
            <a:spLocks noChangeArrowheads="1"/>
          </p:cNvSpPr>
          <p:nvPr/>
        </p:nvSpPr>
        <p:spPr bwMode="auto">
          <a:xfrm>
            <a:off x="547688" y="5143500"/>
            <a:ext cx="3200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50000"/>
              </a:spcBef>
            </a:pPr>
            <a:r>
              <a:rPr lang="zh-CN" altLang="en-US" sz="2800" b="1">
                <a:solidFill>
                  <a:srgbClr val="000000"/>
                </a:solidFill>
              </a:rPr>
              <a:t>左半球面上</a:t>
            </a:r>
          </a:p>
        </p:txBody>
      </p:sp>
      <p:graphicFrame>
        <p:nvGraphicFramePr>
          <p:cNvPr id="45" name="Object 8"/>
          <p:cNvGraphicFramePr>
            <a:graphicFrameLocks noChangeAspect="1"/>
          </p:cNvGraphicFramePr>
          <p:nvPr/>
        </p:nvGraphicFramePr>
        <p:xfrm>
          <a:off x="2963863" y="5118100"/>
          <a:ext cx="1066800" cy="384175"/>
        </p:xfrm>
        <a:graphic>
          <a:graphicData uri="http://schemas.openxmlformats.org/presentationml/2006/ole">
            <mc:AlternateContent xmlns:mc="http://schemas.openxmlformats.org/markup-compatibility/2006">
              <mc:Choice xmlns:v="urn:schemas-microsoft-com:vml" Requires="v">
                <p:oleObj spid="_x0000_s18317" name="公式" r:id="rId15" imgW="1231366" imgH="444307" progId="Equation.3">
                  <p:embed/>
                </p:oleObj>
              </mc:Choice>
              <mc:Fallback>
                <p:oleObj name="公式" r:id="rId15" imgW="1231366" imgH="444307" progId="Equation.3">
                  <p:embed/>
                  <p:pic>
                    <p:nvPicPr>
                      <p:cNvPr id="0"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963863" y="5118100"/>
                        <a:ext cx="1066800"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 name="Object 9"/>
          <p:cNvGraphicFramePr>
            <a:graphicFrameLocks noChangeAspect="1"/>
          </p:cNvGraphicFramePr>
          <p:nvPr>
            <p:extLst>
              <p:ext uri="{D42A27DB-BD31-4B8C-83A1-F6EECF244321}">
                <p14:modId xmlns:p14="http://schemas.microsoft.com/office/powerpoint/2010/main" val="1466543341"/>
              </p:ext>
            </p:extLst>
          </p:nvPr>
        </p:nvGraphicFramePr>
        <p:xfrm>
          <a:off x="600361" y="5788992"/>
          <a:ext cx="7875900" cy="965477"/>
        </p:xfrm>
        <a:graphic>
          <a:graphicData uri="http://schemas.openxmlformats.org/presentationml/2006/ole">
            <mc:AlternateContent xmlns:mc="http://schemas.openxmlformats.org/markup-compatibility/2006">
              <mc:Choice xmlns:v="urn:schemas-microsoft-com:vml" Requires="v">
                <p:oleObj spid="_x0000_s18318" name="公式" r:id="rId17" imgW="3466800" imgH="406080" progId="Equation.3">
                  <p:embed/>
                </p:oleObj>
              </mc:Choice>
              <mc:Fallback>
                <p:oleObj name="公式" r:id="rId17" imgW="3466800" imgH="406080" progId="Equation.3">
                  <p:embed/>
                  <p:pic>
                    <p:nvPicPr>
                      <p:cNvPr id="0" name="Object 9"/>
                      <p:cNvPicPr>
                        <a:picLocks noChangeAspect="1" noChangeArrowheads="1"/>
                      </p:cNvPicPr>
                      <p:nvPr/>
                    </p:nvPicPr>
                    <p:blipFill>
                      <a:blip r:embed="rId18"/>
                      <a:srcRect/>
                      <a:stretch>
                        <a:fillRect/>
                      </a:stretch>
                    </p:blipFill>
                    <p:spPr bwMode="auto">
                      <a:xfrm>
                        <a:off x="600361" y="5788992"/>
                        <a:ext cx="7875900" cy="965477"/>
                      </a:xfrm>
                      <a:prstGeom prst="rect">
                        <a:avLst/>
                      </a:prstGeom>
                      <a:noFill/>
                      <a:ln>
                        <a:noFill/>
                      </a:ln>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946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946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42">
                                            <p:txEl>
                                              <p:pRg st="0" end="0"/>
                                            </p:txEl>
                                          </p:spTgt>
                                        </p:tgtEl>
                                        <p:attrNameLst>
                                          <p:attrName>style.visibility</p:attrName>
                                        </p:attrNameLst>
                                      </p:cBhvr>
                                      <p:to>
                                        <p:strVal val="visible"/>
                                      </p:to>
                                    </p:set>
                                    <p:animEffect transition="in" filter="wipe(left)">
                                      <p:cBhvr>
                                        <p:cTn id="15" dur="500"/>
                                        <p:tgtEl>
                                          <p:spTgt spid="42">
                                            <p:txEl>
                                              <p:pRg st="0" end="0"/>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42">
                                            <p:txEl>
                                              <p:pRg st="1" end="1"/>
                                            </p:txEl>
                                          </p:spTgt>
                                        </p:tgtEl>
                                        <p:attrNameLst>
                                          <p:attrName>style.visibility</p:attrName>
                                        </p:attrNameLst>
                                      </p:cBhvr>
                                      <p:to>
                                        <p:strVal val="visible"/>
                                      </p:to>
                                    </p:set>
                                    <p:animEffect transition="in" filter="wipe(left)">
                                      <p:cBhvr>
                                        <p:cTn id="20" dur="500"/>
                                        <p:tgtEl>
                                          <p:spTgt spid="42">
                                            <p:txEl>
                                              <p:pRg st="1" end="1"/>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43"/>
                                        </p:tgtEl>
                                        <p:attrNameLst>
                                          <p:attrName>style.visibility</p:attrName>
                                        </p:attrNameLst>
                                      </p:cBhvr>
                                      <p:to>
                                        <p:strVal val="visible"/>
                                      </p:to>
                                    </p:set>
                                    <p:animEffect transition="in" filter="wipe(left)">
                                      <p:cBhvr>
                                        <p:cTn id="25" dur="500"/>
                                        <p:tgtEl>
                                          <p:spTgt spid="43"/>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44">
                                            <p:txEl>
                                              <p:pRg st="0" end="0"/>
                                            </p:txEl>
                                          </p:spTgt>
                                        </p:tgtEl>
                                        <p:attrNameLst>
                                          <p:attrName>style.visibility</p:attrName>
                                        </p:attrNameLst>
                                      </p:cBhvr>
                                      <p:to>
                                        <p:strVal val="visible"/>
                                      </p:to>
                                    </p:set>
                                    <p:animEffect transition="in" filter="wipe(left)">
                                      <p:cBhvr>
                                        <p:cTn id="30" dur="500"/>
                                        <p:tgtEl>
                                          <p:spTgt spid="44">
                                            <p:txEl>
                                              <p:pRg st="0" end="0"/>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45"/>
                                        </p:tgtEl>
                                        <p:attrNameLst>
                                          <p:attrName>style.visibility</p:attrName>
                                        </p:attrNameLst>
                                      </p:cBhvr>
                                      <p:to>
                                        <p:strVal val="visible"/>
                                      </p:to>
                                    </p:set>
                                    <p:animEffect transition="in" filter="wipe(left)">
                                      <p:cBhvr>
                                        <p:cTn id="35" dur="500"/>
                                        <p:tgtEl>
                                          <p:spTgt spid="45"/>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46"/>
                                        </p:tgtEl>
                                        <p:attrNameLst>
                                          <p:attrName>style.visibility</p:attrName>
                                        </p:attrNameLst>
                                      </p:cBhvr>
                                      <p:to>
                                        <p:strVal val="visible"/>
                                      </p:to>
                                    </p:set>
                                    <p:animEffect transition="in" filter="wipe(left)">
                                      <p:cBhvr>
                                        <p:cTn id="40"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build="p" autoUpdateAnimBg="0"/>
      <p:bldP spid="44" grpId="0" build="p"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6938" name="Object 26"/>
          <p:cNvGraphicFramePr>
            <a:graphicFrameLocks noChangeAspect="1"/>
          </p:cNvGraphicFramePr>
          <p:nvPr/>
        </p:nvGraphicFramePr>
        <p:xfrm>
          <a:off x="539750" y="2060575"/>
          <a:ext cx="5310188" cy="868363"/>
        </p:xfrm>
        <a:graphic>
          <a:graphicData uri="http://schemas.openxmlformats.org/presentationml/2006/ole">
            <mc:AlternateContent xmlns:mc="http://schemas.openxmlformats.org/markup-compatibility/2006">
              <mc:Choice xmlns:v="urn:schemas-microsoft-com:vml" Requires="v">
                <p:oleObj spid="_x0000_s19008" name="公式" r:id="rId3" imgW="2717800" imgH="444500" progId="Equation.3">
                  <p:embed/>
                </p:oleObj>
              </mc:Choice>
              <mc:Fallback>
                <p:oleObj name="公式" r:id="rId3" imgW="2717800" imgH="444500" progId="Equation.3">
                  <p:embed/>
                  <p:pic>
                    <p:nvPicPr>
                      <p:cNvPr id="0" name="Object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2060575"/>
                        <a:ext cx="5310188" cy="86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6939" name="Object 27"/>
          <p:cNvGraphicFramePr>
            <a:graphicFrameLocks noChangeAspect="1"/>
          </p:cNvGraphicFramePr>
          <p:nvPr/>
        </p:nvGraphicFramePr>
        <p:xfrm>
          <a:off x="395288" y="3068638"/>
          <a:ext cx="5492750" cy="879475"/>
        </p:xfrm>
        <a:graphic>
          <a:graphicData uri="http://schemas.openxmlformats.org/presentationml/2006/ole">
            <mc:AlternateContent xmlns:mc="http://schemas.openxmlformats.org/markup-compatibility/2006">
              <mc:Choice xmlns:v="urn:schemas-microsoft-com:vml" Requires="v">
                <p:oleObj spid="_x0000_s19009" name="公式" r:id="rId5" imgW="2781300" imgH="444500" progId="Equation.3">
                  <p:embed/>
                </p:oleObj>
              </mc:Choice>
              <mc:Fallback>
                <p:oleObj name="公式" r:id="rId5" imgW="2781300" imgH="444500" progId="Equation.3">
                  <p:embed/>
                  <p:pic>
                    <p:nvPicPr>
                      <p:cNvPr id="0" name="Object 2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5288" y="3068638"/>
                        <a:ext cx="5492750" cy="87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6940" name="Text Box 28"/>
          <p:cNvSpPr txBox="1">
            <a:spLocks noChangeArrowheads="1"/>
          </p:cNvSpPr>
          <p:nvPr/>
        </p:nvSpPr>
        <p:spPr bwMode="auto">
          <a:xfrm>
            <a:off x="617538" y="4205288"/>
            <a:ext cx="6858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50000"/>
              </a:spcBef>
            </a:pPr>
            <a:r>
              <a:rPr lang="en-US" altLang="zh-CN" sz="2800" b="1" i="1">
                <a:solidFill>
                  <a:srgbClr val="000000"/>
                </a:solidFill>
                <a:latin typeface="宋体" pitchFamily="2" charset="-122"/>
              </a:rPr>
              <a:t>E</a:t>
            </a:r>
            <a:r>
              <a:rPr lang="en-US" altLang="zh-CN" sz="2800" b="1">
                <a:solidFill>
                  <a:srgbClr val="000000"/>
                </a:solidFill>
                <a:latin typeface="宋体" pitchFamily="2" charset="-122"/>
                <a:sym typeface="Symbol" pitchFamily="18" charset="2"/>
              </a:rPr>
              <a:t></a:t>
            </a:r>
            <a:r>
              <a:rPr lang="zh-CN" altLang="en-US" sz="2800" b="1">
                <a:solidFill>
                  <a:srgbClr val="000000"/>
                </a:solidFill>
                <a:latin typeface="宋体" pitchFamily="2" charset="-122"/>
              </a:rPr>
              <a:t>沿</a:t>
            </a:r>
            <a:r>
              <a:rPr lang="en-US" altLang="zh-CN" sz="2800" b="1">
                <a:solidFill>
                  <a:srgbClr val="000000"/>
                </a:solidFill>
                <a:latin typeface="宋体" pitchFamily="2" charset="-122"/>
              </a:rPr>
              <a:t>x</a:t>
            </a:r>
            <a:r>
              <a:rPr lang="zh-CN" altLang="en-US" sz="2800" b="1">
                <a:solidFill>
                  <a:srgbClr val="000000"/>
                </a:solidFill>
                <a:latin typeface="宋体" pitchFamily="2" charset="-122"/>
              </a:rPr>
              <a:t>轴负方向。</a:t>
            </a:r>
          </a:p>
        </p:txBody>
      </p:sp>
      <p:sp>
        <p:nvSpPr>
          <p:cNvPr id="21509" name="Text Box 29"/>
          <p:cNvSpPr txBox="1">
            <a:spLocks noChangeArrowheads="1"/>
          </p:cNvSpPr>
          <p:nvPr/>
        </p:nvSpPr>
        <p:spPr bwMode="auto">
          <a:xfrm>
            <a:off x="762000" y="1385888"/>
            <a:ext cx="2667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50000"/>
              </a:spcBef>
            </a:pPr>
            <a:r>
              <a:rPr lang="zh-CN" altLang="en-US" sz="2800" b="1">
                <a:solidFill>
                  <a:srgbClr val="000000"/>
                </a:solidFill>
                <a:latin typeface="宋体" pitchFamily="2" charset="-122"/>
              </a:rPr>
              <a:t>在球心处的场</a:t>
            </a:r>
          </a:p>
        </p:txBody>
      </p:sp>
      <p:sp>
        <p:nvSpPr>
          <p:cNvPr id="7" name="Text Box 10"/>
          <p:cNvSpPr txBox="1">
            <a:spLocks noChangeArrowheads="1"/>
          </p:cNvSpPr>
          <p:nvPr/>
        </p:nvSpPr>
        <p:spPr bwMode="auto">
          <a:xfrm>
            <a:off x="457200" y="260350"/>
            <a:ext cx="3810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50000"/>
              </a:spcBef>
            </a:pPr>
            <a:r>
              <a:rPr lang="en-US" altLang="zh-CN" sz="2800" b="1">
                <a:solidFill>
                  <a:srgbClr val="000000"/>
                </a:solidFill>
              </a:rPr>
              <a:t>2) </a:t>
            </a:r>
            <a:r>
              <a:rPr lang="zh-CN" altLang="en-US" sz="2800" b="1">
                <a:solidFill>
                  <a:srgbClr val="000000"/>
                </a:solidFill>
              </a:rPr>
              <a:t>在球面上取环带</a:t>
            </a:r>
          </a:p>
        </p:txBody>
      </p:sp>
      <p:graphicFrame>
        <p:nvGraphicFramePr>
          <p:cNvPr id="8" name="Object 11"/>
          <p:cNvGraphicFramePr>
            <a:graphicFrameLocks noChangeAspect="1"/>
          </p:cNvGraphicFramePr>
          <p:nvPr/>
        </p:nvGraphicFramePr>
        <p:xfrm>
          <a:off x="3979863" y="336550"/>
          <a:ext cx="2116137" cy="382588"/>
        </p:xfrm>
        <a:graphic>
          <a:graphicData uri="http://schemas.openxmlformats.org/presentationml/2006/ole">
            <mc:AlternateContent xmlns:mc="http://schemas.openxmlformats.org/markup-compatibility/2006">
              <mc:Choice xmlns:v="urn:schemas-microsoft-com:vml" Requires="v">
                <p:oleObj spid="_x0000_s19010" name="Equation" r:id="rId7" imgW="2108200" imgH="381000" progId="Equation.3">
                  <p:embed/>
                </p:oleObj>
              </mc:Choice>
              <mc:Fallback>
                <p:oleObj name="Equation" r:id="rId7" imgW="2108200" imgH="381000" progId="Equation.3">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79863" y="336550"/>
                        <a:ext cx="2116137" cy="382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21518" name="Picture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0825" y="4814888"/>
            <a:ext cx="2606675" cy="199866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6" name="对象 5"/>
          <p:cNvGraphicFramePr>
            <a:graphicFrameLocks noChangeAspect="1"/>
          </p:cNvGraphicFramePr>
          <p:nvPr>
            <p:extLst>
              <p:ext uri="{D42A27DB-BD31-4B8C-83A1-F6EECF244321}">
                <p14:modId xmlns:p14="http://schemas.microsoft.com/office/powerpoint/2010/main" val="1926942447"/>
              </p:ext>
            </p:extLst>
          </p:nvPr>
        </p:nvGraphicFramePr>
        <p:xfrm>
          <a:off x="3132138" y="5653088"/>
          <a:ext cx="4052887" cy="1016000"/>
        </p:xfrm>
        <a:graphic>
          <a:graphicData uri="http://schemas.openxmlformats.org/presentationml/2006/ole">
            <mc:AlternateContent xmlns:mc="http://schemas.openxmlformats.org/markup-compatibility/2006">
              <mc:Choice xmlns:v="urn:schemas-microsoft-com:vml" Requires="v">
                <p:oleObj spid="_x0000_s19011" name="Equation" r:id="rId10" imgW="1968500" imgH="495300" progId="Equation.DSMT4">
                  <p:embed/>
                </p:oleObj>
              </mc:Choice>
              <mc:Fallback>
                <p:oleObj name="Equation" r:id="rId10" imgW="1968500" imgH="495300" progId="Equation.DSMT4">
                  <p:embed/>
                  <p:pic>
                    <p:nvPicPr>
                      <p:cNvPr id="0" name="对象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132138" y="5653088"/>
                        <a:ext cx="4052887"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44" name="Picture 6" descr="T7-66a"/>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623050" y="2276475"/>
            <a:ext cx="2447925"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 name="Picture 7" descr="T7-66b"/>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853238" y="4054475"/>
            <a:ext cx="2220912"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8445" name="直接箭头连接符 3"/>
          <p:cNvCxnSpPr>
            <a:cxnSpLocks noChangeShapeType="1"/>
          </p:cNvCxnSpPr>
          <p:nvPr/>
        </p:nvCxnSpPr>
        <p:spPr bwMode="auto">
          <a:xfrm flipV="1">
            <a:off x="8316913" y="2562225"/>
            <a:ext cx="0" cy="579438"/>
          </a:xfrm>
          <a:prstGeom prst="straightConnector1">
            <a:avLst/>
          </a:prstGeom>
          <a:noFill/>
          <a:ln w="38100" algn="ctr">
            <a:solidFill>
              <a:srgbClr val="FF00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446" name="TextBox 9"/>
          <p:cNvSpPr txBox="1">
            <a:spLocks noChangeArrowheads="1"/>
          </p:cNvSpPr>
          <p:nvPr/>
        </p:nvSpPr>
        <p:spPr bwMode="auto">
          <a:xfrm>
            <a:off x="8262938" y="2668588"/>
            <a:ext cx="269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r>
              <a:rPr lang="en-US" altLang="zh-CN"/>
              <a:t>r</a:t>
            </a:r>
            <a:endParaRPr lang="zh-CN" altLang="en-US"/>
          </a:p>
        </p:txBody>
      </p:sp>
      <p:sp>
        <p:nvSpPr>
          <p:cNvPr id="11" name="矩形 10"/>
          <p:cNvSpPr>
            <a:spLocks noChangeArrowheads="1"/>
          </p:cNvSpPr>
          <p:nvPr/>
        </p:nvSpPr>
        <p:spPr bwMode="auto">
          <a:xfrm>
            <a:off x="7251700" y="5815013"/>
            <a:ext cx="19907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chemeClr val="accent2"/>
                </a:solidFill>
              </a:rPr>
              <a:t>极化电荷的电场</a:t>
            </a:r>
            <a:endParaRPr lang="zh-CN" altLang="en-US"/>
          </a:p>
        </p:txBody>
      </p:sp>
      <p:graphicFrame>
        <p:nvGraphicFramePr>
          <p:cNvPr id="2" name="对象 1"/>
          <p:cNvGraphicFramePr>
            <a:graphicFrameLocks noChangeAspect="1"/>
          </p:cNvGraphicFramePr>
          <p:nvPr>
            <p:extLst>
              <p:ext uri="{D42A27DB-BD31-4B8C-83A1-F6EECF244321}">
                <p14:modId xmlns:p14="http://schemas.microsoft.com/office/powerpoint/2010/main" val="1947567908"/>
              </p:ext>
            </p:extLst>
          </p:nvPr>
        </p:nvGraphicFramePr>
        <p:xfrm>
          <a:off x="8397875" y="1918770"/>
          <a:ext cx="413518" cy="413518"/>
        </p:xfrm>
        <a:graphic>
          <a:graphicData uri="http://schemas.openxmlformats.org/presentationml/2006/ole">
            <mc:AlternateContent xmlns:mc="http://schemas.openxmlformats.org/markup-compatibility/2006">
              <mc:Choice xmlns:v="urn:schemas-microsoft-com:vml" Requires="v">
                <p:oleObj spid="_x0000_s19012" name="公式" r:id="rId14" imgW="177480" imgH="177480" progId="Equation.3">
                  <p:embed/>
                </p:oleObj>
              </mc:Choice>
              <mc:Fallback>
                <p:oleObj name="公式" r:id="rId14" imgW="177480" imgH="177480" progId="Equation.3">
                  <p:embed/>
                  <p:pic>
                    <p:nvPicPr>
                      <p:cNvPr id="0" name=""/>
                      <p:cNvPicPr/>
                      <p:nvPr/>
                    </p:nvPicPr>
                    <p:blipFill>
                      <a:blip r:embed="rId15"/>
                      <a:stretch>
                        <a:fillRect/>
                      </a:stretch>
                    </p:blipFill>
                    <p:spPr>
                      <a:xfrm>
                        <a:off x="8397875" y="1918770"/>
                        <a:ext cx="413518" cy="413518"/>
                      </a:xfrm>
                      <a:prstGeom prst="rect">
                        <a:avLst/>
                      </a:prstGeom>
                    </p:spPr>
                  </p:pic>
                </p:oleObj>
              </mc:Fallback>
            </mc:AlternateContent>
          </a:graphicData>
        </a:graphic>
      </p:graphicFrame>
      <p:cxnSp>
        <p:nvCxnSpPr>
          <p:cNvPr id="4" name="直接箭头连接符 3"/>
          <p:cNvCxnSpPr/>
          <p:nvPr/>
        </p:nvCxnSpPr>
        <p:spPr bwMode="auto">
          <a:xfrm flipH="1">
            <a:off x="8262938" y="2245179"/>
            <a:ext cx="150813" cy="285750"/>
          </a:xfrm>
          <a:prstGeom prst="straightConnector1">
            <a:avLst/>
          </a:prstGeom>
          <a:solidFill>
            <a:srgbClr val="FFFF66"/>
          </a:solidFill>
          <a:ln w="9525" cap="flat" cmpd="sng" algn="ctr">
            <a:solidFill>
              <a:srgbClr val="FF00FF"/>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18" name="Object 12"/>
          <p:cNvGraphicFramePr>
            <a:graphicFrameLocks noChangeAspect="1"/>
          </p:cNvGraphicFramePr>
          <p:nvPr/>
        </p:nvGraphicFramePr>
        <p:xfrm>
          <a:off x="395288" y="908050"/>
          <a:ext cx="8677275" cy="560388"/>
        </p:xfrm>
        <a:graphic>
          <a:graphicData uri="http://schemas.openxmlformats.org/presentationml/2006/ole">
            <mc:AlternateContent xmlns:mc="http://schemas.openxmlformats.org/markup-compatibility/2006">
              <mc:Choice xmlns:v="urn:schemas-microsoft-com:vml" Requires="v">
                <p:oleObj spid="_x0000_s19013" name="公式" r:id="rId16" imgW="3543300" imgH="228600" progId="Equation.3">
                  <p:embed/>
                </p:oleObj>
              </mc:Choice>
              <mc:Fallback>
                <p:oleObj name="公式" r:id="rId16" imgW="3543300" imgH="228600" progId="Equation.3">
                  <p:embed/>
                  <p:pic>
                    <p:nvPicPr>
                      <p:cNvPr id="9" name="Object 1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95288" y="908050"/>
                        <a:ext cx="8677275"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left)">
                                      <p:cBhvr>
                                        <p:cTn id="7" dur="500"/>
                                        <p:tgtEl>
                                          <p:spTgt spid="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p:stCondLst>
                        <p:cond delay="indefinite"/>
                      </p:stCondLst>
                      <p:childTnLst>
                        <p:par>
                          <p:cTn id="14" fill="hold" nodeType="after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left)">
                                      <p:cBhvr>
                                        <p:cTn id="17" dur="500"/>
                                        <p:tgtEl>
                                          <p:spTgt spid="18"/>
                                        </p:tgtEl>
                                      </p:cBhvr>
                                    </p:animEffect>
                                  </p:childTnLst>
                                </p:cTn>
                              </p:par>
                            </p:childTnLst>
                          </p:cTn>
                        </p:par>
                        <p:par>
                          <p:cTn id="18" fill="hold">
                            <p:stCondLst>
                              <p:cond delay="500"/>
                            </p:stCondLst>
                            <p:childTnLst>
                              <p:par>
                                <p:cTn id="19" presetID="1" presetClass="entr" presetSubtype="0" fill="hold" nodeType="afterEffect">
                                  <p:stCondLst>
                                    <p:cond delay="0"/>
                                  </p:stCondLst>
                                  <p:childTnLst>
                                    <p:set>
                                      <p:cBhvr>
                                        <p:cTn id="20" dur="1" fill="hold">
                                          <p:stCondLst>
                                            <p:cond delay="0"/>
                                          </p:stCondLst>
                                        </p:cTn>
                                        <p:tgtEl>
                                          <p:spTgt spid="4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151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wipe(left)">
                                      <p:cBhvr>
                                        <p:cTn id="29" dur="500"/>
                                        <p:tgtEl>
                                          <p:spTgt spid="6"/>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21509"/>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166938"/>
                                        </p:tgtEl>
                                        <p:attrNameLst>
                                          <p:attrName>style.visibility</p:attrName>
                                        </p:attrNameLst>
                                      </p:cBhvr>
                                      <p:to>
                                        <p:strVal val="visible"/>
                                      </p:to>
                                    </p:set>
                                    <p:animEffect transition="in" filter="blinds(horizontal)">
                                      <p:cBhvr>
                                        <p:cTn id="38" dur="500"/>
                                        <p:tgtEl>
                                          <p:spTgt spid="166938"/>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nodeType="clickEffect">
                                  <p:stCondLst>
                                    <p:cond delay="0"/>
                                  </p:stCondLst>
                                  <p:childTnLst>
                                    <p:set>
                                      <p:cBhvr>
                                        <p:cTn id="42" dur="1" fill="hold">
                                          <p:stCondLst>
                                            <p:cond delay="0"/>
                                          </p:stCondLst>
                                        </p:cTn>
                                        <p:tgtEl>
                                          <p:spTgt spid="166939"/>
                                        </p:tgtEl>
                                        <p:attrNameLst>
                                          <p:attrName>style.visibility</p:attrName>
                                        </p:attrNameLst>
                                      </p:cBhvr>
                                      <p:to>
                                        <p:strVal val="visible"/>
                                      </p:to>
                                    </p:set>
                                    <p:animEffect transition="in" filter="dissolve">
                                      <p:cBhvr>
                                        <p:cTn id="43" dur="500"/>
                                        <p:tgtEl>
                                          <p:spTgt spid="166939"/>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66940"/>
                                        </p:tgtEl>
                                        <p:attrNameLst>
                                          <p:attrName>style.visibility</p:attrName>
                                        </p:attrNameLst>
                                      </p:cBhvr>
                                      <p:to>
                                        <p:strVal val="visible"/>
                                      </p:to>
                                    </p:set>
                                    <p:animEffect transition="in" filter="wipe(left)">
                                      <p:cBhvr>
                                        <p:cTn id="48" dur="500"/>
                                        <p:tgtEl>
                                          <p:spTgt spid="166940"/>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1"/>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40" grpId="0" autoUpdateAnimBg="0"/>
      <p:bldP spid="21509" grpId="0"/>
      <p:bldP spid="7" grpId="0" build="p" autoUpdateAnimBg="0"/>
      <p:bldP spid="1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ChangeArrowheads="1"/>
          </p:cNvSpPr>
          <p:nvPr/>
        </p:nvSpPr>
        <p:spPr bwMode="auto">
          <a:xfrm>
            <a:off x="611188" y="5734050"/>
            <a:ext cx="7848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2800" b="1">
                <a:latin typeface="Bookman Old Style" pitchFamily="18" charset="0"/>
              </a:rPr>
              <a:t>介质球放入一均匀电场</a:t>
            </a:r>
            <a:r>
              <a:rPr lang="zh-CN" altLang="en-US" sz="2800" b="1"/>
              <a:t>后，电场线发生弯曲。</a:t>
            </a:r>
          </a:p>
        </p:txBody>
      </p:sp>
      <p:sp>
        <p:nvSpPr>
          <p:cNvPr id="131075" name="Rectangle 3"/>
          <p:cNvSpPr>
            <a:spLocks noChangeArrowheads="1"/>
          </p:cNvSpPr>
          <p:nvPr/>
        </p:nvSpPr>
        <p:spPr bwMode="auto">
          <a:xfrm>
            <a:off x="250825" y="404813"/>
            <a:ext cx="4826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en-US" altLang="zh-CN" sz="2800" b="1">
                <a:latin typeface="宋体" pitchFamily="2" charset="-122"/>
              </a:rPr>
              <a:t>(</a:t>
            </a:r>
            <a:r>
              <a:rPr lang="en-US" altLang="zh-CN" sz="2800" b="1"/>
              <a:t>3</a:t>
            </a:r>
            <a:r>
              <a:rPr lang="en-US" altLang="zh-CN" sz="2800" b="1">
                <a:latin typeface="宋体" pitchFamily="2" charset="-122"/>
              </a:rPr>
              <a:t>)</a:t>
            </a:r>
            <a:r>
              <a:rPr lang="zh-CN" altLang="en-US" sz="2800" b="1">
                <a:latin typeface="宋体" pitchFamily="2" charset="-122"/>
              </a:rPr>
              <a:t>介质球内的场强：</a:t>
            </a:r>
          </a:p>
        </p:txBody>
      </p:sp>
      <p:graphicFrame>
        <p:nvGraphicFramePr>
          <p:cNvPr id="131076" name="Object 4"/>
          <p:cNvGraphicFramePr>
            <a:graphicFrameLocks noChangeAspect="1"/>
          </p:cNvGraphicFramePr>
          <p:nvPr/>
        </p:nvGraphicFramePr>
        <p:xfrm>
          <a:off x="971550" y="2852738"/>
          <a:ext cx="2160588" cy="1068387"/>
        </p:xfrm>
        <a:graphic>
          <a:graphicData uri="http://schemas.openxmlformats.org/presentationml/2006/ole">
            <mc:AlternateContent xmlns:mc="http://schemas.openxmlformats.org/markup-compatibility/2006">
              <mc:Choice xmlns:v="urn:schemas-microsoft-com:vml" Requires="v">
                <p:oleObj spid="_x0000_s20037" name="Equation" r:id="rId3" imgW="2286000" imgH="1130300" progId="Equation.3">
                  <p:embed/>
                </p:oleObj>
              </mc:Choice>
              <mc:Fallback>
                <p:oleObj name="Equation" r:id="rId3" imgW="2286000" imgH="11303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2852738"/>
                        <a:ext cx="2160588" cy="1068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1077" name="Object 5"/>
          <p:cNvGraphicFramePr>
            <a:graphicFrameLocks noChangeAspect="1"/>
          </p:cNvGraphicFramePr>
          <p:nvPr/>
        </p:nvGraphicFramePr>
        <p:xfrm>
          <a:off x="3779838" y="1365250"/>
          <a:ext cx="2087562" cy="696913"/>
        </p:xfrm>
        <a:graphic>
          <a:graphicData uri="http://schemas.openxmlformats.org/presentationml/2006/ole">
            <mc:AlternateContent xmlns:mc="http://schemas.openxmlformats.org/markup-compatibility/2006">
              <mc:Choice xmlns:v="urn:schemas-microsoft-com:vml" Requires="v">
                <p:oleObj spid="_x0000_s20038" name="公式" r:id="rId5" imgW="685800" imgH="228600" progId="Equation.3">
                  <p:embed/>
                </p:oleObj>
              </mc:Choice>
              <mc:Fallback>
                <p:oleObj name="公式" r:id="rId5" imgW="685800" imgH="2286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79838" y="1365250"/>
                        <a:ext cx="2087562" cy="696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1078" name="Object 6"/>
          <p:cNvGraphicFramePr>
            <a:graphicFrameLocks noChangeAspect="1"/>
          </p:cNvGraphicFramePr>
          <p:nvPr>
            <p:extLst>
              <p:ext uri="{D42A27DB-BD31-4B8C-83A1-F6EECF244321}">
                <p14:modId xmlns:p14="http://schemas.microsoft.com/office/powerpoint/2010/main" val="3711645504"/>
              </p:ext>
            </p:extLst>
          </p:nvPr>
        </p:nvGraphicFramePr>
        <p:xfrm>
          <a:off x="989013" y="4035425"/>
          <a:ext cx="2701925" cy="1331913"/>
        </p:xfrm>
        <a:graphic>
          <a:graphicData uri="http://schemas.openxmlformats.org/presentationml/2006/ole">
            <mc:AlternateContent xmlns:mc="http://schemas.openxmlformats.org/markup-compatibility/2006">
              <mc:Choice xmlns:v="urn:schemas-microsoft-com:vml" Requires="v">
                <p:oleObj spid="_x0000_s20039" name="Equation" r:id="rId7" imgW="901440" imgH="444240" progId="Equation.DSMT4">
                  <p:embed/>
                </p:oleObj>
              </mc:Choice>
              <mc:Fallback>
                <p:oleObj name="Equation" r:id="rId7" imgW="901440" imgH="444240" progId="Equation.DSMT4">
                  <p:embed/>
                  <p:pic>
                    <p:nvPicPr>
                      <p:cNvPr id="0" name="Object 6"/>
                      <p:cNvPicPr>
                        <a:picLocks noChangeAspect="1" noChangeArrowheads="1"/>
                      </p:cNvPicPr>
                      <p:nvPr/>
                    </p:nvPicPr>
                    <p:blipFill>
                      <a:blip r:embed="rId8"/>
                      <a:srcRect/>
                      <a:stretch>
                        <a:fillRect/>
                      </a:stretch>
                    </p:blipFill>
                    <p:spPr bwMode="auto">
                      <a:xfrm>
                        <a:off x="989013" y="4035425"/>
                        <a:ext cx="2701925" cy="1331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1079" name="Object 7"/>
          <p:cNvGraphicFramePr>
            <a:graphicFrameLocks noChangeAspect="1"/>
          </p:cNvGraphicFramePr>
          <p:nvPr/>
        </p:nvGraphicFramePr>
        <p:xfrm>
          <a:off x="900113" y="1125538"/>
          <a:ext cx="1871662" cy="1270000"/>
        </p:xfrm>
        <a:graphic>
          <a:graphicData uri="http://schemas.openxmlformats.org/presentationml/2006/ole">
            <mc:AlternateContent xmlns:mc="http://schemas.openxmlformats.org/markup-compatibility/2006">
              <mc:Choice xmlns:v="urn:schemas-microsoft-com:vml" Requires="v">
                <p:oleObj spid="_x0000_s20040" name="公式" r:id="rId9" imgW="672808" imgH="457002" progId="Equation.3">
                  <p:embed/>
                </p:oleObj>
              </mc:Choice>
              <mc:Fallback>
                <p:oleObj name="公式" r:id="rId9" imgW="672808" imgH="457002"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00113" y="1125538"/>
                        <a:ext cx="1871662" cy="1270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1080" name="Object 8"/>
          <p:cNvGraphicFramePr>
            <a:graphicFrameLocks noChangeAspect="1"/>
          </p:cNvGraphicFramePr>
          <p:nvPr/>
        </p:nvGraphicFramePr>
        <p:xfrm>
          <a:off x="3995738" y="404813"/>
          <a:ext cx="2181225" cy="735012"/>
        </p:xfrm>
        <a:graphic>
          <a:graphicData uri="http://schemas.openxmlformats.org/presentationml/2006/ole">
            <mc:AlternateContent xmlns:mc="http://schemas.openxmlformats.org/markup-compatibility/2006">
              <mc:Choice xmlns:v="urn:schemas-microsoft-com:vml" Requires="v">
                <p:oleObj spid="_x0000_s20041" name="公式" r:id="rId11" imgW="748975" imgH="253890" progId="Equation.3">
                  <p:embed/>
                </p:oleObj>
              </mc:Choice>
              <mc:Fallback>
                <p:oleObj name="公式" r:id="rId11" imgW="748975" imgH="253890" progId="Equation.3">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95738" y="404813"/>
                        <a:ext cx="2181225" cy="735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1081" name="Object 9"/>
          <p:cNvGraphicFramePr>
            <a:graphicFrameLocks noChangeAspect="1"/>
          </p:cNvGraphicFramePr>
          <p:nvPr>
            <p:extLst>
              <p:ext uri="{D42A27DB-BD31-4B8C-83A1-F6EECF244321}">
                <p14:modId xmlns:p14="http://schemas.microsoft.com/office/powerpoint/2010/main" val="2780936623"/>
              </p:ext>
            </p:extLst>
          </p:nvPr>
        </p:nvGraphicFramePr>
        <p:xfrm>
          <a:off x="3633150" y="4350543"/>
          <a:ext cx="935038" cy="701675"/>
        </p:xfrm>
        <a:graphic>
          <a:graphicData uri="http://schemas.openxmlformats.org/presentationml/2006/ole">
            <mc:AlternateContent xmlns:mc="http://schemas.openxmlformats.org/markup-compatibility/2006">
              <mc:Choice xmlns:v="urn:schemas-microsoft-com:vml" Requires="v">
                <p:oleObj spid="_x0000_s20042" name="公式" r:id="rId13" imgW="304668" imgH="228501" progId="Equation.3">
                  <p:embed/>
                </p:oleObj>
              </mc:Choice>
              <mc:Fallback>
                <p:oleObj name="公式" r:id="rId13" imgW="304668" imgH="228501" progId="Equation.3">
                  <p:embed/>
                  <p:pic>
                    <p:nvPicPr>
                      <p:cNvPr id="0" name="Object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633150" y="4350543"/>
                        <a:ext cx="935038" cy="701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131082" name="Picture 10" descr="T7-67b"/>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5003800" y="2492375"/>
            <a:ext cx="3716338" cy="286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1075"/>
                                        </p:tgtEl>
                                        <p:attrNameLst>
                                          <p:attrName>style.visibility</p:attrName>
                                        </p:attrNameLst>
                                      </p:cBhvr>
                                      <p:to>
                                        <p:strVal val="visible"/>
                                      </p:to>
                                    </p:set>
                                    <p:animEffect transition="in" filter="wipe(left)">
                                      <p:cBhvr>
                                        <p:cTn id="7" dur="500"/>
                                        <p:tgtEl>
                                          <p:spTgt spid="13107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31080"/>
                                        </p:tgtEl>
                                        <p:attrNameLst>
                                          <p:attrName>style.visibility</p:attrName>
                                        </p:attrNameLst>
                                      </p:cBhvr>
                                      <p:to>
                                        <p:strVal val="visible"/>
                                      </p:to>
                                    </p:set>
                                    <p:animEffect transition="in" filter="wipe(left)">
                                      <p:cBhvr>
                                        <p:cTn id="12" dur="500"/>
                                        <p:tgtEl>
                                          <p:spTgt spid="13108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31079"/>
                                        </p:tgtEl>
                                        <p:attrNameLst>
                                          <p:attrName>style.visibility</p:attrName>
                                        </p:attrNameLst>
                                      </p:cBhvr>
                                      <p:to>
                                        <p:strVal val="visible"/>
                                      </p:to>
                                    </p:set>
                                    <p:animEffect transition="in" filter="wipe(left)">
                                      <p:cBhvr>
                                        <p:cTn id="17" dur="500"/>
                                        <p:tgtEl>
                                          <p:spTgt spid="13107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31077"/>
                                        </p:tgtEl>
                                        <p:attrNameLst>
                                          <p:attrName>style.visibility</p:attrName>
                                        </p:attrNameLst>
                                      </p:cBhvr>
                                      <p:to>
                                        <p:strVal val="visible"/>
                                      </p:to>
                                    </p:set>
                                    <p:animEffect transition="in" filter="wipe(left)">
                                      <p:cBhvr>
                                        <p:cTn id="22" dur="500"/>
                                        <p:tgtEl>
                                          <p:spTgt spid="13107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31076"/>
                                        </p:tgtEl>
                                        <p:attrNameLst>
                                          <p:attrName>style.visibility</p:attrName>
                                        </p:attrNameLst>
                                      </p:cBhvr>
                                      <p:to>
                                        <p:strVal val="visible"/>
                                      </p:to>
                                    </p:set>
                                    <p:animEffect transition="in" filter="wipe(left)">
                                      <p:cBhvr>
                                        <p:cTn id="27" dur="500"/>
                                        <p:tgtEl>
                                          <p:spTgt spid="13107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31078"/>
                                        </p:tgtEl>
                                        <p:attrNameLst>
                                          <p:attrName>style.visibility</p:attrName>
                                        </p:attrNameLst>
                                      </p:cBhvr>
                                      <p:to>
                                        <p:strVal val="visible"/>
                                      </p:to>
                                    </p:set>
                                    <p:animEffect transition="in" filter="wipe(left)">
                                      <p:cBhvr>
                                        <p:cTn id="32" dur="500"/>
                                        <p:tgtEl>
                                          <p:spTgt spid="131078"/>
                                        </p:tgtEl>
                                      </p:cBhvr>
                                    </p:animEffect>
                                  </p:childTnLst>
                                </p:cTn>
                              </p:par>
                            </p:childTnLst>
                          </p:cTn>
                        </p:par>
                        <p:par>
                          <p:cTn id="33" fill="hold" nodeType="afterGroup">
                            <p:stCondLst>
                              <p:cond delay="500"/>
                            </p:stCondLst>
                            <p:childTnLst>
                              <p:par>
                                <p:cTn id="34" presetID="1" presetClass="entr" presetSubtype="0" fill="hold" nodeType="afterEffect">
                                  <p:stCondLst>
                                    <p:cond delay="0"/>
                                  </p:stCondLst>
                                  <p:childTnLst>
                                    <p:set>
                                      <p:cBhvr>
                                        <p:cTn id="35" dur="1" fill="hold">
                                          <p:stCondLst>
                                            <p:cond delay="0"/>
                                          </p:stCondLst>
                                        </p:cTn>
                                        <p:tgtEl>
                                          <p:spTgt spid="131081"/>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nodeType="clickEffect">
                                  <p:stCondLst>
                                    <p:cond delay="0"/>
                                  </p:stCondLst>
                                  <p:childTnLst>
                                    <p:set>
                                      <p:cBhvr>
                                        <p:cTn id="39" dur="1" fill="hold">
                                          <p:stCondLst>
                                            <p:cond delay="0"/>
                                          </p:stCondLst>
                                        </p:cTn>
                                        <p:tgtEl>
                                          <p:spTgt spid="131082"/>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31074"/>
                                        </p:tgtEl>
                                        <p:attrNameLst>
                                          <p:attrName>style.visibility</p:attrName>
                                        </p:attrNameLst>
                                      </p:cBhvr>
                                      <p:to>
                                        <p:strVal val="visible"/>
                                      </p:to>
                                    </p:set>
                                    <p:animEffect transition="in" filter="wipe(left)">
                                      <p:cBhvr>
                                        <p:cTn id="44" dur="500"/>
                                        <p:tgtEl>
                                          <p:spTgt spid="131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74" grpId="0"/>
      <p:bldP spid="131075"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4">
            <a:extLst>
              <a:ext uri="{FF2B5EF4-FFF2-40B4-BE49-F238E27FC236}">
                <a16:creationId xmlns:a16="http://schemas.microsoft.com/office/drawing/2014/main" id="{C2E06440-C978-41AD-9479-0B85C29AAA20}"/>
              </a:ext>
            </a:extLst>
          </p:cNvPr>
          <p:cNvSpPr>
            <a:spLocks noChangeArrowheads="1"/>
          </p:cNvSpPr>
          <p:nvPr/>
        </p:nvSpPr>
        <p:spPr bwMode="auto">
          <a:xfrm>
            <a:off x="107950" y="304800"/>
            <a:ext cx="9036050" cy="655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2000" b="1">
                <a:solidFill>
                  <a:srgbClr val="FF0000"/>
                </a:solidFill>
                <a:ea typeface="楷体_GB2312"/>
                <a:cs typeface="楷体_GB2312"/>
              </a:rPr>
              <a:t>1</a:t>
            </a:r>
            <a:r>
              <a:rPr lang="zh-CN" altLang="en-US" sz="2000" b="1">
                <a:solidFill>
                  <a:srgbClr val="FF0000"/>
                </a:solidFill>
                <a:ea typeface="楷体_GB2312"/>
                <a:cs typeface="楷体_GB2312"/>
              </a:rPr>
              <a:t>、静电场中的导体</a:t>
            </a:r>
          </a:p>
          <a:p>
            <a:pPr eaLnBrk="1" hangingPunct="1">
              <a:buFontTx/>
              <a:buNone/>
            </a:pPr>
            <a:r>
              <a:rPr lang="en-US" altLang="zh-CN" sz="2000" b="1">
                <a:ea typeface="楷体_GB2312"/>
                <a:cs typeface="楷体_GB2312"/>
              </a:rPr>
              <a:t>1</a:t>
            </a:r>
            <a:r>
              <a:rPr lang="zh-CN" altLang="en-US" sz="2000" b="1">
                <a:ea typeface="楷体_GB2312"/>
                <a:cs typeface="楷体_GB2312"/>
              </a:rPr>
              <a:t>）、导体的静电平衡及其条件</a:t>
            </a:r>
            <a:endParaRPr lang="zh-CN" altLang="en-US" sz="1800" b="1">
              <a:solidFill>
                <a:schemeClr val="accent2"/>
              </a:solidFill>
              <a:ea typeface="楷体_GB2312"/>
              <a:cs typeface="楷体_GB2312"/>
            </a:endParaRPr>
          </a:p>
          <a:p>
            <a:pPr eaLnBrk="1" hangingPunct="1">
              <a:buFontTx/>
              <a:buNone/>
            </a:pPr>
            <a:r>
              <a:rPr lang="zh-CN" altLang="en-US" sz="1800" b="1">
                <a:solidFill>
                  <a:schemeClr val="accent2"/>
                </a:solidFill>
                <a:ea typeface="楷体_GB2312"/>
                <a:cs typeface="楷体_GB2312"/>
              </a:rPr>
              <a:t>导体处于静电平衡状态的</a:t>
            </a:r>
            <a:r>
              <a:rPr lang="zh-CN" altLang="en-US" sz="1800" b="1">
                <a:solidFill>
                  <a:srgbClr val="FF6600"/>
                </a:solidFill>
                <a:ea typeface="楷体_GB2312"/>
                <a:cs typeface="楷体_GB2312"/>
              </a:rPr>
              <a:t>必要条件</a:t>
            </a:r>
            <a:r>
              <a:rPr lang="zh-CN" altLang="en-US" sz="1800" b="1">
                <a:solidFill>
                  <a:schemeClr val="accent2"/>
                </a:solidFill>
                <a:ea typeface="楷体_GB2312"/>
                <a:cs typeface="楷体_GB2312"/>
              </a:rPr>
              <a:t>是： </a:t>
            </a:r>
            <a:r>
              <a:rPr lang="en-US" altLang="zh-CN" sz="1800" b="1">
                <a:solidFill>
                  <a:schemeClr val="accent2"/>
                </a:solidFill>
                <a:ea typeface="楷体_GB2312"/>
                <a:cs typeface="楷体_GB2312"/>
              </a:rPr>
              <a:t>(1)</a:t>
            </a:r>
            <a:r>
              <a:rPr lang="zh-CN" altLang="en-US" sz="1800" b="1">
                <a:solidFill>
                  <a:schemeClr val="accent2"/>
                </a:solidFill>
                <a:ea typeface="楷体_GB2312"/>
                <a:cs typeface="楷体_GB2312"/>
              </a:rPr>
              <a:t>导体内部任何一点的场强都等于零；</a:t>
            </a:r>
          </a:p>
          <a:p>
            <a:pPr eaLnBrk="1" hangingPunct="1">
              <a:buFontTx/>
              <a:buNone/>
            </a:pPr>
            <a:r>
              <a:rPr lang="zh-CN" altLang="en-US" sz="1800" b="1">
                <a:solidFill>
                  <a:schemeClr val="accent2"/>
                </a:solidFill>
                <a:ea typeface="楷体_GB2312"/>
                <a:cs typeface="楷体_GB2312"/>
              </a:rPr>
              <a:t> </a:t>
            </a:r>
            <a:r>
              <a:rPr lang="en-US" altLang="zh-CN" sz="1800" b="1">
                <a:solidFill>
                  <a:schemeClr val="accent2"/>
                </a:solidFill>
                <a:ea typeface="楷体_GB2312"/>
                <a:cs typeface="楷体_GB2312"/>
              </a:rPr>
              <a:t>(2)</a:t>
            </a:r>
            <a:r>
              <a:rPr lang="zh-CN" altLang="en-US" sz="1800" b="1">
                <a:solidFill>
                  <a:schemeClr val="accent2"/>
                </a:solidFill>
                <a:ea typeface="楷体_GB2312"/>
                <a:cs typeface="楷体_GB2312"/>
              </a:rPr>
              <a:t>导体表面附近任一点的场强方向垂直于该点的表面。</a:t>
            </a:r>
          </a:p>
          <a:p>
            <a:pPr eaLnBrk="1" hangingPunct="1">
              <a:buFontTx/>
              <a:buNone/>
            </a:pPr>
            <a:r>
              <a:rPr lang="en-US" altLang="zh-CN" sz="2000" b="1">
                <a:ea typeface="楷体_GB2312"/>
                <a:cs typeface="楷体_GB2312"/>
              </a:rPr>
              <a:t>2</a:t>
            </a:r>
            <a:r>
              <a:rPr lang="zh-CN" altLang="en-US" sz="2000" b="1">
                <a:ea typeface="楷体_GB2312"/>
                <a:cs typeface="楷体_GB2312"/>
              </a:rPr>
              <a:t>）、静电平衡的导体的基本性质</a:t>
            </a:r>
          </a:p>
          <a:p>
            <a:pPr eaLnBrk="1" hangingPunct="1">
              <a:buFontTx/>
              <a:buNone/>
            </a:pPr>
            <a:r>
              <a:rPr lang="zh-CN" altLang="en-US" sz="1800" b="1">
                <a:solidFill>
                  <a:schemeClr val="accent2"/>
                </a:solidFill>
                <a:ea typeface="楷体_GB2312"/>
                <a:cs typeface="楷体_GB2312"/>
              </a:rPr>
              <a:t>（</a:t>
            </a:r>
            <a:r>
              <a:rPr lang="en-US" altLang="zh-CN" sz="1800" b="1">
                <a:solidFill>
                  <a:schemeClr val="accent2"/>
                </a:solidFill>
                <a:ea typeface="楷体_GB2312"/>
                <a:cs typeface="楷体_GB2312"/>
              </a:rPr>
              <a:t>1</a:t>
            </a:r>
            <a:r>
              <a:rPr lang="zh-CN" altLang="en-US" sz="1800" b="1">
                <a:solidFill>
                  <a:schemeClr val="accent2"/>
                </a:solidFill>
                <a:ea typeface="楷体_GB2312"/>
                <a:cs typeface="楷体_GB2312"/>
              </a:rPr>
              <a:t>）导体是个等势体，导体表面是个等势面。</a:t>
            </a:r>
            <a:endParaRPr lang="en-US" altLang="zh-CN" sz="1800" b="1">
              <a:solidFill>
                <a:schemeClr val="accent2"/>
              </a:solidFill>
              <a:ea typeface="楷体_GB2312"/>
              <a:cs typeface="楷体_GB2312"/>
            </a:endParaRPr>
          </a:p>
          <a:p>
            <a:pPr eaLnBrk="1" hangingPunct="1">
              <a:buFontTx/>
              <a:buNone/>
            </a:pPr>
            <a:r>
              <a:rPr lang="zh-CN" altLang="en-US" sz="1800" b="1">
                <a:solidFill>
                  <a:schemeClr val="accent2"/>
                </a:solidFill>
                <a:ea typeface="楷体_GB2312"/>
                <a:cs typeface="楷体_GB2312"/>
              </a:rPr>
              <a:t>（</a:t>
            </a:r>
            <a:r>
              <a:rPr lang="en-US" altLang="zh-CN" sz="1800" b="1">
                <a:solidFill>
                  <a:schemeClr val="accent2"/>
                </a:solidFill>
                <a:ea typeface="楷体_GB2312"/>
                <a:cs typeface="楷体_GB2312"/>
              </a:rPr>
              <a:t>2</a:t>
            </a:r>
            <a:r>
              <a:rPr lang="zh-CN" altLang="en-US" sz="1800" b="1">
                <a:solidFill>
                  <a:schemeClr val="accent2"/>
                </a:solidFill>
                <a:ea typeface="楷体_GB2312"/>
                <a:cs typeface="楷体_GB2312"/>
              </a:rPr>
              <a:t>）</a:t>
            </a:r>
            <a:r>
              <a:rPr lang="zh-CN" altLang="en-US" sz="1800" b="1">
                <a:solidFill>
                  <a:schemeClr val="accent2"/>
                </a:solidFill>
                <a:ea typeface="楷体_GB2312"/>
                <a:cs typeface="楷体_GB2312"/>
                <a:sym typeface="Symbol" panose="05050102010706020507" pitchFamily="18" charset="2"/>
              </a:rPr>
              <a:t>导体内部没有静电荷，电荷只分布在导体表面。</a:t>
            </a:r>
          </a:p>
          <a:p>
            <a:pPr eaLnBrk="1" hangingPunct="1">
              <a:buFontTx/>
              <a:buNone/>
            </a:pPr>
            <a:r>
              <a:rPr lang="zh-CN" altLang="en-US" sz="1800" b="1">
                <a:solidFill>
                  <a:schemeClr val="accent2"/>
                </a:solidFill>
                <a:ea typeface="楷体_GB2312"/>
                <a:cs typeface="楷体_GB2312"/>
                <a:sym typeface="Symbol" panose="05050102010706020507" pitchFamily="18" charset="2"/>
              </a:rPr>
              <a:t>（</a:t>
            </a:r>
            <a:r>
              <a:rPr lang="en-US" altLang="zh-CN" sz="1800" b="1">
                <a:solidFill>
                  <a:schemeClr val="accent2"/>
                </a:solidFill>
                <a:ea typeface="楷体_GB2312"/>
                <a:cs typeface="楷体_GB2312"/>
                <a:sym typeface="Symbol" panose="05050102010706020507" pitchFamily="18" charset="2"/>
              </a:rPr>
              <a:t>3</a:t>
            </a:r>
            <a:r>
              <a:rPr lang="zh-CN" altLang="en-US" sz="1800" b="1">
                <a:solidFill>
                  <a:schemeClr val="accent2"/>
                </a:solidFill>
                <a:ea typeface="楷体_GB2312"/>
                <a:cs typeface="楷体_GB2312"/>
                <a:sym typeface="Symbol" panose="05050102010706020507" pitchFamily="18" charset="2"/>
              </a:rPr>
              <a:t>）</a:t>
            </a:r>
            <a:r>
              <a:rPr lang="zh-CN" altLang="en-US" sz="1800" b="1">
                <a:solidFill>
                  <a:schemeClr val="accent2"/>
                </a:solidFill>
                <a:ea typeface="楷体_GB2312"/>
                <a:cs typeface="楷体_GB2312"/>
              </a:rPr>
              <a:t>导体表面附近的场强处处垂直于导体表面，大小：</a:t>
            </a:r>
            <a:r>
              <a:rPr lang="en-US" altLang="zh-CN" sz="1800" b="1">
                <a:solidFill>
                  <a:schemeClr val="accent2"/>
                </a:solidFill>
                <a:ea typeface="楷体_GB2312"/>
                <a:cs typeface="楷体_GB2312"/>
              </a:rPr>
              <a:t>E</a:t>
            </a:r>
            <a:r>
              <a:rPr lang="zh-CN" altLang="en-US" sz="1800" b="1">
                <a:solidFill>
                  <a:schemeClr val="accent2"/>
                </a:solidFill>
                <a:ea typeface="楷体_GB2312"/>
                <a:cs typeface="楷体_GB2312"/>
              </a:rPr>
              <a:t>＝</a:t>
            </a:r>
            <a:r>
              <a:rPr lang="zh-CN" altLang="en-US" sz="1800" b="1">
                <a:solidFill>
                  <a:schemeClr val="accent2"/>
                </a:solidFill>
                <a:ea typeface="楷体_GB2312"/>
                <a:cs typeface="楷体_GB2312"/>
                <a:sym typeface="Symbol" panose="05050102010706020507" pitchFamily="18" charset="2"/>
              </a:rPr>
              <a:t></a:t>
            </a:r>
            <a:r>
              <a:rPr lang="en-US" altLang="zh-CN" sz="1800" b="1">
                <a:solidFill>
                  <a:schemeClr val="accent2"/>
                </a:solidFill>
                <a:ea typeface="楷体_GB2312"/>
                <a:cs typeface="楷体_GB2312"/>
                <a:sym typeface="Symbol" panose="05050102010706020507" pitchFamily="18" charset="2"/>
              </a:rPr>
              <a:t>/ </a:t>
            </a:r>
            <a:r>
              <a:rPr lang="en-US" altLang="zh-CN" sz="1800" b="1" baseline="-25000">
                <a:solidFill>
                  <a:schemeClr val="accent2"/>
                </a:solidFill>
                <a:ea typeface="楷体_GB2312"/>
                <a:cs typeface="楷体_GB2312"/>
                <a:sym typeface="Symbol" panose="05050102010706020507" pitchFamily="18" charset="2"/>
              </a:rPr>
              <a:t>0</a:t>
            </a:r>
          </a:p>
          <a:p>
            <a:pPr eaLnBrk="1" hangingPunct="1">
              <a:buFontTx/>
              <a:buNone/>
            </a:pPr>
            <a:r>
              <a:rPr lang="zh-CN" altLang="en-US" sz="1800" b="1">
                <a:solidFill>
                  <a:schemeClr val="accent2"/>
                </a:solidFill>
                <a:ea typeface="楷体_GB2312"/>
                <a:cs typeface="楷体_GB2312"/>
                <a:sym typeface="Symbol" panose="05050102010706020507" pitchFamily="18" charset="2"/>
              </a:rPr>
              <a:t>（</a:t>
            </a:r>
            <a:r>
              <a:rPr lang="en-US" altLang="zh-CN" sz="1800" b="1">
                <a:solidFill>
                  <a:schemeClr val="accent2"/>
                </a:solidFill>
                <a:ea typeface="楷体_GB2312"/>
                <a:cs typeface="楷体_GB2312"/>
                <a:sym typeface="Symbol" panose="05050102010706020507" pitchFamily="18" charset="2"/>
              </a:rPr>
              <a:t>4</a:t>
            </a:r>
            <a:r>
              <a:rPr lang="zh-CN" altLang="en-US" sz="1800" b="1">
                <a:solidFill>
                  <a:schemeClr val="accent2"/>
                </a:solidFill>
                <a:ea typeface="楷体_GB2312"/>
                <a:cs typeface="楷体_GB2312"/>
                <a:sym typeface="Symbol" panose="05050102010706020507" pitchFamily="18" charset="2"/>
              </a:rPr>
              <a:t>）导体腔内如果没有带电体，则导体内表面处处无电荷，电荷只分布在导体外 </a:t>
            </a:r>
          </a:p>
          <a:p>
            <a:pPr eaLnBrk="1" hangingPunct="1">
              <a:buFontTx/>
              <a:buNone/>
            </a:pPr>
            <a:r>
              <a:rPr lang="zh-CN" altLang="en-US" sz="1800" b="1">
                <a:solidFill>
                  <a:schemeClr val="accent2"/>
                </a:solidFill>
                <a:ea typeface="楷体_GB2312"/>
                <a:cs typeface="楷体_GB2312"/>
                <a:sym typeface="Symbol" panose="05050102010706020507" pitchFamily="18" charset="2"/>
              </a:rPr>
              <a:t>      表面。导体腔内如果有隔离电荷</a:t>
            </a:r>
            <a:r>
              <a:rPr lang="en-US" altLang="zh-CN" sz="1800" b="1">
                <a:solidFill>
                  <a:schemeClr val="accent2"/>
                </a:solidFill>
                <a:ea typeface="楷体_GB2312"/>
                <a:cs typeface="楷体_GB2312"/>
                <a:sym typeface="Symbol" panose="05050102010706020507" pitchFamily="18" charset="2"/>
              </a:rPr>
              <a:t>Q</a:t>
            </a:r>
            <a:r>
              <a:rPr lang="zh-CN" altLang="en-US" sz="1800" b="1">
                <a:solidFill>
                  <a:schemeClr val="accent2"/>
                </a:solidFill>
                <a:ea typeface="楷体_GB2312"/>
                <a:cs typeface="楷体_GB2312"/>
                <a:sym typeface="Symbol" panose="05050102010706020507" pitchFamily="18" charset="2"/>
              </a:rPr>
              <a:t>，则导体内表面应分布有等量的异号电荷－</a:t>
            </a:r>
            <a:r>
              <a:rPr lang="en-US" altLang="zh-CN" sz="1800" b="1">
                <a:solidFill>
                  <a:schemeClr val="accent2"/>
                </a:solidFill>
                <a:ea typeface="楷体_GB2312"/>
                <a:cs typeface="楷体_GB2312"/>
                <a:sym typeface="Symbol" panose="05050102010706020507" pitchFamily="18" charset="2"/>
              </a:rPr>
              <a:t>Q</a:t>
            </a:r>
            <a:r>
              <a:rPr lang="zh-CN" altLang="en-US" sz="1800" b="1">
                <a:solidFill>
                  <a:schemeClr val="accent2"/>
                </a:solidFill>
                <a:ea typeface="楷体_GB2312"/>
                <a:cs typeface="楷体_GB2312"/>
                <a:sym typeface="Symbol" panose="05050102010706020507" pitchFamily="18" charset="2"/>
              </a:rPr>
              <a:t>。</a:t>
            </a:r>
          </a:p>
          <a:p>
            <a:pPr eaLnBrk="1" hangingPunct="1">
              <a:buFontTx/>
              <a:buNone/>
            </a:pPr>
            <a:endParaRPr lang="en-US" altLang="zh-CN" sz="2400" b="1">
              <a:solidFill>
                <a:srgbClr val="FF0000"/>
              </a:solidFill>
              <a:ea typeface="楷体_GB2312"/>
              <a:cs typeface="楷体_GB2312"/>
            </a:endParaRPr>
          </a:p>
          <a:p>
            <a:pPr eaLnBrk="1" hangingPunct="1">
              <a:buFontTx/>
              <a:buNone/>
            </a:pPr>
            <a:r>
              <a:rPr lang="en-US" altLang="zh-CN" sz="2400" b="1">
                <a:solidFill>
                  <a:srgbClr val="FF0000"/>
                </a:solidFill>
                <a:ea typeface="楷体_GB2312"/>
                <a:cs typeface="楷体_GB2312"/>
              </a:rPr>
              <a:t>2</a:t>
            </a:r>
            <a:r>
              <a:rPr lang="zh-CN" altLang="en-US" sz="2400" b="1">
                <a:solidFill>
                  <a:srgbClr val="FF0000"/>
                </a:solidFill>
                <a:ea typeface="楷体_GB2312"/>
                <a:cs typeface="楷体_GB2312"/>
              </a:rPr>
              <a:t>、电容及其计算</a:t>
            </a:r>
            <a:r>
              <a:rPr lang="en-US" altLang="zh-CN" sz="2000" b="1">
                <a:solidFill>
                  <a:schemeClr val="accent2"/>
                </a:solidFill>
                <a:ea typeface="楷体_GB2312"/>
              </a:rPr>
              <a:t>:</a:t>
            </a:r>
            <a:r>
              <a:rPr lang="zh-CN" altLang="en-US" sz="2000" b="1">
                <a:solidFill>
                  <a:schemeClr val="accent2"/>
                </a:solidFill>
                <a:ea typeface="楷体_GB2312"/>
              </a:rPr>
              <a:t>     孤立带电体的电容：</a:t>
            </a:r>
          </a:p>
          <a:p>
            <a:pPr eaLnBrk="1" hangingPunct="1">
              <a:buFontTx/>
              <a:buNone/>
            </a:pPr>
            <a:endParaRPr lang="en-US" altLang="zh-CN" sz="2000" b="1">
              <a:solidFill>
                <a:schemeClr val="accent2"/>
              </a:solidFill>
              <a:ea typeface="楷体_GB2312"/>
            </a:endParaRPr>
          </a:p>
          <a:p>
            <a:pPr eaLnBrk="1" hangingPunct="1">
              <a:buFontTx/>
              <a:buNone/>
            </a:pPr>
            <a:r>
              <a:rPr lang="zh-CN" altLang="en-US" sz="2000" b="1">
                <a:solidFill>
                  <a:schemeClr val="accent2"/>
                </a:solidFill>
                <a:ea typeface="楷体_GB2312"/>
              </a:rPr>
              <a:t>电容器电容</a:t>
            </a:r>
            <a:r>
              <a:rPr lang="en-US" altLang="zh-CN" sz="2000" b="1">
                <a:solidFill>
                  <a:schemeClr val="accent2"/>
                </a:solidFill>
                <a:ea typeface="楷体_GB2312"/>
              </a:rPr>
              <a:t>:</a:t>
            </a:r>
          </a:p>
          <a:p>
            <a:pPr eaLnBrk="1" hangingPunct="1">
              <a:buFontTx/>
              <a:buNone/>
            </a:pPr>
            <a:r>
              <a:rPr lang="zh-CN" altLang="en-US" sz="2000" b="1">
                <a:solidFill>
                  <a:schemeClr val="accent2"/>
                </a:solidFill>
                <a:ea typeface="楷体_GB2312"/>
              </a:rPr>
              <a:t>计算的一般步骤为：设电容器的两</a:t>
            </a:r>
            <a:r>
              <a:rPr lang="zh-CN" altLang="en-US" sz="2000" b="1">
                <a:solidFill>
                  <a:schemeClr val="accent2"/>
                </a:solidFill>
                <a:ea typeface="楷体_GB2312"/>
                <a:cs typeface="楷体_GB2312"/>
              </a:rPr>
              <a:t>极板带有等量异号电荷；</a:t>
            </a:r>
          </a:p>
          <a:p>
            <a:pPr lvl="1" eaLnBrk="1" hangingPunct="1"/>
            <a:r>
              <a:rPr lang="zh-CN" altLang="en-US" sz="2000" b="1">
                <a:solidFill>
                  <a:schemeClr val="accent2"/>
                </a:solidFill>
                <a:ea typeface="楷体_GB2312"/>
                <a:cs typeface="楷体_GB2312"/>
              </a:rPr>
              <a:t>求出两极板之间的电场强度的分布；</a:t>
            </a:r>
          </a:p>
          <a:p>
            <a:pPr lvl="1" eaLnBrk="1" hangingPunct="1"/>
            <a:r>
              <a:rPr lang="zh-CN" altLang="en-US" sz="2000" b="1">
                <a:solidFill>
                  <a:schemeClr val="accent2"/>
                </a:solidFill>
                <a:ea typeface="楷体_GB2312"/>
                <a:cs typeface="楷体_GB2312"/>
              </a:rPr>
              <a:t>计算两极板之间的电势差；</a:t>
            </a:r>
          </a:p>
          <a:p>
            <a:pPr lvl="1" eaLnBrk="1" hangingPunct="1"/>
            <a:r>
              <a:rPr lang="zh-CN" altLang="en-US" sz="2000" b="1">
                <a:solidFill>
                  <a:schemeClr val="accent2"/>
                </a:solidFill>
                <a:ea typeface="楷体_GB2312"/>
                <a:cs typeface="楷体_GB2312"/>
              </a:rPr>
              <a:t>根据电容器电容的定义求得电容。</a:t>
            </a:r>
          </a:p>
        </p:txBody>
      </p:sp>
      <p:graphicFrame>
        <p:nvGraphicFramePr>
          <p:cNvPr id="50179" name="Object 5">
            <a:extLst>
              <a:ext uri="{FF2B5EF4-FFF2-40B4-BE49-F238E27FC236}">
                <a16:creationId xmlns:a16="http://schemas.microsoft.com/office/drawing/2014/main" id="{03525D13-5D7C-4F33-852B-0AB079DEA866}"/>
              </a:ext>
            </a:extLst>
          </p:cNvPr>
          <p:cNvGraphicFramePr>
            <a:graphicFrameLocks noChangeAspect="1"/>
          </p:cNvGraphicFramePr>
          <p:nvPr>
            <p:extLst/>
          </p:nvPr>
        </p:nvGraphicFramePr>
        <p:xfrm>
          <a:off x="7020272" y="5326484"/>
          <a:ext cx="1871663" cy="1022350"/>
        </p:xfrm>
        <a:graphic>
          <a:graphicData uri="http://schemas.openxmlformats.org/presentationml/2006/ole">
            <mc:AlternateContent xmlns:mc="http://schemas.openxmlformats.org/markup-compatibility/2006">
              <mc:Choice xmlns:v="urn:schemas-microsoft-com:vml" Requires="v">
                <p:oleObj spid="_x0000_s89100" name="Equation" r:id="rId3" imgW="787400" imgH="431800" progId="Equation.3">
                  <p:embed/>
                </p:oleObj>
              </mc:Choice>
              <mc:Fallback>
                <p:oleObj name="Equation" r:id="rId3" imgW="787400" imgH="431800" progId="Equation.3">
                  <p:embed/>
                  <p:pic>
                    <p:nvPicPr>
                      <p:cNvPr id="50179" name="Object 5">
                        <a:extLst>
                          <a:ext uri="{FF2B5EF4-FFF2-40B4-BE49-F238E27FC236}">
                            <a16:creationId xmlns:a16="http://schemas.microsoft.com/office/drawing/2014/main" id="{03525D13-5D7C-4F33-852B-0AB079DEA86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20272" y="5326484"/>
                        <a:ext cx="1871663" cy="1022350"/>
                      </a:xfrm>
                      <a:prstGeom prst="rect">
                        <a:avLst/>
                      </a:prstGeom>
                      <a:solidFill>
                        <a:srgbClr val="FFFFFF"/>
                      </a:solidFill>
                      <a:ln w="9525">
                        <a:solidFill>
                          <a:srgbClr val="66CC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180" name="Object 7">
            <a:extLst>
              <a:ext uri="{FF2B5EF4-FFF2-40B4-BE49-F238E27FC236}">
                <a16:creationId xmlns:a16="http://schemas.microsoft.com/office/drawing/2014/main" id="{1BACA4A9-903F-4CE2-9B70-56E180B3F662}"/>
              </a:ext>
            </a:extLst>
          </p:cNvPr>
          <p:cNvGraphicFramePr>
            <a:graphicFrameLocks noChangeAspect="1"/>
          </p:cNvGraphicFramePr>
          <p:nvPr>
            <p:extLst/>
          </p:nvPr>
        </p:nvGraphicFramePr>
        <p:xfrm>
          <a:off x="5796136" y="3861048"/>
          <a:ext cx="833437" cy="715962"/>
        </p:xfrm>
        <a:graphic>
          <a:graphicData uri="http://schemas.openxmlformats.org/presentationml/2006/ole">
            <mc:AlternateContent xmlns:mc="http://schemas.openxmlformats.org/markup-compatibility/2006">
              <mc:Choice xmlns:v="urn:schemas-microsoft-com:vml" Requires="v">
                <p:oleObj spid="_x0000_s89101" name="Equation" r:id="rId5" imgW="457002" imgH="393529" progId="Equation.DSMT4">
                  <p:embed/>
                </p:oleObj>
              </mc:Choice>
              <mc:Fallback>
                <p:oleObj name="Equation" r:id="rId5" imgW="457002" imgH="393529" progId="Equation.DSMT4">
                  <p:embed/>
                  <p:pic>
                    <p:nvPicPr>
                      <p:cNvPr id="50180" name="Object 7">
                        <a:extLst>
                          <a:ext uri="{FF2B5EF4-FFF2-40B4-BE49-F238E27FC236}">
                            <a16:creationId xmlns:a16="http://schemas.microsoft.com/office/drawing/2014/main" id="{1BACA4A9-903F-4CE2-9B70-56E180B3F66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96136" y="3861048"/>
                        <a:ext cx="833437" cy="715962"/>
                      </a:xfrm>
                      <a:prstGeom prst="rect">
                        <a:avLst/>
                      </a:prstGeom>
                      <a:solidFill>
                        <a:srgbClr val="FFFFFF"/>
                      </a:solidFill>
                      <a:ln w="9525">
                        <a:solidFill>
                          <a:srgbClr val="66CC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Text Box 9">
            <a:extLst>
              <a:ext uri="{FF2B5EF4-FFF2-40B4-BE49-F238E27FC236}">
                <a16:creationId xmlns:a16="http://schemas.microsoft.com/office/drawing/2014/main" id="{8350D12D-ADF8-4885-9D6F-E20BE0677E09}"/>
              </a:ext>
            </a:extLst>
          </p:cNvPr>
          <p:cNvSpPr txBox="1">
            <a:spLocks noChangeArrowheads="1"/>
          </p:cNvSpPr>
          <p:nvPr/>
        </p:nvSpPr>
        <p:spPr bwMode="auto">
          <a:xfrm>
            <a:off x="1828800" y="4843884"/>
            <a:ext cx="5486400" cy="482600"/>
          </a:xfrm>
          <a:prstGeom prst="rect">
            <a:avLst/>
          </a:prstGeom>
          <a:solidFill>
            <a:srgbClr val="CCFFFF">
              <a:alpha val="50195"/>
            </a:srgbClr>
          </a:solidFill>
          <a:ln w="25400">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400" b="1">
                <a:solidFill>
                  <a:srgbClr val="CC0000"/>
                </a:solidFill>
              </a:rPr>
              <a:t>两个带有等量异号的导体组成的系统</a:t>
            </a:r>
            <a:r>
              <a:rPr lang="en-US" altLang="zh-CN" sz="2400" b="1">
                <a:solidFill>
                  <a:srgbClr val="CC0000"/>
                </a:solidFill>
              </a:rPr>
              <a:t>.</a:t>
            </a:r>
          </a:p>
        </p:txBody>
      </p:sp>
      <p:sp>
        <p:nvSpPr>
          <p:cNvPr id="2" name="文本框 1">
            <a:extLst>
              <a:ext uri="{FF2B5EF4-FFF2-40B4-BE49-F238E27FC236}">
                <a16:creationId xmlns:a16="http://schemas.microsoft.com/office/drawing/2014/main" id="{A6CE7837-5CB5-4395-B0F5-53D8E8F2AE26}"/>
              </a:ext>
            </a:extLst>
          </p:cNvPr>
          <p:cNvSpPr txBox="1"/>
          <p:nvPr/>
        </p:nvSpPr>
        <p:spPr>
          <a:xfrm>
            <a:off x="3565976" y="-110699"/>
            <a:ext cx="2646878" cy="830997"/>
          </a:xfrm>
          <a:prstGeom prst="rect">
            <a:avLst/>
          </a:prstGeom>
          <a:noFill/>
        </p:spPr>
        <p:txBody>
          <a:bodyPr wrap="none" rtlCol="0">
            <a:spAutoFit/>
          </a:bodyPr>
          <a:lstStyle/>
          <a:p>
            <a:r>
              <a:rPr lang="zh-CN" altLang="en-US" sz="4800"/>
              <a:t>内容回顾</a:t>
            </a:r>
          </a:p>
        </p:txBody>
      </p:sp>
    </p:spTree>
  </p:cSld>
  <p:clrMapOvr>
    <a:masterClrMapping/>
  </p:clrMapOvr>
  <p:transition>
    <p:rand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207" name="Group 6">
            <a:extLst>
              <a:ext uri="{FF2B5EF4-FFF2-40B4-BE49-F238E27FC236}">
                <a16:creationId xmlns:a16="http://schemas.microsoft.com/office/drawing/2014/main" id="{242CCFDB-C157-403B-BBDA-A578EAB8C472}"/>
              </a:ext>
            </a:extLst>
          </p:cNvPr>
          <p:cNvGrpSpPr>
            <a:grpSpLocks/>
          </p:cNvGrpSpPr>
          <p:nvPr/>
        </p:nvGrpSpPr>
        <p:grpSpPr bwMode="auto">
          <a:xfrm>
            <a:off x="6687591" y="128191"/>
            <a:ext cx="1196777" cy="2423680"/>
            <a:chOff x="3926" y="249"/>
            <a:chExt cx="1008" cy="1767"/>
          </a:xfrm>
        </p:grpSpPr>
        <p:sp>
          <p:nvSpPr>
            <p:cNvPr id="51228" name="Text Box 7">
              <a:extLst>
                <a:ext uri="{FF2B5EF4-FFF2-40B4-BE49-F238E27FC236}">
                  <a16:creationId xmlns:a16="http://schemas.microsoft.com/office/drawing/2014/main" id="{EFC9EE47-6C3A-463F-AE77-DCC20D2FF5A5}"/>
                </a:ext>
              </a:extLst>
            </p:cNvPr>
            <p:cNvSpPr txBox="1">
              <a:spLocks noChangeArrowheads="1"/>
            </p:cNvSpPr>
            <p:nvPr/>
          </p:nvSpPr>
          <p:spPr bwMode="auto">
            <a:xfrm>
              <a:off x="3926" y="249"/>
              <a:ext cx="1008" cy="2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000" b="1">
                  <a:solidFill>
                    <a:srgbClr val="CC0000"/>
                  </a:solidFill>
                  <a:latin typeface="Times New Roman" panose="02020603050405020304" pitchFamily="18" charset="0"/>
                  <a:ea typeface="楷体_GB2312"/>
                  <a:cs typeface="楷体_GB2312"/>
                </a:rPr>
                <a:t>平行板</a:t>
              </a:r>
            </a:p>
          </p:txBody>
        </p:sp>
        <p:sp>
          <p:nvSpPr>
            <p:cNvPr id="51229" name="Rectangle 8" descr="深色下对角线">
              <a:extLst>
                <a:ext uri="{FF2B5EF4-FFF2-40B4-BE49-F238E27FC236}">
                  <a16:creationId xmlns:a16="http://schemas.microsoft.com/office/drawing/2014/main" id="{D63874CA-B790-4042-91AC-353244BDC299}"/>
                </a:ext>
              </a:extLst>
            </p:cNvPr>
            <p:cNvSpPr>
              <a:spLocks noChangeArrowheads="1"/>
            </p:cNvSpPr>
            <p:nvPr/>
          </p:nvSpPr>
          <p:spPr bwMode="auto">
            <a:xfrm>
              <a:off x="4608" y="576"/>
              <a:ext cx="144" cy="1440"/>
            </a:xfrm>
            <a:prstGeom prst="rect">
              <a:avLst/>
            </a:prstGeom>
            <a:blipFill dpi="0" rotWithShape="0">
              <a:blip r:embed="rId3"/>
              <a:srcRect/>
              <a:tile tx="0" ty="0" sx="100000" sy="100000" flip="none" algn="tl"/>
            </a:blipFill>
            <a:ln w="9525">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Tx/>
                <a:buNone/>
              </a:pPr>
              <a:endParaRPr kumimoji="1" lang="zh-CN" altLang="en-US" sz="2000">
                <a:solidFill>
                  <a:srgbClr val="FF3300"/>
                </a:solidFill>
                <a:latin typeface="Times New Roman" panose="02020603050405020304" pitchFamily="18" charset="0"/>
                <a:ea typeface="楷体_GB2312"/>
                <a:cs typeface="楷体_GB2312"/>
              </a:endParaRPr>
            </a:p>
          </p:txBody>
        </p:sp>
        <p:sp>
          <p:nvSpPr>
            <p:cNvPr id="51230" name="Rectangle 9" descr="深色下对角线">
              <a:extLst>
                <a:ext uri="{FF2B5EF4-FFF2-40B4-BE49-F238E27FC236}">
                  <a16:creationId xmlns:a16="http://schemas.microsoft.com/office/drawing/2014/main" id="{8D56E641-3E4A-447B-8635-1EDB360C875D}"/>
                </a:ext>
              </a:extLst>
            </p:cNvPr>
            <p:cNvSpPr>
              <a:spLocks noChangeArrowheads="1"/>
            </p:cNvSpPr>
            <p:nvPr/>
          </p:nvSpPr>
          <p:spPr bwMode="auto">
            <a:xfrm>
              <a:off x="4080" y="576"/>
              <a:ext cx="144" cy="1440"/>
            </a:xfrm>
            <a:prstGeom prst="rect">
              <a:avLst/>
            </a:prstGeom>
            <a:blipFill dpi="0" rotWithShape="0">
              <a:blip r:embed="rId3"/>
              <a:srcRect/>
              <a:tile tx="0" ty="0" sx="100000" sy="100000" flip="none" algn="tl"/>
            </a:blipFill>
            <a:ln w="9525">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Tx/>
                <a:buNone/>
              </a:pPr>
              <a:endParaRPr kumimoji="1" lang="zh-CN" altLang="en-US" sz="2000">
                <a:solidFill>
                  <a:srgbClr val="FF3300"/>
                </a:solidFill>
                <a:latin typeface="Times New Roman" panose="02020603050405020304" pitchFamily="18" charset="0"/>
                <a:ea typeface="楷体_GB2312"/>
                <a:cs typeface="楷体_GB2312"/>
              </a:endParaRPr>
            </a:p>
          </p:txBody>
        </p:sp>
        <p:sp>
          <p:nvSpPr>
            <p:cNvPr id="51231" name="Text Box 10">
              <a:extLst>
                <a:ext uri="{FF2B5EF4-FFF2-40B4-BE49-F238E27FC236}">
                  <a16:creationId xmlns:a16="http://schemas.microsoft.com/office/drawing/2014/main" id="{66F1FF2E-5E59-4B37-9F63-5B189F8D8427}"/>
                </a:ext>
              </a:extLst>
            </p:cNvPr>
            <p:cNvSpPr txBox="1">
              <a:spLocks noChangeArrowheads="1"/>
            </p:cNvSpPr>
            <p:nvPr/>
          </p:nvSpPr>
          <p:spPr bwMode="auto">
            <a:xfrm>
              <a:off x="4250" y="1713"/>
              <a:ext cx="432" cy="2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000" b="1" i="1">
                  <a:latin typeface="Times New Roman" panose="02020603050405020304" pitchFamily="18" charset="0"/>
                  <a:ea typeface="楷体_GB2312"/>
                  <a:cs typeface="楷体_GB2312"/>
                </a:rPr>
                <a:t>d</a:t>
              </a:r>
              <a:endParaRPr kumimoji="1" lang="en-US" altLang="zh-CN" sz="2000">
                <a:latin typeface="Times New Roman" panose="02020603050405020304" pitchFamily="18" charset="0"/>
                <a:ea typeface="楷体_GB2312"/>
                <a:cs typeface="楷体_GB2312"/>
              </a:endParaRPr>
            </a:p>
          </p:txBody>
        </p:sp>
      </p:grpSp>
      <p:grpSp>
        <p:nvGrpSpPr>
          <p:cNvPr id="51208" name="Group 11">
            <a:extLst>
              <a:ext uri="{FF2B5EF4-FFF2-40B4-BE49-F238E27FC236}">
                <a16:creationId xmlns:a16="http://schemas.microsoft.com/office/drawing/2014/main" id="{E56B2CF4-3B2E-4FDF-AE6D-FD0B8C624079}"/>
              </a:ext>
            </a:extLst>
          </p:cNvPr>
          <p:cNvGrpSpPr>
            <a:grpSpLocks/>
          </p:cNvGrpSpPr>
          <p:nvPr/>
        </p:nvGrpSpPr>
        <p:grpSpPr bwMode="auto">
          <a:xfrm>
            <a:off x="663030" y="188516"/>
            <a:ext cx="1439567" cy="2139751"/>
            <a:chOff x="912" y="192"/>
            <a:chExt cx="1112" cy="1392"/>
          </a:xfrm>
        </p:grpSpPr>
        <p:grpSp>
          <p:nvGrpSpPr>
            <p:cNvPr id="51221" name="Group 12">
              <a:extLst>
                <a:ext uri="{FF2B5EF4-FFF2-40B4-BE49-F238E27FC236}">
                  <a16:creationId xmlns:a16="http://schemas.microsoft.com/office/drawing/2014/main" id="{316EE05A-90EB-46D0-A203-76BDDEA0F8BF}"/>
                </a:ext>
              </a:extLst>
            </p:cNvPr>
            <p:cNvGrpSpPr>
              <a:grpSpLocks/>
            </p:cNvGrpSpPr>
            <p:nvPr/>
          </p:nvGrpSpPr>
          <p:grpSpPr bwMode="auto">
            <a:xfrm>
              <a:off x="912" y="192"/>
              <a:ext cx="912" cy="1392"/>
              <a:chOff x="912" y="192"/>
              <a:chExt cx="912" cy="1392"/>
            </a:xfrm>
          </p:grpSpPr>
          <p:sp>
            <p:nvSpPr>
              <p:cNvPr id="51223" name="Text Box 13">
                <a:extLst>
                  <a:ext uri="{FF2B5EF4-FFF2-40B4-BE49-F238E27FC236}">
                    <a16:creationId xmlns:a16="http://schemas.microsoft.com/office/drawing/2014/main" id="{3AB5CD98-EE5E-4DD6-950D-77F68950275A}"/>
                  </a:ext>
                </a:extLst>
              </p:cNvPr>
              <p:cNvSpPr txBox="1">
                <a:spLocks noChangeArrowheads="1"/>
              </p:cNvSpPr>
              <p:nvPr/>
            </p:nvSpPr>
            <p:spPr bwMode="auto">
              <a:xfrm>
                <a:off x="1056" y="192"/>
                <a:ext cx="672" cy="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000" b="1">
                    <a:solidFill>
                      <a:srgbClr val="CC0000"/>
                    </a:solidFill>
                    <a:latin typeface="Times New Roman" panose="02020603050405020304" pitchFamily="18" charset="0"/>
                    <a:ea typeface="楷体_GB2312"/>
                    <a:cs typeface="楷体_GB2312"/>
                  </a:rPr>
                  <a:t>球形</a:t>
                </a:r>
              </a:p>
            </p:txBody>
          </p:sp>
          <p:sp>
            <p:nvSpPr>
              <p:cNvPr id="51224" name="Oval 14" descr="深色下对角线">
                <a:extLst>
                  <a:ext uri="{FF2B5EF4-FFF2-40B4-BE49-F238E27FC236}">
                    <a16:creationId xmlns:a16="http://schemas.microsoft.com/office/drawing/2014/main" id="{036FA6A9-E3CC-40C6-958C-E1CE70D4D263}"/>
                  </a:ext>
                </a:extLst>
              </p:cNvPr>
              <p:cNvSpPr>
                <a:spLocks noChangeArrowheads="1"/>
              </p:cNvSpPr>
              <p:nvPr/>
            </p:nvSpPr>
            <p:spPr bwMode="auto">
              <a:xfrm>
                <a:off x="1248" y="1056"/>
                <a:ext cx="267" cy="240"/>
              </a:xfrm>
              <a:prstGeom prst="ellipse">
                <a:avLst/>
              </a:prstGeom>
              <a:blipFill dpi="0" rotWithShape="0">
                <a:blip r:embed="rId3"/>
                <a:srcRect/>
                <a:tile tx="0" ty="0" sx="100000" sy="100000" flip="none" algn="tl"/>
              </a:bli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Tx/>
                  <a:buNone/>
                </a:pPr>
                <a:endParaRPr kumimoji="1" lang="zh-CN" altLang="en-US" sz="2000">
                  <a:solidFill>
                    <a:srgbClr val="FF3300"/>
                  </a:solidFill>
                  <a:latin typeface="Times New Roman" panose="02020603050405020304" pitchFamily="18" charset="0"/>
                  <a:ea typeface="楷体_GB2312"/>
                  <a:cs typeface="楷体_GB2312"/>
                </a:endParaRPr>
              </a:p>
            </p:txBody>
          </p:sp>
          <p:sp>
            <p:nvSpPr>
              <p:cNvPr id="51225" name="AutoShape 15" descr="深色上对角线">
                <a:extLst>
                  <a:ext uri="{FF2B5EF4-FFF2-40B4-BE49-F238E27FC236}">
                    <a16:creationId xmlns:a16="http://schemas.microsoft.com/office/drawing/2014/main" id="{CA5C3B42-8777-4B29-A00B-4027D7217527}"/>
                  </a:ext>
                </a:extLst>
              </p:cNvPr>
              <p:cNvSpPr>
                <a:spLocks noChangeArrowheads="1"/>
              </p:cNvSpPr>
              <p:nvPr/>
            </p:nvSpPr>
            <p:spPr bwMode="auto">
              <a:xfrm>
                <a:off x="912" y="768"/>
                <a:ext cx="912" cy="81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3174 w 21600"/>
                  <a:gd name="T25" fmla="*/ 3150 h 21600"/>
                  <a:gd name="T26" fmla="*/ 18426 w 21600"/>
                  <a:gd name="T27" fmla="*/ 18450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400" y="10800"/>
                    </a:moveTo>
                    <a:cubicBezTo>
                      <a:pt x="2400" y="15439"/>
                      <a:pt x="6161" y="19200"/>
                      <a:pt x="10800" y="19200"/>
                    </a:cubicBezTo>
                    <a:cubicBezTo>
                      <a:pt x="15439" y="19200"/>
                      <a:pt x="19200" y="15439"/>
                      <a:pt x="19200" y="10800"/>
                    </a:cubicBezTo>
                    <a:cubicBezTo>
                      <a:pt x="19200" y="6161"/>
                      <a:pt x="15439" y="2400"/>
                      <a:pt x="10800" y="2400"/>
                    </a:cubicBezTo>
                    <a:cubicBezTo>
                      <a:pt x="6161" y="2400"/>
                      <a:pt x="2400" y="6161"/>
                      <a:pt x="2400" y="10800"/>
                    </a:cubicBezTo>
                    <a:close/>
                  </a:path>
                </a:pathLst>
              </a:custGeom>
              <a:blipFill dpi="0" rotWithShape="0">
                <a:blip r:embed="rId4"/>
                <a:srcRect/>
                <a:tile tx="0" ty="0" sx="100000" sy="100000" flip="none" algn="tl"/>
              </a:bli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26" name="Line 16">
                <a:extLst>
                  <a:ext uri="{FF2B5EF4-FFF2-40B4-BE49-F238E27FC236}">
                    <a16:creationId xmlns:a16="http://schemas.microsoft.com/office/drawing/2014/main" id="{A4158F2C-8D7F-4C5B-BED6-F15112806F4D}"/>
                  </a:ext>
                </a:extLst>
              </p:cNvPr>
              <p:cNvSpPr>
                <a:spLocks noChangeShapeType="1"/>
              </p:cNvSpPr>
              <p:nvPr/>
            </p:nvSpPr>
            <p:spPr bwMode="auto">
              <a:xfrm>
                <a:off x="1377" y="1151"/>
                <a:ext cx="288" cy="240"/>
              </a:xfrm>
              <a:prstGeom prst="line">
                <a:avLst/>
              </a:prstGeom>
              <a:noFill/>
              <a:ln w="3810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27" name="Line 17">
                <a:extLst>
                  <a:ext uri="{FF2B5EF4-FFF2-40B4-BE49-F238E27FC236}">
                    <a16:creationId xmlns:a16="http://schemas.microsoft.com/office/drawing/2014/main" id="{35384387-1354-4C32-8880-078A94285E90}"/>
                  </a:ext>
                </a:extLst>
              </p:cNvPr>
              <p:cNvSpPr>
                <a:spLocks noChangeShapeType="1"/>
              </p:cNvSpPr>
              <p:nvPr/>
            </p:nvSpPr>
            <p:spPr bwMode="auto">
              <a:xfrm flipH="1">
                <a:off x="1309" y="1152"/>
                <a:ext cx="48" cy="144"/>
              </a:xfrm>
              <a:prstGeom prst="line">
                <a:avLst/>
              </a:prstGeom>
              <a:noFill/>
              <a:ln w="28575">
                <a:solidFill>
                  <a:srgbClr val="FF505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51222" name="Object 18">
              <a:extLst>
                <a:ext uri="{FF2B5EF4-FFF2-40B4-BE49-F238E27FC236}">
                  <a16:creationId xmlns:a16="http://schemas.microsoft.com/office/drawing/2014/main" id="{F4A3F3B8-D407-4DAA-9520-A3E3B9266722}"/>
                </a:ext>
              </a:extLst>
            </p:cNvPr>
            <p:cNvGraphicFramePr>
              <a:graphicFrameLocks noChangeAspect="1"/>
            </p:cNvGraphicFramePr>
            <p:nvPr/>
          </p:nvGraphicFramePr>
          <p:xfrm>
            <a:off x="1252" y="749"/>
            <a:ext cx="772" cy="381"/>
          </p:xfrm>
          <a:graphic>
            <a:graphicData uri="http://schemas.openxmlformats.org/presentationml/2006/ole">
              <mc:AlternateContent xmlns:mc="http://schemas.openxmlformats.org/markup-compatibility/2006">
                <mc:Choice xmlns:v="urn:schemas-microsoft-com:vml" Requires="v">
                  <p:oleObj spid="_x0000_s90164" name="公式" r:id="rId5" imgW="469696" imgH="215806" progId="Equation.3">
                    <p:embed/>
                  </p:oleObj>
                </mc:Choice>
                <mc:Fallback>
                  <p:oleObj name="公式" r:id="rId5" imgW="469696" imgH="215806" progId="Equation.3">
                    <p:embed/>
                    <p:pic>
                      <p:nvPicPr>
                        <p:cNvPr id="51222" name="Object 18">
                          <a:extLst>
                            <a:ext uri="{FF2B5EF4-FFF2-40B4-BE49-F238E27FC236}">
                              <a16:creationId xmlns:a16="http://schemas.microsoft.com/office/drawing/2014/main" id="{F4A3F3B8-D407-4DAA-9520-A3E3B926672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52" y="749"/>
                          <a:ext cx="772" cy="3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1209" name="Group 19">
            <a:extLst>
              <a:ext uri="{FF2B5EF4-FFF2-40B4-BE49-F238E27FC236}">
                <a16:creationId xmlns:a16="http://schemas.microsoft.com/office/drawing/2014/main" id="{C1CCEB9F-576C-42F9-9C12-7E2FE62B7439}"/>
              </a:ext>
            </a:extLst>
          </p:cNvPr>
          <p:cNvGrpSpPr>
            <a:grpSpLocks/>
          </p:cNvGrpSpPr>
          <p:nvPr/>
        </p:nvGrpSpPr>
        <p:grpSpPr bwMode="auto">
          <a:xfrm>
            <a:off x="3479255" y="-27384"/>
            <a:ext cx="1452785" cy="3028570"/>
            <a:chOff x="2400" y="192"/>
            <a:chExt cx="965" cy="2208"/>
          </a:xfrm>
        </p:grpSpPr>
        <p:sp>
          <p:nvSpPr>
            <p:cNvPr id="51213" name="Text Box 20">
              <a:extLst>
                <a:ext uri="{FF2B5EF4-FFF2-40B4-BE49-F238E27FC236}">
                  <a16:creationId xmlns:a16="http://schemas.microsoft.com/office/drawing/2014/main" id="{68389BFF-C20A-4C61-BCDB-578E202A8C65}"/>
                </a:ext>
              </a:extLst>
            </p:cNvPr>
            <p:cNvSpPr txBox="1">
              <a:spLocks noChangeArrowheads="1"/>
            </p:cNvSpPr>
            <p:nvPr/>
          </p:nvSpPr>
          <p:spPr bwMode="auto">
            <a:xfrm>
              <a:off x="2496" y="192"/>
              <a:ext cx="672" cy="2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000" b="1">
                  <a:solidFill>
                    <a:srgbClr val="CC0000"/>
                  </a:solidFill>
                  <a:latin typeface="Times New Roman" panose="02020603050405020304" pitchFamily="18" charset="0"/>
                  <a:ea typeface="楷体_GB2312"/>
                  <a:cs typeface="楷体_GB2312"/>
                </a:rPr>
                <a:t>柱形</a:t>
              </a:r>
              <a:endParaRPr kumimoji="1" lang="zh-CN" altLang="en-US" sz="2000">
                <a:solidFill>
                  <a:srgbClr val="CC0000"/>
                </a:solidFill>
                <a:latin typeface="Times New Roman" panose="02020603050405020304" pitchFamily="18" charset="0"/>
                <a:ea typeface="楷体_GB2312"/>
                <a:cs typeface="楷体_GB2312"/>
              </a:endParaRPr>
            </a:p>
          </p:txBody>
        </p:sp>
        <p:sp>
          <p:nvSpPr>
            <p:cNvPr id="51214" name="AutoShape 21" descr="深色上对角线">
              <a:extLst>
                <a:ext uri="{FF2B5EF4-FFF2-40B4-BE49-F238E27FC236}">
                  <a16:creationId xmlns:a16="http://schemas.microsoft.com/office/drawing/2014/main" id="{C38E0E4E-76AE-4E45-9F42-3A6CBCDF3640}"/>
                </a:ext>
              </a:extLst>
            </p:cNvPr>
            <p:cNvSpPr>
              <a:spLocks noChangeArrowheads="1"/>
            </p:cNvSpPr>
            <p:nvPr/>
          </p:nvSpPr>
          <p:spPr bwMode="auto">
            <a:xfrm>
              <a:off x="2688" y="768"/>
              <a:ext cx="384" cy="1200"/>
            </a:xfrm>
            <a:prstGeom prst="can">
              <a:avLst>
                <a:gd name="adj" fmla="val 36458"/>
              </a:avLst>
            </a:prstGeom>
            <a:noFill/>
            <a:ln w="9525">
              <a:solidFill>
                <a:schemeClr val="tx1"/>
              </a:solidFill>
              <a:prstDash val="sysDot"/>
              <a:round/>
              <a:headEnd/>
              <a:tailEnd/>
            </a:ln>
            <a:effectLst/>
            <a:extLst>
              <a:ext uri="{909E8E84-426E-40DD-AFC4-6F175D3DCCD1}">
                <a14:hiddenFill xmlns:a14="http://schemas.microsoft.com/office/drawing/2010/main">
                  <a:blipFill dpi="0" rotWithShape="0">
                    <a:blip r:embed="rId7"/>
                    <a:srcRect/>
                    <a:tile tx="0" ty="0" sx="100000" sy="100000" flip="none" algn="tl"/>
                  </a:blip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Tx/>
                <a:buNone/>
              </a:pPr>
              <a:endParaRPr kumimoji="1" lang="zh-CN" altLang="en-US" sz="2000">
                <a:solidFill>
                  <a:srgbClr val="FF3300"/>
                </a:solidFill>
                <a:latin typeface="Times New Roman" panose="02020603050405020304" pitchFamily="18" charset="0"/>
                <a:ea typeface="楷体_GB2312"/>
                <a:cs typeface="楷体_GB2312"/>
              </a:endParaRPr>
            </a:p>
          </p:txBody>
        </p:sp>
        <p:sp>
          <p:nvSpPr>
            <p:cNvPr id="51215" name="AutoShape 22">
              <a:extLst>
                <a:ext uri="{FF2B5EF4-FFF2-40B4-BE49-F238E27FC236}">
                  <a16:creationId xmlns:a16="http://schemas.microsoft.com/office/drawing/2014/main" id="{3729377C-96C1-4B18-B1D8-A16C6EECCAD4}"/>
                </a:ext>
              </a:extLst>
            </p:cNvPr>
            <p:cNvSpPr>
              <a:spLocks noChangeArrowheads="1"/>
            </p:cNvSpPr>
            <p:nvPr/>
          </p:nvSpPr>
          <p:spPr bwMode="auto">
            <a:xfrm>
              <a:off x="2400" y="672"/>
              <a:ext cx="960" cy="1296"/>
            </a:xfrm>
            <a:prstGeom prst="can">
              <a:avLst>
                <a:gd name="adj" fmla="val 3375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Tx/>
                <a:buNone/>
              </a:pPr>
              <a:endParaRPr kumimoji="1" lang="zh-CN" altLang="en-US" sz="2000">
                <a:solidFill>
                  <a:srgbClr val="FF3300"/>
                </a:solidFill>
                <a:latin typeface="Times New Roman" panose="02020603050405020304" pitchFamily="18" charset="0"/>
                <a:ea typeface="楷体_GB2312"/>
                <a:cs typeface="楷体_GB2312"/>
              </a:endParaRPr>
            </a:p>
          </p:txBody>
        </p:sp>
        <p:sp>
          <p:nvSpPr>
            <p:cNvPr id="51216" name="Line 23">
              <a:extLst>
                <a:ext uri="{FF2B5EF4-FFF2-40B4-BE49-F238E27FC236}">
                  <a16:creationId xmlns:a16="http://schemas.microsoft.com/office/drawing/2014/main" id="{E7AD0321-C745-4106-B5DD-4A67F6CEDE30}"/>
                </a:ext>
              </a:extLst>
            </p:cNvPr>
            <p:cNvSpPr>
              <a:spLocks noChangeShapeType="1"/>
            </p:cNvSpPr>
            <p:nvPr/>
          </p:nvSpPr>
          <p:spPr bwMode="auto">
            <a:xfrm>
              <a:off x="2880" y="528"/>
              <a:ext cx="0" cy="1872"/>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1217" name="Object 24">
              <a:extLst>
                <a:ext uri="{FF2B5EF4-FFF2-40B4-BE49-F238E27FC236}">
                  <a16:creationId xmlns:a16="http://schemas.microsoft.com/office/drawing/2014/main" id="{706F7D6F-6C64-448F-B299-CB84DF40268A}"/>
                </a:ext>
              </a:extLst>
            </p:cNvPr>
            <p:cNvGraphicFramePr>
              <a:graphicFrameLocks noChangeAspect="1"/>
            </p:cNvGraphicFramePr>
            <p:nvPr/>
          </p:nvGraphicFramePr>
          <p:xfrm>
            <a:off x="2832" y="1056"/>
            <a:ext cx="279" cy="359"/>
          </p:xfrm>
          <a:graphic>
            <a:graphicData uri="http://schemas.openxmlformats.org/presentationml/2006/ole">
              <mc:AlternateContent xmlns:mc="http://schemas.openxmlformats.org/markup-compatibility/2006">
                <mc:Choice xmlns:v="urn:schemas-microsoft-com:vml" Requires="v">
                  <p:oleObj spid="_x0000_s90165" name="公式" r:id="rId8" imgW="266469" imgH="342603" progId="Equation.3">
                    <p:embed/>
                  </p:oleObj>
                </mc:Choice>
                <mc:Fallback>
                  <p:oleObj name="公式" r:id="rId8" imgW="266469" imgH="342603" progId="Equation.3">
                    <p:embed/>
                    <p:pic>
                      <p:nvPicPr>
                        <p:cNvPr id="51217" name="Object 24">
                          <a:extLst>
                            <a:ext uri="{FF2B5EF4-FFF2-40B4-BE49-F238E27FC236}">
                              <a16:creationId xmlns:a16="http://schemas.microsoft.com/office/drawing/2014/main" id="{706F7D6F-6C64-448F-B299-CB84DF40268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32" y="1056"/>
                          <a:ext cx="279" cy="3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18" name="Object 25">
              <a:extLst>
                <a:ext uri="{FF2B5EF4-FFF2-40B4-BE49-F238E27FC236}">
                  <a16:creationId xmlns:a16="http://schemas.microsoft.com/office/drawing/2014/main" id="{840151A7-349B-4EE6-8AB3-4674CB8AE8C4}"/>
                </a:ext>
              </a:extLst>
            </p:cNvPr>
            <p:cNvGraphicFramePr>
              <a:graphicFrameLocks noChangeAspect="1"/>
            </p:cNvGraphicFramePr>
            <p:nvPr/>
          </p:nvGraphicFramePr>
          <p:xfrm>
            <a:off x="3024" y="1488"/>
            <a:ext cx="341" cy="336"/>
          </p:xfrm>
          <a:graphic>
            <a:graphicData uri="http://schemas.openxmlformats.org/presentationml/2006/ole">
              <mc:AlternateContent xmlns:mc="http://schemas.openxmlformats.org/markup-compatibility/2006">
                <mc:Choice xmlns:v="urn:schemas-microsoft-com:vml" Requires="v">
                  <p:oleObj spid="_x0000_s90166" name="公式" r:id="rId10" imgW="304668" imgH="342751" progId="Equation.3">
                    <p:embed/>
                  </p:oleObj>
                </mc:Choice>
                <mc:Fallback>
                  <p:oleObj name="公式" r:id="rId10" imgW="304668" imgH="342751" progId="Equation.3">
                    <p:embed/>
                    <p:pic>
                      <p:nvPicPr>
                        <p:cNvPr id="51218" name="Object 25">
                          <a:extLst>
                            <a:ext uri="{FF2B5EF4-FFF2-40B4-BE49-F238E27FC236}">
                              <a16:creationId xmlns:a16="http://schemas.microsoft.com/office/drawing/2014/main" id="{840151A7-349B-4EE6-8AB3-4674CB8AE8C4}"/>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024" y="1488"/>
                          <a:ext cx="341"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219" name="Line 26">
              <a:extLst>
                <a:ext uri="{FF2B5EF4-FFF2-40B4-BE49-F238E27FC236}">
                  <a16:creationId xmlns:a16="http://schemas.microsoft.com/office/drawing/2014/main" id="{AA4604F6-C36D-4534-9685-CEF2FE884C97}"/>
                </a:ext>
              </a:extLst>
            </p:cNvPr>
            <p:cNvSpPr>
              <a:spLocks noChangeShapeType="1"/>
            </p:cNvSpPr>
            <p:nvPr/>
          </p:nvSpPr>
          <p:spPr bwMode="auto">
            <a:xfrm>
              <a:off x="2880" y="1392"/>
              <a:ext cx="192"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20" name="Line 27">
              <a:extLst>
                <a:ext uri="{FF2B5EF4-FFF2-40B4-BE49-F238E27FC236}">
                  <a16:creationId xmlns:a16="http://schemas.microsoft.com/office/drawing/2014/main" id="{D6B8BA9A-7C7B-49E2-8BF5-D53B855F626F}"/>
                </a:ext>
              </a:extLst>
            </p:cNvPr>
            <p:cNvSpPr>
              <a:spLocks noChangeShapeType="1"/>
            </p:cNvSpPr>
            <p:nvPr/>
          </p:nvSpPr>
          <p:spPr bwMode="auto">
            <a:xfrm>
              <a:off x="2880" y="1824"/>
              <a:ext cx="48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pic>
        <p:nvPicPr>
          <p:cNvPr id="51210" name="图片 1">
            <a:extLst>
              <a:ext uri="{FF2B5EF4-FFF2-40B4-BE49-F238E27FC236}">
                <a16:creationId xmlns:a16="http://schemas.microsoft.com/office/drawing/2014/main" id="{C2009040-4E2D-4160-AA72-26D97C7382CE}"/>
              </a:ext>
            </a:extLst>
          </p:cNvPr>
          <p:cNvPicPr>
            <a:picLocks noChangeAspect="1"/>
          </p:cNvPicPr>
          <p:nvPr/>
        </p:nvPicPr>
        <p:blipFill>
          <a:blip r:embed="rId12">
            <a:extLst>
              <a:ext uri="{28A0092B-C50C-407E-A947-70E740481C1C}">
                <a14:useLocalDpi xmlns:a14="http://schemas.microsoft.com/office/drawing/2010/main" val="0"/>
              </a:ext>
            </a:extLst>
          </a:blip>
          <a:srcRect/>
          <a:stretch>
            <a:fillRect/>
          </a:stretch>
        </p:blipFill>
        <p:spPr bwMode="auto">
          <a:xfrm>
            <a:off x="2985541" y="2568348"/>
            <a:ext cx="2859087"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11" name="图片 2">
            <a:extLst>
              <a:ext uri="{FF2B5EF4-FFF2-40B4-BE49-F238E27FC236}">
                <a16:creationId xmlns:a16="http://schemas.microsoft.com/office/drawing/2014/main" id="{A367FB4B-9168-4707-BF32-291D9070154A}"/>
              </a:ext>
            </a:extLst>
          </p:cNvPr>
          <p:cNvPicPr>
            <a:picLocks noChangeAspect="1"/>
          </p:cNvPicPr>
          <p:nvPr/>
        </p:nvPicPr>
        <p:blipFill>
          <a:blip r:embed="rId13">
            <a:extLst>
              <a:ext uri="{28A0092B-C50C-407E-A947-70E740481C1C}">
                <a14:useLocalDpi xmlns:a14="http://schemas.microsoft.com/office/drawing/2010/main" val="0"/>
              </a:ext>
            </a:extLst>
          </a:blip>
          <a:srcRect/>
          <a:stretch>
            <a:fillRect/>
          </a:stretch>
        </p:blipFill>
        <p:spPr bwMode="auto">
          <a:xfrm>
            <a:off x="382041" y="2566761"/>
            <a:ext cx="1973262"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12" name="图片 3">
            <a:extLst>
              <a:ext uri="{FF2B5EF4-FFF2-40B4-BE49-F238E27FC236}">
                <a16:creationId xmlns:a16="http://schemas.microsoft.com/office/drawing/2014/main" id="{469C939E-B1C2-45A8-A4D7-21E2FD76575D}"/>
              </a:ext>
            </a:extLst>
          </p:cNvPr>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6687591" y="2658836"/>
            <a:ext cx="1336675" cy="827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4" name="Group 3">
            <a:extLst>
              <a:ext uri="{FF2B5EF4-FFF2-40B4-BE49-F238E27FC236}">
                <a16:creationId xmlns:a16="http://schemas.microsoft.com/office/drawing/2014/main" id="{1B680C87-B440-478F-B58C-53F495FB3DF4}"/>
              </a:ext>
            </a:extLst>
          </p:cNvPr>
          <p:cNvGrpSpPr>
            <a:grpSpLocks/>
          </p:cNvGrpSpPr>
          <p:nvPr/>
        </p:nvGrpSpPr>
        <p:grpSpPr bwMode="auto">
          <a:xfrm>
            <a:off x="3562323" y="3573616"/>
            <a:ext cx="3122354" cy="732403"/>
            <a:chOff x="2304" y="3264"/>
            <a:chExt cx="2736" cy="672"/>
          </a:xfrm>
        </p:grpSpPr>
        <p:graphicFrame>
          <p:nvGraphicFramePr>
            <p:cNvPr id="35" name="Object 4">
              <a:extLst>
                <a:ext uri="{FF2B5EF4-FFF2-40B4-BE49-F238E27FC236}">
                  <a16:creationId xmlns:a16="http://schemas.microsoft.com/office/drawing/2014/main" id="{2AC7DE87-8BA0-4B78-B722-1731F6CCAEBF}"/>
                </a:ext>
              </a:extLst>
            </p:cNvPr>
            <p:cNvGraphicFramePr>
              <a:graphicFrameLocks noChangeAspect="1"/>
            </p:cNvGraphicFramePr>
            <p:nvPr/>
          </p:nvGraphicFramePr>
          <p:xfrm>
            <a:off x="2352" y="3360"/>
            <a:ext cx="1895" cy="480"/>
          </p:xfrm>
          <a:graphic>
            <a:graphicData uri="http://schemas.openxmlformats.org/presentationml/2006/ole">
              <mc:AlternateContent xmlns:mc="http://schemas.openxmlformats.org/markup-compatibility/2006">
                <mc:Choice xmlns:v="urn:schemas-microsoft-com:vml" Requires="v">
                  <p:oleObj spid="_x0000_s90167" name="Equation" r:id="rId15" imgW="1459866" imgH="431613" progId="Equation.3">
                    <p:embed/>
                  </p:oleObj>
                </mc:Choice>
                <mc:Fallback>
                  <p:oleObj name="Equation" r:id="rId15" imgW="1459866" imgH="431613" progId="Equation.3">
                    <p:embed/>
                    <p:pic>
                      <p:nvPicPr>
                        <p:cNvPr id="35" name="Object 4">
                          <a:extLst>
                            <a:ext uri="{FF2B5EF4-FFF2-40B4-BE49-F238E27FC236}">
                              <a16:creationId xmlns:a16="http://schemas.microsoft.com/office/drawing/2014/main" id="{2AC7DE87-8BA0-4B78-B722-1731F6CCAEBF}"/>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352" y="3360"/>
                          <a:ext cx="1895"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 name="Object 5">
              <a:extLst>
                <a:ext uri="{FF2B5EF4-FFF2-40B4-BE49-F238E27FC236}">
                  <a16:creationId xmlns:a16="http://schemas.microsoft.com/office/drawing/2014/main" id="{F73EA401-5679-4057-AE41-B2446D4C4EE7}"/>
                </a:ext>
              </a:extLst>
            </p:cNvPr>
            <p:cNvGraphicFramePr>
              <a:graphicFrameLocks noChangeAspect="1"/>
            </p:cNvGraphicFramePr>
            <p:nvPr/>
          </p:nvGraphicFramePr>
          <p:xfrm>
            <a:off x="4224" y="3360"/>
            <a:ext cx="807" cy="494"/>
          </p:xfrm>
          <a:graphic>
            <a:graphicData uri="http://schemas.openxmlformats.org/presentationml/2006/ole">
              <mc:AlternateContent xmlns:mc="http://schemas.openxmlformats.org/markup-compatibility/2006">
                <mc:Choice xmlns:v="urn:schemas-microsoft-com:vml" Requires="v">
                  <p:oleObj spid="_x0000_s90168" name="Equation" r:id="rId17" imgW="622030" imgH="444307" progId="Equation.3">
                    <p:embed/>
                  </p:oleObj>
                </mc:Choice>
                <mc:Fallback>
                  <p:oleObj name="Equation" r:id="rId17" imgW="622030" imgH="444307" progId="Equation.3">
                    <p:embed/>
                    <p:pic>
                      <p:nvPicPr>
                        <p:cNvPr id="37" name="Object 5">
                          <a:extLst>
                            <a:ext uri="{FF2B5EF4-FFF2-40B4-BE49-F238E27FC236}">
                              <a16:creationId xmlns:a16="http://schemas.microsoft.com/office/drawing/2014/main" id="{F73EA401-5679-4057-AE41-B2446D4C4EE7}"/>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224" y="3360"/>
                          <a:ext cx="807" cy="4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 name="Rectangle 6">
              <a:extLst>
                <a:ext uri="{FF2B5EF4-FFF2-40B4-BE49-F238E27FC236}">
                  <a16:creationId xmlns:a16="http://schemas.microsoft.com/office/drawing/2014/main" id="{6E57153C-13F8-4B0A-A468-494FBA7549CB}"/>
                </a:ext>
              </a:extLst>
            </p:cNvPr>
            <p:cNvSpPr>
              <a:spLocks noChangeArrowheads="1"/>
            </p:cNvSpPr>
            <p:nvPr/>
          </p:nvSpPr>
          <p:spPr bwMode="auto">
            <a:xfrm>
              <a:off x="2304" y="3264"/>
              <a:ext cx="2736" cy="672"/>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rgbClr val="CC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sp>
        <p:nvSpPr>
          <p:cNvPr id="39" name="Text Box 45">
            <a:extLst>
              <a:ext uri="{FF2B5EF4-FFF2-40B4-BE49-F238E27FC236}">
                <a16:creationId xmlns:a16="http://schemas.microsoft.com/office/drawing/2014/main" id="{00BA9978-A028-4619-AA4D-7C786CC4D26B}"/>
              </a:ext>
            </a:extLst>
          </p:cNvPr>
          <p:cNvSpPr txBox="1">
            <a:spLocks noChangeArrowheads="1"/>
          </p:cNvSpPr>
          <p:nvPr/>
        </p:nvSpPr>
        <p:spPr bwMode="auto">
          <a:xfrm>
            <a:off x="6635627" y="3801616"/>
            <a:ext cx="4413250" cy="457200"/>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400" b="1" i="1">
                <a:solidFill>
                  <a:schemeClr val="accent2"/>
                </a:solidFill>
                <a:latin typeface="Times New Roman" panose="02020603050405020304" pitchFamily="18" charset="0"/>
              </a:rPr>
              <a:t>电容器的串联</a:t>
            </a:r>
          </a:p>
        </p:txBody>
      </p:sp>
      <p:sp>
        <p:nvSpPr>
          <p:cNvPr id="40" name="Text Box 46">
            <a:extLst>
              <a:ext uri="{FF2B5EF4-FFF2-40B4-BE49-F238E27FC236}">
                <a16:creationId xmlns:a16="http://schemas.microsoft.com/office/drawing/2014/main" id="{E79E1828-2B39-4D0C-A823-9D47DEA5DECB}"/>
              </a:ext>
            </a:extLst>
          </p:cNvPr>
          <p:cNvSpPr txBox="1">
            <a:spLocks noChangeArrowheads="1"/>
          </p:cNvSpPr>
          <p:nvPr/>
        </p:nvSpPr>
        <p:spPr bwMode="auto">
          <a:xfrm>
            <a:off x="4170433" y="4440841"/>
            <a:ext cx="3900488" cy="533400"/>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400" b="1" i="1">
                <a:solidFill>
                  <a:schemeClr val="accent2"/>
                </a:solidFill>
                <a:latin typeface="Times New Roman" panose="02020603050405020304" pitchFamily="18" charset="0"/>
              </a:rPr>
              <a:t>电容器的并联</a:t>
            </a:r>
          </a:p>
        </p:txBody>
      </p:sp>
      <p:grpSp>
        <p:nvGrpSpPr>
          <p:cNvPr id="41" name="Group 47">
            <a:extLst>
              <a:ext uri="{FF2B5EF4-FFF2-40B4-BE49-F238E27FC236}">
                <a16:creationId xmlns:a16="http://schemas.microsoft.com/office/drawing/2014/main" id="{54711963-D268-48B6-976B-290958A7EBEC}"/>
              </a:ext>
            </a:extLst>
          </p:cNvPr>
          <p:cNvGrpSpPr>
            <a:grpSpLocks/>
          </p:cNvGrpSpPr>
          <p:nvPr/>
        </p:nvGrpSpPr>
        <p:grpSpPr bwMode="auto">
          <a:xfrm>
            <a:off x="837485" y="4306019"/>
            <a:ext cx="3292136" cy="732403"/>
            <a:chOff x="912" y="2736"/>
            <a:chExt cx="2832" cy="720"/>
          </a:xfrm>
        </p:grpSpPr>
        <p:graphicFrame>
          <p:nvGraphicFramePr>
            <p:cNvPr id="42" name="Object 48">
              <a:extLst>
                <a:ext uri="{FF2B5EF4-FFF2-40B4-BE49-F238E27FC236}">
                  <a16:creationId xmlns:a16="http://schemas.microsoft.com/office/drawing/2014/main" id="{82CD9214-2812-46F3-B4FB-C17F02B2C205}"/>
                </a:ext>
              </a:extLst>
            </p:cNvPr>
            <p:cNvGraphicFramePr>
              <a:graphicFrameLocks noChangeAspect="1"/>
            </p:cNvGraphicFramePr>
            <p:nvPr>
              <p:extLst>
                <p:ext uri="{D42A27DB-BD31-4B8C-83A1-F6EECF244321}">
                  <p14:modId xmlns:p14="http://schemas.microsoft.com/office/powerpoint/2010/main" val="356045839"/>
                </p:ext>
              </p:extLst>
            </p:nvPr>
          </p:nvGraphicFramePr>
          <p:xfrm>
            <a:off x="960" y="2784"/>
            <a:ext cx="2060" cy="558"/>
          </p:xfrm>
          <a:graphic>
            <a:graphicData uri="http://schemas.openxmlformats.org/presentationml/2006/ole">
              <mc:AlternateContent xmlns:mc="http://schemas.openxmlformats.org/markup-compatibility/2006">
                <mc:Choice xmlns:v="urn:schemas-microsoft-com:vml" Requires="v">
                  <p:oleObj spid="_x0000_s90169" name="Equation" r:id="rId19" imgW="1586811" imgH="393529" progId="Equation.3">
                    <p:embed/>
                  </p:oleObj>
                </mc:Choice>
                <mc:Fallback>
                  <p:oleObj name="Equation" r:id="rId19" imgW="1586811" imgH="393529" progId="Equation.3">
                    <p:embed/>
                    <p:pic>
                      <p:nvPicPr>
                        <p:cNvPr id="42" name="Object 48">
                          <a:extLst>
                            <a:ext uri="{FF2B5EF4-FFF2-40B4-BE49-F238E27FC236}">
                              <a16:creationId xmlns:a16="http://schemas.microsoft.com/office/drawing/2014/main" id="{82CD9214-2812-46F3-B4FB-C17F02B2C205}"/>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960" y="2784"/>
                          <a:ext cx="2060" cy="5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 name="Object 49">
              <a:extLst>
                <a:ext uri="{FF2B5EF4-FFF2-40B4-BE49-F238E27FC236}">
                  <a16:creationId xmlns:a16="http://schemas.microsoft.com/office/drawing/2014/main" id="{50125897-DFC5-46B3-8903-1D4241D811F9}"/>
                </a:ext>
              </a:extLst>
            </p:cNvPr>
            <p:cNvGraphicFramePr>
              <a:graphicFrameLocks noChangeAspect="1"/>
            </p:cNvGraphicFramePr>
            <p:nvPr/>
          </p:nvGraphicFramePr>
          <p:xfrm>
            <a:off x="3024" y="2736"/>
            <a:ext cx="692" cy="612"/>
          </p:xfrm>
          <a:graphic>
            <a:graphicData uri="http://schemas.openxmlformats.org/presentationml/2006/ole">
              <mc:AlternateContent xmlns:mc="http://schemas.openxmlformats.org/markup-compatibility/2006">
                <mc:Choice xmlns:v="urn:schemas-microsoft-com:vml" Requires="v">
                  <p:oleObj spid="_x0000_s90170" name="Equation" r:id="rId21" imgW="533169" imgH="431613" progId="Equation.3">
                    <p:embed/>
                  </p:oleObj>
                </mc:Choice>
                <mc:Fallback>
                  <p:oleObj name="Equation" r:id="rId21" imgW="533169" imgH="431613" progId="Equation.3">
                    <p:embed/>
                    <p:pic>
                      <p:nvPicPr>
                        <p:cNvPr id="43" name="Object 49">
                          <a:extLst>
                            <a:ext uri="{FF2B5EF4-FFF2-40B4-BE49-F238E27FC236}">
                              <a16:creationId xmlns:a16="http://schemas.microsoft.com/office/drawing/2014/main" id="{50125897-DFC5-46B3-8903-1D4241D811F9}"/>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024" y="2736"/>
                          <a:ext cx="692" cy="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 name="Rectangle 50">
              <a:extLst>
                <a:ext uri="{FF2B5EF4-FFF2-40B4-BE49-F238E27FC236}">
                  <a16:creationId xmlns:a16="http://schemas.microsoft.com/office/drawing/2014/main" id="{7F389BD9-CE9D-4471-A9DF-0AED5E5C495B}"/>
                </a:ext>
              </a:extLst>
            </p:cNvPr>
            <p:cNvSpPr>
              <a:spLocks noChangeArrowheads="1"/>
            </p:cNvSpPr>
            <p:nvPr/>
          </p:nvSpPr>
          <p:spPr bwMode="auto">
            <a:xfrm>
              <a:off x="912" y="2736"/>
              <a:ext cx="2832" cy="720"/>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sp>
        <p:nvSpPr>
          <p:cNvPr id="45" name="Rectangle 81">
            <a:extLst>
              <a:ext uri="{FF2B5EF4-FFF2-40B4-BE49-F238E27FC236}">
                <a16:creationId xmlns:a16="http://schemas.microsoft.com/office/drawing/2014/main" id="{B00CE57A-5879-47F3-ADB1-EC094CC31BAC}"/>
              </a:ext>
            </a:extLst>
          </p:cNvPr>
          <p:cNvSpPr>
            <a:spLocks noChangeArrowheads="1"/>
          </p:cNvSpPr>
          <p:nvPr/>
        </p:nvSpPr>
        <p:spPr bwMode="auto">
          <a:xfrm>
            <a:off x="323850" y="3573016"/>
            <a:ext cx="36052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b="1">
                <a:solidFill>
                  <a:srgbClr val="990033"/>
                </a:solidFill>
                <a:latin typeface="Times New Roman" panose="02020603050405020304" pitchFamily="18" charset="0"/>
              </a:rPr>
              <a:t>3  </a:t>
            </a:r>
            <a:r>
              <a:rPr lang="zh-CN" altLang="en-US" sz="2400" b="1">
                <a:solidFill>
                  <a:srgbClr val="990033"/>
                </a:solidFill>
                <a:latin typeface="Times New Roman" panose="02020603050405020304" pitchFamily="18" charset="0"/>
              </a:rPr>
              <a:t>电容器的串联和并联</a:t>
            </a:r>
            <a:r>
              <a:rPr lang="zh-CN" altLang="en-US" sz="2400" b="1">
                <a:solidFill>
                  <a:srgbClr val="CC0000"/>
                </a:solidFill>
                <a:latin typeface="Times New Roman" panose="02020603050405020304" pitchFamily="18" charset="0"/>
              </a:rPr>
              <a:t> </a:t>
            </a:r>
          </a:p>
        </p:txBody>
      </p:sp>
      <p:sp>
        <p:nvSpPr>
          <p:cNvPr id="46" name="Text Box 82">
            <a:extLst>
              <a:ext uri="{FF2B5EF4-FFF2-40B4-BE49-F238E27FC236}">
                <a16:creationId xmlns:a16="http://schemas.microsoft.com/office/drawing/2014/main" id="{3837D898-47A6-491B-A790-4B55ED7790BC}"/>
              </a:ext>
            </a:extLst>
          </p:cNvPr>
          <p:cNvSpPr txBox="1">
            <a:spLocks noChangeArrowheads="1"/>
          </p:cNvSpPr>
          <p:nvPr/>
        </p:nvSpPr>
        <p:spPr bwMode="auto">
          <a:xfrm>
            <a:off x="472949" y="5155340"/>
            <a:ext cx="8153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a:latin typeface="Times New Roman" panose="02020603050405020304" pitchFamily="18" charset="0"/>
              </a:rPr>
              <a:t>4  </a:t>
            </a:r>
            <a:r>
              <a:rPr lang="zh-CN" altLang="en-US" sz="2000" b="1">
                <a:latin typeface="Times New Roman" panose="02020603050405020304" pitchFamily="18" charset="0"/>
              </a:rPr>
              <a:t>电场中充满均匀各向同性电介质的情况下</a:t>
            </a:r>
            <a:endParaRPr lang="zh-CN" altLang="en-US" sz="2000" b="1">
              <a:solidFill>
                <a:srgbClr val="FF0000"/>
              </a:solidFill>
              <a:latin typeface="Times New Roman" panose="02020603050405020304" pitchFamily="18" charset="0"/>
            </a:endParaRPr>
          </a:p>
        </p:txBody>
      </p:sp>
      <p:graphicFrame>
        <p:nvGraphicFramePr>
          <p:cNvPr id="47" name="Object 94">
            <a:extLst>
              <a:ext uri="{FF2B5EF4-FFF2-40B4-BE49-F238E27FC236}">
                <a16:creationId xmlns:a16="http://schemas.microsoft.com/office/drawing/2014/main" id="{3FCD2F8D-E9D6-4527-96F1-AE7E03AF78C3}"/>
              </a:ext>
            </a:extLst>
          </p:cNvPr>
          <p:cNvGraphicFramePr>
            <a:graphicFrameLocks noChangeAspect="1"/>
          </p:cNvGraphicFramePr>
          <p:nvPr>
            <p:extLst>
              <p:ext uri="{D42A27DB-BD31-4B8C-83A1-F6EECF244321}">
                <p14:modId xmlns:p14="http://schemas.microsoft.com/office/powerpoint/2010/main" val="4117872317"/>
              </p:ext>
            </p:extLst>
          </p:nvPr>
        </p:nvGraphicFramePr>
        <p:xfrm>
          <a:off x="3828700" y="5616050"/>
          <a:ext cx="3659188" cy="561975"/>
        </p:xfrm>
        <a:graphic>
          <a:graphicData uri="http://schemas.openxmlformats.org/presentationml/2006/ole">
            <mc:AlternateContent xmlns:mc="http://schemas.openxmlformats.org/markup-compatibility/2006">
              <mc:Choice xmlns:v="urn:schemas-microsoft-com:vml" Requires="v">
                <p:oleObj spid="_x0000_s90171" name="Equation" r:id="rId23" imgW="1562100" imgH="241300" progId="Equation.DSMT4">
                  <p:embed/>
                </p:oleObj>
              </mc:Choice>
              <mc:Fallback>
                <p:oleObj name="Equation" r:id="rId23" imgW="1562100" imgH="241300" progId="Equation.DSMT4">
                  <p:embed/>
                  <p:pic>
                    <p:nvPicPr>
                      <p:cNvPr id="66574" name="Object 94">
                        <a:extLst>
                          <a:ext uri="{FF2B5EF4-FFF2-40B4-BE49-F238E27FC236}">
                            <a16:creationId xmlns:a16="http://schemas.microsoft.com/office/drawing/2014/main" id="{7AACD4AC-6BD4-47E2-AC27-DA4482B2E8F1}"/>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828700" y="5616050"/>
                        <a:ext cx="3659188" cy="561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8" name="Object 96">
            <a:extLst>
              <a:ext uri="{FF2B5EF4-FFF2-40B4-BE49-F238E27FC236}">
                <a16:creationId xmlns:a16="http://schemas.microsoft.com/office/drawing/2014/main" id="{CA7C11E9-225D-47EA-9FAC-0B1A5AE2179B}"/>
              </a:ext>
            </a:extLst>
          </p:cNvPr>
          <p:cNvGraphicFramePr>
            <a:graphicFrameLocks noChangeAspect="1"/>
          </p:cNvGraphicFramePr>
          <p:nvPr>
            <p:extLst>
              <p:ext uri="{D42A27DB-BD31-4B8C-83A1-F6EECF244321}">
                <p14:modId xmlns:p14="http://schemas.microsoft.com/office/powerpoint/2010/main" val="2237836168"/>
              </p:ext>
            </p:extLst>
          </p:nvPr>
        </p:nvGraphicFramePr>
        <p:xfrm>
          <a:off x="3739317" y="6188982"/>
          <a:ext cx="1792288" cy="714375"/>
        </p:xfrm>
        <a:graphic>
          <a:graphicData uri="http://schemas.openxmlformats.org/presentationml/2006/ole">
            <mc:AlternateContent xmlns:mc="http://schemas.openxmlformats.org/markup-compatibility/2006">
              <mc:Choice xmlns:v="urn:schemas-microsoft-com:vml" Requires="v">
                <p:oleObj spid="_x0000_s90172" name="公式" r:id="rId25" imgW="634725" imgH="253890" progId="Equation.3">
                  <p:embed/>
                </p:oleObj>
              </mc:Choice>
              <mc:Fallback>
                <p:oleObj name="公式" r:id="rId25" imgW="634725" imgH="253890" progId="Equation.3">
                  <p:embed/>
                  <p:pic>
                    <p:nvPicPr>
                      <p:cNvPr id="66576" name="Object 96">
                        <a:extLst>
                          <a:ext uri="{FF2B5EF4-FFF2-40B4-BE49-F238E27FC236}">
                            <a16:creationId xmlns:a16="http://schemas.microsoft.com/office/drawing/2014/main" id="{44938548-4361-419C-A031-80B56D5C8712}"/>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739317" y="6188982"/>
                        <a:ext cx="1792288" cy="714375"/>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9" name="Text Box 97">
            <a:extLst>
              <a:ext uri="{FF2B5EF4-FFF2-40B4-BE49-F238E27FC236}">
                <a16:creationId xmlns:a16="http://schemas.microsoft.com/office/drawing/2014/main" id="{2E50CE5A-B999-467C-BC68-C452B343FAD9}"/>
              </a:ext>
            </a:extLst>
          </p:cNvPr>
          <p:cNvSpPr txBox="1">
            <a:spLocks noChangeArrowheads="1"/>
          </p:cNvSpPr>
          <p:nvPr/>
        </p:nvSpPr>
        <p:spPr bwMode="auto">
          <a:xfrm>
            <a:off x="614637" y="6284196"/>
            <a:ext cx="2673350" cy="51911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Tx/>
              <a:buNone/>
            </a:pPr>
            <a:r>
              <a:rPr kumimoji="1" lang="zh-CN" altLang="en-US" sz="2800" b="1">
                <a:solidFill>
                  <a:srgbClr val="3333FF"/>
                </a:solidFill>
                <a:latin typeface="Times New Roman" panose="02020603050405020304" pitchFamily="18" charset="0"/>
                <a:ea typeface="楷体_GB2312" pitchFamily="49" charset="-122"/>
              </a:rPr>
              <a:t>极化电荷面密度</a:t>
            </a:r>
            <a:endParaRPr kumimoji="1" lang="zh-CN" altLang="en-US" sz="3600" b="1">
              <a:solidFill>
                <a:srgbClr val="FF3300"/>
              </a:solidFill>
              <a:latin typeface="Times New Roman" panose="02020603050405020304" pitchFamily="18" charset="0"/>
              <a:ea typeface="楷体_GB2312" pitchFamily="49" charset="-122"/>
            </a:endParaRPr>
          </a:p>
        </p:txBody>
      </p:sp>
      <p:sp>
        <p:nvSpPr>
          <p:cNvPr id="50" name="矩形 1">
            <a:extLst>
              <a:ext uri="{FF2B5EF4-FFF2-40B4-BE49-F238E27FC236}">
                <a16:creationId xmlns:a16="http://schemas.microsoft.com/office/drawing/2014/main" id="{28D2FB04-B545-49FD-8A3C-943B92000129}"/>
              </a:ext>
            </a:extLst>
          </p:cNvPr>
          <p:cNvSpPr>
            <a:spLocks noChangeArrowheads="1"/>
          </p:cNvSpPr>
          <p:nvPr/>
        </p:nvSpPr>
        <p:spPr bwMode="auto">
          <a:xfrm>
            <a:off x="641756" y="5648824"/>
            <a:ext cx="1795463"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500" b="1">
                <a:solidFill>
                  <a:srgbClr val="FF0000"/>
                </a:solidFill>
              </a:rPr>
              <a:t>电极化强度</a:t>
            </a:r>
            <a:endParaRPr lang="zh-CN" altLang="en-US" sz="2500">
              <a:solidFill>
                <a:srgbClr val="FF0000"/>
              </a:solidFill>
            </a:endParaRPr>
          </a:p>
        </p:txBody>
      </p:sp>
      <p:graphicFrame>
        <p:nvGraphicFramePr>
          <p:cNvPr id="51" name="Object 7">
            <a:extLst>
              <a:ext uri="{FF2B5EF4-FFF2-40B4-BE49-F238E27FC236}">
                <a16:creationId xmlns:a16="http://schemas.microsoft.com/office/drawing/2014/main" id="{4677558B-5827-46A6-9A20-C74F7DEBDC75}"/>
              </a:ext>
            </a:extLst>
          </p:cNvPr>
          <p:cNvGraphicFramePr>
            <a:graphicFrameLocks noChangeAspect="1"/>
          </p:cNvGraphicFramePr>
          <p:nvPr>
            <p:extLst>
              <p:ext uri="{D42A27DB-BD31-4B8C-83A1-F6EECF244321}">
                <p14:modId xmlns:p14="http://schemas.microsoft.com/office/powerpoint/2010/main" val="688356344"/>
              </p:ext>
            </p:extLst>
          </p:nvPr>
        </p:nvGraphicFramePr>
        <p:xfrm>
          <a:off x="2615718" y="5585696"/>
          <a:ext cx="1008063" cy="698500"/>
        </p:xfrm>
        <a:graphic>
          <a:graphicData uri="http://schemas.openxmlformats.org/presentationml/2006/ole">
            <mc:AlternateContent xmlns:mc="http://schemas.openxmlformats.org/markup-compatibility/2006">
              <mc:Choice xmlns:v="urn:schemas-microsoft-com:vml" Requires="v">
                <p:oleObj spid="_x0000_s90173" name="公式" r:id="rId27" imgW="622030" imgH="431613" progId="Equation.3">
                  <p:embed/>
                </p:oleObj>
              </mc:Choice>
              <mc:Fallback>
                <p:oleObj name="公式" r:id="rId27" imgW="622030" imgH="431613" progId="Equation.3">
                  <p:embed/>
                  <p:pic>
                    <p:nvPicPr>
                      <p:cNvPr id="66579" name="Object 7">
                        <a:extLst>
                          <a:ext uri="{FF2B5EF4-FFF2-40B4-BE49-F238E27FC236}">
                            <a16:creationId xmlns:a16="http://schemas.microsoft.com/office/drawing/2014/main" id="{FE8343C8-8AB3-4E63-BD6C-DBE0FEDD5B50}"/>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615718" y="5585696"/>
                        <a:ext cx="1008063" cy="698500"/>
                      </a:xfrm>
                      <a:prstGeom prst="rect">
                        <a:avLst/>
                      </a:prstGeom>
                      <a:gradFill rotWithShape="0">
                        <a:gsLst>
                          <a:gs pos="0">
                            <a:schemeClr val="accent1"/>
                          </a:gs>
                          <a:gs pos="50000">
                            <a:srgbClr val="FFFFFF"/>
                          </a:gs>
                          <a:gs pos="100000">
                            <a:schemeClr val="accent1"/>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rand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图片 26"/>
          <p:cNvPicPr>
            <a:picLocks noChangeAspect="1"/>
          </p:cNvPicPr>
          <p:nvPr/>
        </p:nvPicPr>
        <p:blipFill rotWithShape="1">
          <a:blip r:embed="rId2"/>
          <a:srcRect r="2533" b="21025"/>
          <a:stretch/>
        </p:blipFill>
        <p:spPr>
          <a:xfrm>
            <a:off x="292828" y="-145699"/>
            <a:ext cx="8270311" cy="4942851"/>
          </a:xfrm>
          <a:prstGeom prst="rect">
            <a:avLst/>
          </a:prstGeom>
        </p:spPr>
      </p:pic>
      <p:pic>
        <p:nvPicPr>
          <p:cNvPr id="2" name="图片 1">
            <a:extLst>
              <a:ext uri="{FF2B5EF4-FFF2-40B4-BE49-F238E27FC236}">
                <a16:creationId xmlns:a16="http://schemas.microsoft.com/office/drawing/2014/main" id="{58C3A9E9-6DFB-4B69-8A78-865A257B0934}"/>
              </a:ext>
            </a:extLst>
          </p:cNvPr>
          <p:cNvPicPr>
            <a:picLocks noChangeAspect="1"/>
          </p:cNvPicPr>
          <p:nvPr/>
        </p:nvPicPr>
        <p:blipFill>
          <a:blip r:embed="rId3"/>
          <a:stretch>
            <a:fillRect/>
          </a:stretch>
        </p:blipFill>
        <p:spPr>
          <a:xfrm>
            <a:off x="1547664" y="4543809"/>
            <a:ext cx="5400600" cy="914978"/>
          </a:xfrm>
          <a:prstGeom prst="rect">
            <a:avLst/>
          </a:prstGeom>
        </p:spPr>
      </p:pic>
      <p:pic>
        <p:nvPicPr>
          <p:cNvPr id="3" name="图片 2">
            <a:extLst>
              <a:ext uri="{FF2B5EF4-FFF2-40B4-BE49-F238E27FC236}">
                <a16:creationId xmlns:a16="http://schemas.microsoft.com/office/drawing/2014/main" id="{5A6BC961-04EB-48A2-9736-2BCBF1E0172E}"/>
              </a:ext>
            </a:extLst>
          </p:cNvPr>
          <p:cNvPicPr>
            <a:picLocks noChangeAspect="1"/>
          </p:cNvPicPr>
          <p:nvPr/>
        </p:nvPicPr>
        <p:blipFill>
          <a:blip r:embed="rId4"/>
          <a:stretch>
            <a:fillRect/>
          </a:stretch>
        </p:blipFill>
        <p:spPr>
          <a:xfrm>
            <a:off x="971600" y="5445224"/>
            <a:ext cx="5913291" cy="1268919"/>
          </a:xfrm>
          <a:prstGeom prst="rect">
            <a:avLst/>
          </a:prstGeom>
        </p:spPr>
      </p:pic>
    </p:spTree>
    <p:extLst>
      <p:ext uri="{BB962C8B-B14F-4D97-AF65-F5344CB8AC3E}">
        <p14:creationId xmlns:p14="http://schemas.microsoft.com/office/powerpoint/2010/main" val="1080752268"/>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48376" y="51523"/>
            <a:ext cx="9047248" cy="6754953"/>
          </a:xfrm>
          <a:prstGeom prst="rect">
            <a:avLst/>
          </a:prstGeom>
        </p:spPr>
      </p:pic>
    </p:spTree>
  </p:cSld>
  <p:clrMapOvr>
    <a:masterClrMapping/>
  </p:clrMapOvr>
  <p:transition>
    <p:rand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7687" y="240515"/>
            <a:ext cx="9010669" cy="6376969"/>
          </a:xfrm>
          <a:prstGeom prst="rect">
            <a:avLst/>
          </a:prstGeom>
        </p:spPr>
      </p:pic>
    </p:spTree>
  </p:cSld>
  <p:clrMapOvr>
    <a:masterClrMapping/>
  </p:clrMapOvr>
  <p:transition>
    <p:rand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263" name="Rectangle 7"/>
          <p:cNvSpPr>
            <a:spLocks noChangeArrowheads="1"/>
          </p:cNvSpPr>
          <p:nvPr/>
        </p:nvSpPr>
        <p:spPr bwMode="auto">
          <a:xfrm>
            <a:off x="152400" y="62658"/>
            <a:ext cx="8671163" cy="462307"/>
          </a:xfrm>
          <a:prstGeom prst="rect">
            <a:avLst/>
          </a:prstGeom>
          <a:solidFill>
            <a:srgbClr val="FFFF00"/>
          </a:solidFill>
          <a:ln>
            <a:noFill/>
          </a:ln>
          <a:effectLst>
            <a:outerShdw dist="35921" dir="2700000" algn="ctr" rotWithShape="0">
              <a:schemeClr val="bg2"/>
            </a:outerShdw>
          </a:effectLst>
          <a:extLst/>
        </p:spPr>
        <p:txBody>
          <a:bodyPr wrap="square" lIns="92075" tIns="46038" rIns="92075" bIns="46038">
            <a:spAutoFit/>
          </a:bodyPr>
          <a:lstStyle/>
          <a:p>
            <a:pPr eaLnBrk="0" hangingPunct="0">
              <a:spcBef>
                <a:spcPct val="0"/>
              </a:spcBef>
            </a:pPr>
            <a:r>
              <a:rPr lang="en-US" altLang="zh-CN" sz="2400" b="1">
                <a:solidFill>
                  <a:srgbClr val="0000CC"/>
                </a:solidFill>
                <a:effectLst>
                  <a:outerShdw blurRad="38100" dist="38100" dir="2700000" algn="tl">
                    <a:srgbClr val="000000">
                      <a:alpha val="43137"/>
                    </a:srgbClr>
                  </a:outerShdw>
                </a:effectLst>
                <a:latin typeface="宋体" pitchFamily="2" charset="-122"/>
                <a:ea typeface="宋体" pitchFamily="2" charset="-122"/>
              </a:rPr>
              <a:t>1</a:t>
            </a:r>
            <a:r>
              <a:rPr lang="zh-CN" altLang="en-US" sz="2400" b="1">
                <a:solidFill>
                  <a:srgbClr val="0000CC"/>
                </a:solidFill>
                <a:effectLst>
                  <a:outerShdw blurRad="38100" dist="38100" dir="2700000" algn="tl">
                    <a:srgbClr val="000000">
                      <a:alpha val="43137"/>
                    </a:srgbClr>
                  </a:outerShdw>
                </a:effectLst>
                <a:latin typeface="宋体" pitchFamily="2" charset="-122"/>
                <a:ea typeface="宋体" pitchFamily="2" charset="-122"/>
              </a:rPr>
              <a:t>、有电介质存在时的高斯定理的应用</a:t>
            </a:r>
            <a:r>
              <a:rPr lang="en-US" altLang="zh-CN" sz="2400" b="1">
                <a:solidFill>
                  <a:srgbClr val="0000CC"/>
                </a:solidFill>
                <a:effectLst>
                  <a:outerShdw blurRad="38100" dist="38100" dir="2700000" algn="tl">
                    <a:srgbClr val="000000">
                      <a:alpha val="43137"/>
                    </a:srgbClr>
                  </a:outerShdw>
                </a:effectLst>
                <a:latin typeface="宋体" pitchFamily="2" charset="-122"/>
                <a:ea typeface="宋体" pitchFamily="2" charset="-122"/>
              </a:rPr>
              <a:t>-</a:t>
            </a:r>
            <a:r>
              <a:rPr lang="zh-CN" altLang="en-US" sz="2400" b="1">
                <a:solidFill>
                  <a:srgbClr val="0000CC"/>
                </a:solidFill>
                <a:effectLst>
                  <a:outerShdw blurRad="38100" dist="38100" dir="2700000" algn="tl">
                    <a:srgbClr val="000000">
                      <a:alpha val="43137"/>
                    </a:srgbClr>
                  </a:outerShdw>
                </a:effectLst>
                <a:latin typeface="宋体" pitchFamily="2" charset="-122"/>
                <a:ea typeface="宋体" pitchFamily="2" charset="-122"/>
              </a:rPr>
              <a:t>电场和束缚电荷的计算</a:t>
            </a:r>
          </a:p>
        </p:txBody>
      </p:sp>
      <p:sp>
        <p:nvSpPr>
          <p:cNvPr id="480264" name="Text Box 8"/>
          <p:cNvSpPr txBox="1">
            <a:spLocks noChangeArrowheads="1"/>
          </p:cNvSpPr>
          <p:nvPr/>
        </p:nvSpPr>
        <p:spPr bwMode="auto">
          <a:xfrm>
            <a:off x="152400" y="1916113"/>
            <a:ext cx="86106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spcBef>
                <a:spcPct val="50000"/>
              </a:spcBef>
            </a:pPr>
            <a:r>
              <a:rPr lang="zh-CN" altLang="en-US" sz="2400" b="1">
                <a:solidFill>
                  <a:schemeClr val="tx1"/>
                </a:solidFill>
                <a:latin typeface="Bookman Old Style" pitchFamily="18" charset="0"/>
                <a:ea typeface="宋体" pitchFamily="2" charset="-122"/>
              </a:rPr>
              <a:t>（</a:t>
            </a:r>
            <a:r>
              <a:rPr lang="en-US" altLang="zh-CN" sz="2400" b="1">
                <a:solidFill>
                  <a:schemeClr val="tx1"/>
                </a:solidFill>
                <a:latin typeface="Bookman Old Style" pitchFamily="18" charset="0"/>
                <a:ea typeface="宋体" pitchFamily="2" charset="-122"/>
              </a:rPr>
              <a:t>1</a:t>
            </a:r>
            <a:r>
              <a:rPr lang="zh-CN" altLang="en-US" sz="2400" b="1">
                <a:solidFill>
                  <a:schemeClr val="tx1"/>
                </a:solidFill>
                <a:latin typeface="Bookman Old Style" pitchFamily="18" charset="0"/>
                <a:ea typeface="宋体" pitchFamily="2" charset="-122"/>
              </a:rPr>
              <a:t>）分析自由电荷分布的对称性，选择适当的高斯面，求出电位移矢量。</a:t>
            </a:r>
          </a:p>
        </p:txBody>
      </p:sp>
      <p:sp>
        <p:nvSpPr>
          <p:cNvPr id="480265" name="Text Box 9"/>
          <p:cNvSpPr txBox="1">
            <a:spLocks noChangeArrowheads="1"/>
          </p:cNvSpPr>
          <p:nvPr/>
        </p:nvSpPr>
        <p:spPr bwMode="auto">
          <a:xfrm>
            <a:off x="0" y="2924175"/>
            <a:ext cx="8763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spcBef>
                <a:spcPct val="50000"/>
              </a:spcBef>
            </a:pPr>
            <a:r>
              <a:rPr lang="zh-CN" altLang="en-US" sz="2400" b="1">
                <a:solidFill>
                  <a:schemeClr val="tx1"/>
                </a:solidFill>
                <a:latin typeface="Bookman Old Style" pitchFamily="18" charset="0"/>
                <a:ea typeface="宋体" pitchFamily="2" charset="-122"/>
              </a:rPr>
              <a:t>（</a:t>
            </a:r>
            <a:r>
              <a:rPr lang="en-US" altLang="zh-CN" sz="2400" b="1">
                <a:solidFill>
                  <a:schemeClr val="tx1"/>
                </a:solidFill>
                <a:latin typeface="Bookman Old Style" pitchFamily="18" charset="0"/>
                <a:ea typeface="宋体" pitchFamily="2" charset="-122"/>
              </a:rPr>
              <a:t>2</a:t>
            </a:r>
            <a:r>
              <a:rPr lang="zh-CN" altLang="en-US" sz="2400" b="1">
                <a:solidFill>
                  <a:schemeClr val="tx1"/>
                </a:solidFill>
                <a:latin typeface="Bookman Old Style" pitchFamily="18" charset="0"/>
                <a:ea typeface="宋体" pitchFamily="2" charset="-122"/>
              </a:rPr>
              <a:t>）根据电位移矢量与电场的关系，求出电场。</a:t>
            </a:r>
          </a:p>
        </p:txBody>
      </p:sp>
      <p:sp>
        <p:nvSpPr>
          <p:cNvPr id="480266" name="Text Box 10"/>
          <p:cNvSpPr txBox="1">
            <a:spLocks noChangeArrowheads="1"/>
          </p:cNvSpPr>
          <p:nvPr/>
        </p:nvSpPr>
        <p:spPr bwMode="auto">
          <a:xfrm>
            <a:off x="6457" y="4656059"/>
            <a:ext cx="90678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spcBef>
                <a:spcPct val="50000"/>
              </a:spcBef>
            </a:pPr>
            <a:r>
              <a:rPr lang="zh-CN" altLang="en-US" sz="2400" b="1">
                <a:solidFill>
                  <a:schemeClr val="tx1"/>
                </a:solidFill>
                <a:latin typeface="Bookman Old Style" pitchFamily="18" charset="0"/>
                <a:ea typeface="宋体" pitchFamily="2" charset="-122"/>
              </a:rPr>
              <a:t>（</a:t>
            </a:r>
            <a:r>
              <a:rPr lang="en-US" altLang="zh-CN" sz="2400" b="1">
                <a:solidFill>
                  <a:schemeClr val="tx1"/>
                </a:solidFill>
                <a:latin typeface="Bookman Old Style" pitchFamily="18" charset="0"/>
                <a:ea typeface="宋体" pitchFamily="2" charset="-122"/>
              </a:rPr>
              <a:t>3</a:t>
            </a:r>
            <a:r>
              <a:rPr lang="zh-CN" altLang="en-US" sz="2400" b="1">
                <a:solidFill>
                  <a:schemeClr val="tx1"/>
                </a:solidFill>
                <a:latin typeface="Bookman Old Style" pitchFamily="18" charset="0"/>
                <a:ea typeface="宋体" pitchFamily="2" charset="-122"/>
              </a:rPr>
              <a:t>）根据电极化强度与电场的关系，求出电极化强度。</a:t>
            </a:r>
          </a:p>
        </p:txBody>
      </p:sp>
      <p:sp>
        <p:nvSpPr>
          <p:cNvPr id="480267" name="Text Box 11"/>
          <p:cNvSpPr txBox="1">
            <a:spLocks noChangeArrowheads="1"/>
          </p:cNvSpPr>
          <p:nvPr/>
        </p:nvSpPr>
        <p:spPr bwMode="auto">
          <a:xfrm>
            <a:off x="44557" y="5692809"/>
            <a:ext cx="8991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spcBef>
                <a:spcPct val="50000"/>
              </a:spcBef>
            </a:pPr>
            <a:r>
              <a:rPr lang="zh-CN" altLang="en-US" sz="2400" b="1">
                <a:solidFill>
                  <a:schemeClr val="tx1"/>
                </a:solidFill>
                <a:latin typeface="Bookman Old Style" pitchFamily="18" charset="0"/>
                <a:ea typeface="宋体" pitchFamily="2" charset="-122"/>
              </a:rPr>
              <a:t>（</a:t>
            </a:r>
            <a:r>
              <a:rPr lang="en-US" altLang="zh-CN" sz="2400" b="1">
                <a:solidFill>
                  <a:schemeClr val="tx1"/>
                </a:solidFill>
                <a:latin typeface="Bookman Old Style" pitchFamily="18" charset="0"/>
                <a:ea typeface="宋体" pitchFamily="2" charset="-122"/>
              </a:rPr>
              <a:t>4</a:t>
            </a:r>
            <a:r>
              <a:rPr lang="zh-CN" altLang="en-US" sz="2400" b="1">
                <a:solidFill>
                  <a:schemeClr val="tx1"/>
                </a:solidFill>
                <a:latin typeface="Bookman Old Style" pitchFamily="18" charset="0"/>
                <a:ea typeface="宋体" pitchFamily="2" charset="-122"/>
              </a:rPr>
              <a:t>）根据束缚电荷与电极化强度关系，求出束缚电荷。</a:t>
            </a:r>
          </a:p>
        </p:txBody>
      </p:sp>
      <p:graphicFrame>
        <p:nvGraphicFramePr>
          <p:cNvPr id="7" name="Object 4"/>
          <p:cNvGraphicFramePr>
            <a:graphicFrameLocks noChangeAspect="1"/>
          </p:cNvGraphicFramePr>
          <p:nvPr/>
        </p:nvGraphicFramePr>
        <p:xfrm>
          <a:off x="1258888" y="765175"/>
          <a:ext cx="2332037" cy="863600"/>
        </p:xfrm>
        <a:graphic>
          <a:graphicData uri="http://schemas.openxmlformats.org/presentationml/2006/ole">
            <mc:AlternateContent xmlns:mc="http://schemas.openxmlformats.org/markup-compatibility/2006">
              <mc:Choice xmlns:v="urn:schemas-microsoft-com:vml" Requires="v">
                <p:oleObj spid="_x0000_s23940" name="公式" r:id="rId4" imgW="1028700" imgH="381000" progId="Equation.3">
                  <p:embed/>
                </p:oleObj>
              </mc:Choice>
              <mc:Fallback>
                <p:oleObj name="公式" r:id="rId4" imgW="1028700" imgH="3810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8888" y="765175"/>
                        <a:ext cx="2332037" cy="863600"/>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Text Box 13"/>
          <p:cNvSpPr txBox="1">
            <a:spLocks noChangeArrowheads="1"/>
          </p:cNvSpPr>
          <p:nvPr/>
        </p:nvSpPr>
        <p:spPr bwMode="auto">
          <a:xfrm>
            <a:off x="3780713" y="691717"/>
            <a:ext cx="5113213" cy="115634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r>
              <a:rPr lang="zh-CN" altLang="en-US" sz="2300" b="1"/>
              <a:t>虽然是从平行板电容器推到出来，但对所有情况都适用，是静电场的基本原理，</a:t>
            </a:r>
            <a:r>
              <a:rPr lang="en-US" altLang="zh-CN" sz="2300" b="1"/>
              <a:t>D</a:t>
            </a:r>
            <a:r>
              <a:rPr lang="zh-CN" altLang="en-US" sz="2300" b="1"/>
              <a:t>的通量只与自由电荷有关。</a:t>
            </a:r>
          </a:p>
        </p:txBody>
      </p:sp>
      <p:graphicFrame>
        <p:nvGraphicFramePr>
          <p:cNvPr id="2" name="对象 1"/>
          <p:cNvGraphicFramePr>
            <a:graphicFrameLocks noChangeAspect="1"/>
          </p:cNvGraphicFramePr>
          <p:nvPr>
            <p:extLst>
              <p:ext uri="{D42A27DB-BD31-4B8C-83A1-F6EECF244321}">
                <p14:modId xmlns:p14="http://schemas.microsoft.com/office/powerpoint/2010/main" val="3256286368"/>
              </p:ext>
            </p:extLst>
          </p:nvPr>
        </p:nvGraphicFramePr>
        <p:xfrm>
          <a:off x="1156514" y="3404185"/>
          <a:ext cx="4604742" cy="1290977"/>
        </p:xfrm>
        <a:graphic>
          <a:graphicData uri="http://schemas.openxmlformats.org/presentationml/2006/ole">
            <mc:AlternateContent xmlns:mc="http://schemas.openxmlformats.org/markup-compatibility/2006">
              <mc:Choice xmlns:v="urn:schemas-microsoft-com:vml" Requires="v">
                <p:oleObj spid="_x0000_s23941" name="Equation" r:id="rId6" imgW="1803240" imgH="507960" progId="Equation.DSMT4">
                  <p:embed/>
                </p:oleObj>
              </mc:Choice>
              <mc:Fallback>
                <p:oleObj name="Equation" r:id="rId6" imgW="1803240" imgH="507960" progId="Equation.DSMT4">
                  <p:embed/>
                  <p:pic>
                    <p:nvPicPr>
                      <p:cNvPr id="0" name="对象 1"/>
                      <p:cNvPicPr>
                        <a:picLocks noChangeAspect="1" noChangeArrowheads="1"/>
                      </p:cNvPicPr>
                      <p:nvPr/>
                    </p:nvPicPr>
                    <p:blipFill>
                      <a:blip r:embed="rId7"/>
                      <a:srcRect/>
                      <a:stretch>
                        <a:fillRect/>
                      </a:stretch>
                    </p:blipFill>
                    <p:spPr bwMode="auto">
                      <a:xfrm>
                        <a:off x="1156514" y="3404185"/>
                        <a:ext cx="4604742" cy="1290977"/>
                      </a:xfrm>
                      <a:prstGeom prst="rect">
                        <a:avLst/>
                      </a:prstGeom>
                      <a:gradFill rotWithShape="0">
                        <a:gsLst>
                          <a:gs pos="0">
                            <a:srgbClr val="8AF3C7"/>
                          </a:gs>
                          <a:gs pos="50000">
                            <a:srgbClr val="B9F5DB"/>
                          </a:gs>
                          <a:gs pos="57100">
                            <a:srgbClr val="BEF6DE"/>
                          </a:gs>
                          <a:gs pos="100000">
                            <a:srgbClr val="DDFAED"/>
                          </a:gs>
                        </a:gsLst>
                        <a:lin ang="5400000"/>
                      </a:gradFill>
                      <a:ln>
                        <a:noFill/>
                      </a:ln>
                      <a:extLst/>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2731938537"/>
              </p:ext>
            </p:extLst>
          </p:nvPr>
        </p:nvGraphicFramePr>
        <p:xfrm>
          <a:off x="1836737" y="5237162"/>
          <a:ext cx="3598863" cy="561975"/>
        </p:xfrm>
        <a:graphic>
          <a:graphicData uri="http://schemas.openxmlformats.org/presentationml/2006/ole">
            <mc:AlternateContent xmlns:mc="http://schemas.openxmlformats.org/markup-compatibility/2006">
              <mc:Choice xmlns:v="urn:schemas-microsoft-com:vml" Requires="v">
                <p:oleObj spid="_x0000_s23942" name="Equation" r:id="rId8" imgW="1536700" imgH="241300" progId="Equation.DSMT4">
                  <p:embed/>
                </p:oleObj>
              </mc:Choice>
              <mc:Fallback>
                <p:oleObj name="Equation" r:id="rId8" imgW="1536700" imgH="241300" progId="Equation.DSMT4">
                  <p:embed/>
                  <p:pic>
                    <p:nvPicPr>
                      <p:cNvPr id="0" name="对象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36737" y="5237162"/>
                        <a:ext cx="3598863" cy="561975"/>
                      </a:xfrm>
                      <a:prstGeom prst="rect">
                        <a:avLst/>
                      </a:prstGeom>
                      <a:gradFill rotWithShape="0">
                        <a:gsLst>
                          <a:gs pos="0">
                            <a:srgbClr val="8AF3C7"/>
                          </a:gs>
                          <a:gs pos="50000">
                            <a:srgbClr val="B9F5DB"/>
                          </a:gs>
                          <a:gs pos="57100">
                            <a:srgbClr val="BEF6DE"/>
                          </a:gs>
                          <a:gs pos="100000">
                            <a:srgbClr val="DDFAED"/>
                          </a:gs>
                        </a:gsLst>
                        <a:lin ang="5400000"/>
                      </a:gra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1856556803"/>
              </p:ext>
            </p:extLst>
          </p:nvPr>
        </p:nvGraphicFramePr>
        <p:xfrm>
          <a:off x="2881312" y="6205764"/>
          <a:ext cx="1576388" cy="628650"/>
        </p:xfrm>
        <a:graphic>
          <a:graphicData uri="http://schemas.openxmlformats.org/presentationml/2006/ole">
            <mc:AlternateContent xmlns:mc="http://schemas.openxmlformats.org/markup-compatibility/2006">
              <mc:Choice xmlns:v="urn:schemas-microsoft-com:vml" Requires="v">
                <p:oleObj spid="_x0000_s23943" name="公式" r:id="rId10" imgW="634725" imgH="253890" progId="Equation.3">
                  <p:embed/>
                </p:oleObj>
              </mc:Choice>
              <mc:Fallback>
                <p:oleObj name="公式" r:id="rId10" imgW="634725" imgH="253890" progId="Equation.3">
                  <p:embed/>
                  <p:pic>
                    <p:nvPicPr>
                      <p:cNvPr id="0" name="对象 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81312" y="6205764"/>
                        <a:ext cx="1576388" cy="628650"/>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9" name="组合 8">
            <a:extLst>
              <a:ext uri="{FF2B5EF4-FFF2-40B4-BE49-F238E27FC236}">
                <a16:creationId xmlns:a16="http://schemas.microsoft.com/office/drawing/2014/main" id="{ED777A9C-E6B2-49B6-B9B0-55041D1EE9F5}"/>
              </a:ext>
            </a:extLst>
          </p:cNvPr>
          <p:cNvGrpSpPr/>
          <p:nvPr/>
        </p:nvGrpSpPr>
        <p:grpSpPr>
          <a:xfrm>
            <a:off x="5730040" y="3468268"/>
            <a:ext cx="3342761" cy="1138773"/>
            <a:chOff x="5730040" y="3468268"/>
            <a:chExt cx="3342761" cy="1138773"/>
          </a:xfrm>
        </p:grpSpPr>
        <p:sp>
          <p:nvSpPr>
            <p:cNvPr id="5" name="矩形 4">
              <a:extLst>
                <a:ext uri="{FF2B5EF4-FFF2-40B4-BE49-F238E27FC236}">
                  <a16:creationId xmlns:a16="http://schemas.microsoft.com/office/drawing/2014/main" id="{A6B14DE6-0C0C-4C4B-B1FB-715F8725FB0A}"/>
                </a:ext>
              </a:extLst>
            </p:cNvPr>
            <p:cNvSpPr/>
            <p:nvPr/>
          </p:nvSpPr>
          <p:spPr>
            <a:xfrm>
              <a:off x="6323330" y="3468268"/>
              <a:ext cx="2749471" cy="1138773"/>
            </a:xfrm>
            <a:prstGeom prst="rect">
              <a:avLst/>
            </a:prstGeom>
          </p:spPr>
          <p:txBody>
            <a:bodyPr wrap="none">
              <a:spAutoFit/>
            </a:bodyPr>
            <a:lstStyle/>
            <a:p>
              <a:r>
                <a:rPr lang="zh-CN" altLang="en-US" b="1"/>
                <a:t>适用于所有情况</a:t>
              </a:r>
              <a:endParaRPr lang="en-US" altLang="zh-CN" b="1"/>
            </a:p>
            <a:p>
              <a:endParaRPr lang="en-US" altLang="zh-CN" b="1"/>
            </a:p>
            <a:p>
              <a:r>
                <a:rPr lang="zh-CN" altLang="en-US" b="1"/>
                <a:t>只适用于各项同性介质</a:t>
              </a:r>
            </a:p>
          </p:txBody>
        </p:sp>
        <p:sp>
          <p:nvSpPr>
            <p:cNvPr id="6" name="箭头: 左 5">
              <a:extLst>
                <a:ext uri="{FF2B5EF4-FFF2-40B4-BE49-F238E27FC236}">
                  <a16:creationId xmlns:a16="http://schemas.microsoft.com/office/drawing/2014/main" id="{8B1272FC-AABE-4D35-A631-58A4EEBD58C7}"/>
                </a:ext>
              </a:extLst>
            </p:cNvPr>
            <p:cNvSpPr/>
            <p:nvPr/>
          </p:nvSpPr>
          <p:spPr bwMode="auto">
            <a:xfrm>
              <a:off x="5761256" y="3542578"/>
              <a:ext cx="576064" cy="253911"/>
            </a:xfrm>
            <a:prstGeom prst="leftArrow">
              <a:avLst/>
            </a:prstGeom>
            <a:solidFill>
              <a:srgbClr val="FFFF66"/>
            </a:solidFill>
            <a:ln w="9525" cap="flat" cmpd="sng" algn="ctr">
              <a:solidFill>
                <a:srgbClr val="FF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ctr"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Tx/>
                <a:buSzTx/>
                <a:buFontTx/>
                <a:buNone/>
                <a:tabLst/>
              </a:pPr>
              <a:endParaRPr kumimoji="1" lang="zh-CN" altLang="en-US" sz="2000" b="0" i="0" u="none" strike="noStrike" cap="none" normalizeH="0" baseline="0">
                <a:ln>
                  <a:noFill/>
                </a:ln>
                <a:solidFill>
                  <a:srgbClr val="FF3300"/>
                </a:solidFill>
                <a:effectLst/>
                <a:latin typeface="Times New Roman" pitchFamily="18" charset="0"/>
                <a:ea typeface="楷体_GB2312" pitchFamily="49" charset="-122"/>
              </a:endParaRPr>
            </a:p>
          </p:txBody>
        </p:sp>
        <p:sp>
          <p:nvSpPr>
            <p:cNvPr id="14" name="箭头: 左 13">
              <a:extLst>
                <a:ext uri="{FF2B5EF4-FFF2-40B4-BE49-F238E27FC236}">
                  <a16:creationId xmlns:a16="http://schemas.microsoft.com/office/drawing/2014/main" id="{87CD0742-35CE-4F19-9586-E74A2ED58547}"/>
                </a:ext>
              </a:extLst>
            </p:cNvPr>
            <p:cNvSpPr/>
            <p:nvPr/>
          </p:nvSpPr>
          <p:spPr bwMode="auto">
            <a:xfrm>
              <a:off x="5730040" y="4238626"/>
              <a:ext cx="576064" cy="274679"/>
            </a:xfrm>
            <a:prstGeom prst="leftArrow">
              <a:avLst/>
            </a:prstGeom>
            <a:solidFill>
              <a:srgbClr val="FFFF66"/>
            </a:solidFill>
            <a:ln w="9525" cap="flat" cmpd="sng" algn="ctr">
              <a:solidFill>
                <a:srgbClr val="FF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ctr"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Tx/>
                <a:buSzTx/>
                <a:buFontTx/>
                <a:buNone/>
                <a:tabLst/>
              </a:pPr>
              <a:endParaRPr kumimoji="1" lang="zh-CN" altLang="en-US" sz="2000" b="0" i="0" u="none" strike="noStrike" cap="none" normalizeH="0" baseline="0">
                <a:ln>
                  <a:noFill/>
                </a:ln>
                <a:solidFill>
                  <a:srgbClr val="FF3300"/>
                </a:solidFill>
                <a:effectLst/>
                <a:latin typeface="Times New Roman" pitchFamily="18" charset="0"/>
                <a:ea typeface="楷体_GB2312" pitchFamily="49" charset="-122"/>
              </a:endParaRP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480263"/>
                                        </p:tgtEl>
                                        <p:attrNameLst>
                                          <p:attrName>style.visibility</p:attrName>
                                        </p:attrNameLst>
                                      </p:cBhvr>
                                      <p:to>
                                        <p:strVal val="visible"/>
                                      </p:to>
                                    </p:set>
                                    <p:animEffect transition="in" filter="blinds(horizontal)">
                                      <p:cBhvr>
                                        <p:cTn id="7" dur="500"/>
                                        <p:tgtEl>
                                          <p:spTgt spid="48026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480264"/>
                                        </p:tgtEl>
                                        <p:attrNameLst>
                                          <p:attrName>style.visibility</p:attrName>
                                        </p:attrNameLst>
                                      </p:cBhvr>
                                      <p:to>
                                        <p:strVal val="visible"/>
                                      </p:to>
                                    </p:set>
                                    <p:animEffect transition="in" filter="checkerboard(across)">
                                      <p:cBhvr>
                                        <p:cTn id="22" dur="500"/>
                                        <p:tgtEl>
                                          <p:spTgt spid="48026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5" presetClass="entr" presetSubtype="0" fill="hold" grpId="0" nodeType="clickEffect">
                                  <p:stCondLst>
                                    <p:cond delay="0"/>
                                  </p:stCondLst>
                                  <p:childTnLst>
                                    <p:set>
                                      <p:cBhvr>
                                        <p:cTn id="26" dur="1" fill="hold">
                                          <p:stCondLst>
                                            <p:cond delay="0"/>
                                          </p:stCondLst>
                                        </p:cTn>
                                        <p:tgtEl>
                                          <p:spTgt spid="480265"/>
                                        </p:tgtEl>
                                        <p:attrNameLst>
                                          <p:attrName>style.visibility</p:attrName>
                                        </p:attrNameLst>
                                      </p:cBhvr>
                                      <p:to>
                                        <p:strVal val="visible"/>
                                      </p:to>
                                    </p:set>
                                    <p:anim calcmode="lin" valueType="num">
                                      <p:cBhvr>
                                        <p:cTn id="27" dur="1000" fill="hold"/>
                                        <p:tgtEl>
                                          <p:spTgt spid="480265"/>
                                        </p:tgtEl>
                                        <p:attrNameLst>
                                          <p:attrName>ppt_w</p:attrName>
                                        </p:attrNameLst>
                                      </p:cBhvr>
                                      <p:tavLst>
                                        <p:tav tm="0">
                                          <p:val>
                                            <p:fltVal val="0"/>
                                          </p:val>
                                        </p:tav>
                                        <p:tav tm="100000">
                                          <p:val>
                                            <p:strVal val="#ppt_w"/>
                                          </p:val>
                                        </p:tav>
                                      </p:tavLst>
                                    </p:anim>
                                    <p:anim calcmode="lin" valueType="num">
                                      <p:cBhvr>
                                        <p:cTn id="28" dur="1000" fill="hold"/>
                                        <p:tgtEl>
                                          <p:spTgt spid="480265"/>
                                        </p:tgtEl>
                                        <p:attrNameLst>
                                          <p:attrName>ppt_h</p:attrName>
                                        </p:attrNameLst>
                                      </p:cBhvr>
                                      <p:tavLst>
                                        <p:tav tm="0">
                                          <p:val>
                                            <p:fltVal val="0"/>
                                          </p:val>
                                        </p:tav>
                                        <p:tav tm="100000">
                                          <p:val>
                                            <p:strVal val="#ppt_h"/>
                                          </p:val>
                                        </p:tav>
                                      </p:tavLst>
                                    </p:anim>
                                    <p:anim calcmode="lin" valueType="num">
                                      <p:cBhvr>
                                        <p:cTn id="29" dur="1000" fill="hold"/>
                                        <p:tgtEl>
                                          <p:spTgt spid="480265"/>
                                        </p:tgtEl>
                                        <p:attrNameLst>
                                          <p:attrName>ppt_x</p:attrName>
                                        </p:attrNameLst>
                                      </p:cBhvr>
                                      <p:tavLst>
                                        <p:tav tm="0" fmla="#ppt_x+(cos(-2*pi*(1-$))*-#ppt_x-sin(-2*pi*(1-$))*(1-#ppt_y))*(1-$)">
                                          <p:val>
                                            <p:fltVal val="0"/>
                                          </p:val>
                                        </p:tav>
                                        <p:tav tm="100000">
                                          <p:val>
                                            <p:fltVal val="1"/>
                                          </p:val>
                                        </p:tav>
                                      </p:tavLst>
                                    </p:anim>
                                    <p:anim calcmode="lin" valueType="num">
                                      <p:cBhvr>
                                        <p:cTn id="30" dur="1000" fill="hold"/>
                                        <p:tgtEl>
                                          <p:spTgt spid="480265"/>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wipe(left)">
                                      <p:cBhvr>
                                        <p:cTn id="35" dur="500"/>
                                        <p:tgtEl>
                                          <p:spTgt spid="2"/>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nodeType="clickEffect">
                                  <p:stCondLst>
                                    <p:cond delay="0"/>
                                  </p:stCondLst>
                                  <p:childTnLst>
                                    <p:set>
                                      <p:cBhvr>
                                        <p:cTn id="39" dur="1" fill="hold">
                                          <p:stCondLst>
                                            <p:cond delay="0"/>
                                          </p:stCondLst>
                                        </p:cTn>
                                        <p:tgtEl>
                                          <p:spTgt spid="9"/>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6" presetClass="entr" presetSubtype="26" fill="hold" grpId="0" nodeType="clickEffect">
                                  <p:stCondLst>
                                    <p:cond delay="0"/>
                                  </p:stCondLst>
                                  <p:childTnLst>
                                    <p:set>
                                      <p:cBhvr>
                                        <p:cTn id="43" dur="1" fill="hold">
                                          <p:stCondLst>
                                            <p:cond delay="0"/>
                                          </p:stCondLst>
                                        </p:cTn>
                                        <p:tgtEl>
                                          <p:spTgt spid="480266"/>
                                        </p:tgtEl>
                                        <p:attrNameLst>
                                          <p:attrName>style.visibility</p:attrName>
                                        </p:attrNameLst>
                                      </p:cBhvr>
                                      <p:to>
                                        <p:strVal val="visible"/>
                                      </p:to>
                                    </p:set>
                                    <p:animEffect transition="in" filter="barn(inHorizontal)">
                                      <p:cBhvr>
                                        <p:cTn id="44" dur="500"/>
                                        <p:tgtEl>
                                          <p:spTgt spid="480266"/>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3"/>
                                        </p:tgtEl>
                                        <p:attrNameLst>
                                          <p:attrName>style.visibility</p:attrName>
                                        </p:attrNameLst>
                                      </p:cBhvr>
                                      <p:to>
                                        <p:strVal val="visible"/>
                                      </p:to>
                                    </p:set>
                                    <p:animEffect transition="in" filter="wipe(left)">
                                      <p:cBhvr>
                                        <p:cTn id="49" dur="500"/>
                                        <p:tgtEl>
                                          <p:spTgt spid="3"/>
                                        </p:tgtEl>
                                      </p:cBhvr>
                                    </p:animEffect>
                                  </p:childTnLst>
                                </p:cTn>
                              </p:par>
                            </p:childTnLst>
                          </p:cTn>
                        </p:par>
                      </p:childTnLst>
                    </p:cTn>
                  </p:par>
                  <p:par>
                    <p:cTn id="50" fill="hold">
                      <p:stCondLst>
                        <p:cond delay="indefinite"/>
                      </p:stCondLst>
                      <p:childTnLst>
                        <p:par>
                          <p:cTn id="51" fill="hold">
                            <p:stCondLst>
                              <p:cond delay="0"/>
                            </p:stCondLst>
                            <p:childTnLst>
                              <p:par>
                                <p:cTn id="52" presetID="16" presetClass="entr" presetSubtype="42" fill="hold" grpId="0" nodeType="clickEffect">
                                  <p:stCondLst>
                                    <p:cond delay="0"/>
                                  </p:stCondLst>
                                  <p:childTnLst>
                                    <p:set>
                                      <p:cBhvr>
                                        <p:cTn id="53" dur="1" fill="hold">
                                          <p:stCondLst>
                                            <p:cond delay="0"/>
                                          </p:stCondLst>
                                        </p:cTn>
                                        <p:tgtEl>
                                          <p:spTgt spid="480267"/>
                                        </p:tgtEl>
                                        <p:attrNameLst>
                                          <p:attrName>style.visibility</p:attrName>
                                        </p:attrNameLst>
                                      </p:cBhvr>
                                      <p:to>
                                        <p:strVal val="visible"/>
                                      </p:to>
                                    </p:set>
                                    <p:animEffect transition="in" filter="barn(outHorizontal)">
                                      <p:cBhvr>
                                        <p:cTn id="54" dur="500"/>
                                        <p:tgtEl>
                                          <p:spTgt spid="480267"/>
                                        </p:tgtEl>
                                      </p:cBhvr>
                                    </p:animEffec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0263" grpId="0" animBg="1" autoUpdateAnimBg="0"/>
      <p:bldP spid="480264" grpId="0" autoUpdateAnimBg="0"/>
      <p:bldP spid="480265" grpId="0" autoUpdateAnimBg="0"/>
      <p:bldP spid="480266" grpId="0" autoUpdateAnimBg="0"/>
      <p:bldP spid="480267" grpId="0" autoUpdateAnimBg="0"/>
      <p:bldP spid="8"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784" name="Text Box 56"/>
          <p:cNvSpPr txBox="1">
            <a:spLocks noChangeArrowheads="1"/>
          </p:cNvSpPr>
          <p:nvPr/>
        </p:nvSpPr>
        <p:spPr bwMode="auto">
          <a:xfrm>
            <a:off x="250825" y="358775"/>
            <a:ext cx="8893175" cy="1200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50000"/>
              </a:spcBef>
            </a:pPr>
            <a:r>
              <a:rPr lang="zh-CN" altLang="en-US" sz="2400" b="1">
                <a:solidFill>
                  <a:schemeClr val="folHlink"/>
                </a:solidFill>
                <a:ea typeface="宋体" pitchFamily="2" charset="-122"/>
              </a:rPr>
              <a:t>例</a:t>
            </a:r>
            <a:r>
              <a:rPr lang="en-US" altLang="zh-CN" sz="2400" b="1">
                <a:solidFill>
                  <a:schemeClr val="folHlink"/>
                </a:solidFill>
                <a:ea typeface="宋体" pitchFamily="2" charset="-122"/>
              </a:rPr>
              <a:t>1</a:t>
            </a:r>
            <a:r>
              <a:rPr lang="zh-CN" altLang="en-US" sz="2400" b="1">
                <a:solidFill>
                  <a:schemeClr val="tx1"/>
                </a:solidFill>
                <a:ea typeface="宋体" pitchFamily="2" charset="-122"/>
              </a:rPr>
              <a:t>、（</a:t>
            </a:r>
            <a:r>
              <a:rPr lang="en-US" altLang="zh-CN" sz="2400" b="1">
                <a:solidFill>
                  <a:schemeClr val="tx1"/>
                </a:solidFill>
                <a:ea typeface="宋体" pitchFamily="2" charset="-122"/>
              </a:rPr>
              <a:t>P320</a:t>
            </a:r>
            <a:r>
              <a:rPr lang="zh-CN" altLang="en-US" sz="2400" b="1">
                <a:solidFill>
                  <a:schemeClr val="tx1"/>
                </a:solidFill>
                <a:ea typeface="宋体" pitchFamily="2" charset="-122"/>
              </a:rPr>
              <a:t>）一个带正电荷的金属球，半径为</a:t>
            </a:r>
            <a:r>
              <a:rPr lang="en-US" altLang="zh-CN" sz="2400" b="1">
                <a:solidFill>
                  <a:schemeClr val="tx1"/>
                </a:solidFill>
                <a:ea typeface="宋体" pitchFamily="2" charset="-122"/>
              </a:rPr>
              <a:t>R</a:t>
            </a:r>
            <a:r>
              <a:rPr lang="zh-CN" altLang="en-US" sz="2400" b="1">
                <a:solidFill>
                  <a:schemeClr val="tx1"/>
                </a:solidFill>
                <a:ea typeface="宋体" pitchFamily="2" charset="-122"/>
              </a:rPr>
              <a:t>，电量为</a:t>
            </a:r>
            <a:r>
              <a:rPr lang="en-US" altLang="zh-CN" sz="2400" b="1">
                <a:solidFill>
                  <a:schemeClr val="tx1"/>
                </a:solidFill>
                <a:ea typeface="宋体" pitchFamily="2" charset="-122"/>
              </a:rPr>
              <a:t>q</a:t>
            </a:r>
            <a:r>
              <a:rPr lang="zh-CN" altLang="en-US" sz="2400" b="1">
                <a:solidFill>
                  <a:schemeClr val="tx1"/>
                </a:solidFill>
                <a:ea typeface="宋体" pitchFamily="2" charset="-122"/>
              </a:rPr>
              <a:t>，浸入大油箱中，油的相对介电常数为</a:t>
            </a:r>
            <a:r>
              <a:rPr lang="zh-CN" altLang="en-US" sz="2400" b="1">
                <a:solidFill>
                  <a:schemeClr val="tx1"/>
                </a:solidFill>
                <a:ea typeface="宋体" pitchFamily="2" charset="-122"/>
                <a:sym typeface="Symbol" pitchFamily="18" charset="2"/>
              </a:rPr>
              <a:t></a:t>
            </a:r>
            <a:r>
              <a:rPr lang="en-US" altLang="zh-CN" sz="2400" b="1" baseline="-25000">
                <a:solidFill>
                  <a:schemeClr val="tx1"/>
                </a:solidFill>
                <a:ea typeface="宋体" pitchFamily="2" charset="-122"/>
              </a:rPr>
              <a:t>r</a:t>
            </a:r>
            <a:r>
              <a:rPr lang="zh-CN" altLang="en-US" sz="2400" b="1">
                <a:solidFill>
                  <a:schemeClr val="tx1"/>
                </a:solidFill>
                <a:ea typeface="宋体" pitchFamily="2" charset="-122"/>
              </a:rPr>
              <a:t>，求球外的电场分布以及贴近金属球表面的油面上的束缚电荷总量</a:t>
            </a:r>
          </a:p>
        </p:txBody>
      </p:sp>
      <p:sp>
        <p:nvSpPr>
          <p:cNvPr id="457785" name="Rectangle 57" descr="5%"/>
          <p:cNvSpPr>
            <a:spLocks noChangeArrowheads="1"/>
          </p:cNvSpPr>
          <p:nvPr/>
        </p:nvSpPr>
        <p:spPr bwMode="auto">
          <a:xfrm>
            <a:off x="4859338" y="3886200"/>
            <a:ext cx="3657600" cy="2286000"/>
          </a:xfrm>
          <a:prstGeom prst="rect">
            <a:avLst/>
          </a:prstGeom>
          <a:pattFill prst="pct5">
            <a:fgClr>
              <a:srgbClr val="000000"/>
            </a:fgClr>
            <a:bgClr>
              <a:srgbClr val="CCFFFF"/>
            </a:bgClr>
          </a:pattFill>
          <a:ln>
            <a:noFill/>
          </a:ln>
          <a:effectLst/>
          <a:extLs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57786" name="Oval 58"/>
          <p:cNvSpPr>
            <a:spLocks noChangeArrowheads="1"/>
          </p:cNvSpPr>
          <p:nvPr/>
        </p:nvSpPr>
        <p:spPr bwMode="auto">
          <a:xfrm>
            <a:off x="5940425" y="4652963"/>
            <a:ext cx="1152525" cy="1219200"/>
          </a:xfrm>
          <a:prstGeom prst="ellipse">
            <a:avLst/>
          </a:prstGeom>
          <a:solidFill>
            <a:srgbClr val="FF0000"/>
          </a:solidFill>
          <a:ln w="57150" cmpd="thickThin">
            <a:solidFill>
              <a:srgbClr val="FF0000"/>
            </a:solidFill>
            <a:round/>
            <a:headEnd/>
            <a:tailEnd/>
          </a:ln>
        </p:spPr>
        <p:txBody>
          <a:bodyPr anchor="ctr">
            <a:spAutoFit/>
          </a:bodyPr>
          <a:lstStyle/>
          <a:p>
            <a:endParaRPr lang="zh-CN" altLang="en-US"/>
          </a:p>
        </p:txBody>
      </p:sp>
      <p:grpSp>
        <p:nvGrpSpPr>
          <p:cNvPr id="457787" name="Group 59"/>
          <p:cNvGrpSpPr>
            <a:grpSpLocks/>
          </p:cNvGrpSpPr>
          <p:nvPr/>
        </p:nvGrpSpPr>
        <p:grpSpPr bwMode="auto">
          <a:xfrm>
            <a:off x="5918200" y="4648200"/>
            <a:ext cx="1193800" cy="1219200"/>
            <a:chOff x="3725" y="2928"/>
            <a:chExt cx="883" cy="768"/>
          </a:xfrm>
        </p:grpSpPr>
        <p:sp>
          <p:nvSpPr>
            <p:cNvPr id="31779" name="Text Box 60"/>
            <p:cNvSpPr txBox="1">
              <a:spLocks noChangeArrowheads="1"/>
            </p:cNvSpPr>
            <p:nvPr/>
          </p:nvSpPr>
          <p:spPr bwMode="auto">
            <a:xfrm>
              <a:off x="3725" y="3168"/>
              <a:ext cx="26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en-US" altLang="zh-CN" sz="2400">
                  <a:solidFill>
                    <a:schemeClr val="bg1"/>
                  </a:solidFill>
                  <a:ea typeface="隶书" pitchFamily="49" charset="-122"/>
                </a:rPr>
                <a:t>+</a:t>
              </a:r>
            </a:p>
          </p:txBody>
        </p:sp>
        <p:sp>
          <p:nvSpPr>
            <p:cNvPr id="31780" name="Text Box 61"/>
            <p:cNvSpPr txBox="1">
              <a:spLocks noChangeArrowheads="1"/>
            </p:cNvSpPr>
            <p:nvPr/>
          </p:nvSpPr>
          <p:spPr bwMode="auto">
            <a:xfrm>
              <a:off x="4379" y="3216"/>
              <a:ext cx="22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en-US" altLang="zh-CN" sz="2400">
                  <a:solidFill>
                    <a:schemeClr val="bg1"/>
                  </a:solidFill>
                  <a:ea typeface="隶书" pitchFamily="49" charset="-122"/>
                </a:rPr>
                <a:t>+</a:t>
              </a:r>
            </a:p>
          </p:txBody>
        </p:sp>
        <p:sp>
          <p:nvSpPr>
            <p:cNvPr id="31781" name="Text Box 62"/>
            <p:cNvSpPr txBox="1">
              <a:spLocks noChangeArrowheads="1"/>
            </p:cNvSpPr>
            <p:nvPr/>
          </p:nvSpPr>
          <p:spPr bwMode="auto">
            <a:xfrm>
              <a:off x="3885" y="3408"/>
              <a:ext cx="26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en-US" altLang="zh-CN" sz="2400">
                  <a:solidFill>
                    <a:schemeClr val="bg1"/>
                  </a:solidFill>
                  <a:ea typeface="隶书" pitchFamily="49" charset="-122"/>
                </a:rPr>
                <a:t>+</a:t>
              </a:r>
            </a:p>
          </p:txBody>
        </p:sp>
        <p:sp>
          <p:nvSpPr>
            <p:cNvPr id="31782" name="Text Box 63"/>
            <p:cNvSpPr txBox="1">
              <a:spLocks noChangeArrowheads="1"/>
            </p:cNvSpPr>
            <p:nvPr/>
          </p:nvSpPr>
          <p:spPr bwMode="auto">
            <a:xfrm>
              <a:off x="4221" y="3408"/>
              <a:ext cx="26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en-US" altLang="zh-CN" sz="2400">
                  <a:solidFill>
                    <a:schemeClr val="bg1"/>
                  </a:solidFill>
                  <a:ea typeface="隶书" pitchFamily="49" charset="-122"/>
                </a:rPr>
                <a:t>+</a:t>
              </a:r>
            </a:p>
          </p:txBody>
        </p:sp>
        <p:sp>
          <p:nvSpPr>
            <p:cNvPr id="31783" name="Text Box 64"/>
            <p:cNvSpPr txBox="1">
              <a:spLocks noChangeArrowheads="1"/>
            </p:cNvSpPr>
            <p:nvPr/>
          </p:nvSpPr>
          <p:spPr bwMode="auto">
            <a:xfrm>
              <a:off x="4205" y="2928"/>
              <a:ext cx="26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en-US" altLang="zh-CN" sz="2400">
                  <a:solidFill>
                    <a:schemeClr val="bg1"/>
                  </a:solidFill>
                  <a:ea typeface="隶书" pitchFamily="49" charset="-122"/>
                </a:rPr>
                <a:t>+</a:t>
              </a:r>
            </a:p>
          </p:txBody>
        </p:sp>
        <p:sp>
          <p:nvSpPr>
            <p:cNvPr id="31784" name="Text Box 65"/>
            <p:cNvSpPr txBox="1">
              <a:spLocks noChangeArrowheads="1"/>
            </p:cNvSpPr>
            <p:nvPr/>
          </p:nvSpPr>
          <p:spPr bwMode="auto">
            <a:xfrm>
              <a:off x="3868" y="2928"/>
              <a:ext cx="26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en-US" altLang="zh-CN" sz="2400">
                  <a:solidFill>
                    <a:schemeClr val="bg1"/>
                  </a:solidFill>
                  <a:ea typeface="隶书" pitchFamily="49" charset="-122"/>
                </a:rPr>
                <a:t>+</a:t>
              </a:r>
            </a:p>
          </p:txBody>
        </p:sp>
      </p:grpSp>
      <p:sp>
        <p:nvSpPr>
          <p:cNvPr id="457794" name="Oval 66"/>
          <p:cNvSpPr>
            <a:spLocks noChangeArrowheads="1"/>
          </p:cNvSpPr>
          <p:nvPr/>
        </p:nvSpPr>
        <p:spPr bwMode="auto">
          <a:xfrm>
            <a:off x="5634038" y="4343400"/>
            <a:ext cx="1817687" cy="1828800"/>
          </a:xfrm>
          <a:prstGeom prst="ellipse">
            <a:avLst/>
          </a:prstGeom>
          <a:noFill/>
          <a:ln w="38100">
            <a:solidFill>
              <a:srgbClr val="FF99FF"/>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57795" name="Line 67"/>
          <p:cNvSpPr>
            <a:spLocks noChangeShapeType="1"/>
          </p:cNvSpPr>
          <p:nvPr/>
        </p:nvSpPr>
        <p:spPr bwMode="auto">
          <a:xfrm flipV="1">
            <a:off x="6443663" y="4343400"/>
            <a:ext cx="1295400" cy="990600"/>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57796" name="Line 68"/>
          <p:cNvSpPr>
            <a:spLocks noChangeShapeType="1"/>
          </p:cNvSpPr>
          <p:nvPr/>
        </p:nvSpPr>
        <p:spPr bwMode="auto">
          <a:xfrm>
            <a:off x="6500813" y="5314950"/>
            <a:ext cx="381000" cy="3810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57797" name="Text Box 69"/>
          <p:cNvSpPr txBox="1">
            <a:spLocks noChangeArrowheads="1"/>
          </p:cNvSpPr>
          <p:nvPr/>
        </p:nvSpPr>
        <p:spPr bwMode="auto">
          <a:xfrm>
            <a:off x="7848600" y="3886200"/>
            <a:ext cx="3873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en-US" altLang="zh-CN" sz="2400" b="1">
                <a:solidFill>
                  <a:srgbClr val="CC0000"/>
                </a:solidFill>
                <a:ea typeface="隶书" pitchFamily="49" charset="-122"/>
              </a:rPr>
              <a:t>E</a:t>
            </a:r>
            <a:endParaRPr lang="en-US" altLang="zh-CN" sz="2400">
              <a:solidFill>
                <a:srgbClr val="CC0000"/>
              </a:solidFill>
              <a:ea typeface="隶书" pitchFamily="49" charset="-122"/>
            </a:endParaRPr>
          </a:p>
        </p:txBody>
      </p:sp>
      <p:sp>
        <p:nvSpPr>
          <p:cNvPr id="457798" name="Text Box 70"/>
          <p:cNvSpPr txBox="1">
            <a:spLocks noChangeArrowheads="1"/>
          </p:cNvSpPr>
          <p:nvPr/>
        </p:nvSpPr>
        <p:spPr bwMode="auto">
          <a:xfrm>
            <a:off x="7824788" y="4419600"/>
            <a:ext cx="404812"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en-US" altLang="zh-CN" sz="2400" b="1">
                <a:solidFill>
                  <a:srgbClr val="CC0000"/>
                </a:solidFill>
                <a:ea typeface="隶书" pitchFamily="49" charset="-122"/>
              </a:rPr>
              <a:t>D</a:t>
            </a:r>
            <a:endParaRPr lang="en-US" altLang="zh-CN" sz="2400">
              <a:solidFill>
                <a:srgbClr val="CC0000"/>
              </a:solidFill>
              <a:ea typeface="隶书" pitchFamily="49" charset="-122"/>
            </a:endParaRPr>
          </a:p>
        </p:txBody>
      </p:sp>
      <p:sp>
        <p:nvSpPr>
          <p:cNvPr id="457799" name="Text Box 71"/>
          <p:cNvSpPr txBox="1">
            <a:spLocks noChangeArrowheads="1"/>
          </p:cNvSpPr>
          <p:nvPr/>
        </p:nvSpPr>
        <p:spPr bwMode="auto">
          <a:xfrm>
            <a:off x="6238875" y="5027613"/>
            <a:ext cx="3556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en-US" altLang="zh-CN" sz="2400" b="1">
                <a:solidFill>
                  <a:schemeClr val="bg1"/>
                </a:solidFill>
                <a:ea typeface="隶书" pitchFamily="49" charset="-122"/>
              </a:rPr>
              <a:t>q</a:t>
            </a:r>
          </a:p>
        </p:txBody>
      </p:sp>
      <p:sp>
        <p:nvSpPr>
          <p:cNvPr id="457800" name="Text Box 72"/>
          <p:cNvSpPr txBox="1">
            <a:spLocks noChangeArrowheads="1"/>
          </p:cNvSpPr>
          <p:nvPr/>
        </p:nvSpPr>
        <p:spPr bwMode="auto">
          <a:xfrm>
            <a:off x="5116513" y="4419600"/>
            <a:ext cx="4381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en-US" altLang="zh-CN" sz="2400">
                <a:solidFill>
                  <a:srgbClr val="CC0000"/>
                </a:solidFill>
                <a:ea typeface="隶书" pitchFamily="49" charset="-122"/>
              </a:rPr>
              <a:t>q’</a:t>
            </a:r>
          </a:p>
        </p:txBody>
      </p:sp>
      <p:grpSp>
        <p:nvGrpSpPr>
          <p:cNvPr id="457801" name="Group 73"/>
          <p:cNvGrpSpPr>
            <a:grpSpLocks/>
          </p:cNvGrpSpPr>
          <p:nvPr/>
        </p:nvGrpSpPr>
        <p:grpSpPr bwMode="auto">
          <a:xfrm>
            <a:off x="5724525" y="4648200"/>
            <a:ext cx="1544638" cy="1295400"/>
            <a:chOff x="3648" y="2928"/>
            <a:chExt cx="973" cy="816"/>
          </a:xfrm>
        </p:grpSpPr>
        <p:sp>
          <p:nvSpPr>
            <p:cNvPr id="31771" name="Line 74"/>
            <p:cNvSpPr>
              <a:spLocks noChangeShapeType="1"/>
            </p:cNvSpPr>
            <p:nvPr/>
          </p:nvSpPr>
          <p:spPr bwMode="auto">
            <a:xfrm>
              <a:off x="4272" y="3744"/>
              <a:ext cx="96" cy="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1772" name="Line 75"/>
            <p:cNvSpPr>
              <a:spLocks noChangeShapeType="1"/>
            </p:cNvSpPr>
            <p:nvPr/>
          </p:nvSpPr>
          <p:spPr bwMode="auto">
            <a:xfrm>
              <a:off x="3936" y="2928"/>
              <a:ext cx="96" cy="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1773" name="Line 76"/>
            <p:cNvSpPr>
              <a:spLocks noChangeShapeType="1"/>
            </p:cNvSpPr>
            <p:nvPr/>
          </p:nvSpPr>
          <p:spPr bwMode="auto">
            <a:xfrm>
              <a:off x="3648" y="3072"/>
              <a:ext cx="96" cy="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1774" name="Line 77"/>
            <p:cNvSpPr>
              <a:spLocks noChangeShapeType="1"/>
            </p:cNvSpPr>
            <p:nvPr/>
          </p:nvSpPr>
          <p:spPr bwMode="auto">
            <a:xfrm>
              <a:off x="3648" y="3360"/>
              <a:ext cx="96" cy="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1775" name="Line 78"/>
            <p:cNvSpPr>
              <a:spLocks noChangeShapeType="1"/>
            </p:cNvSpPr>
            <p:nvPr/>
          </p:nvSpPr>
          <p:spPr bwMode="auto">
            <a:xfrm>
              <a:off x="3840" y="3648"/>
              <a:ext cx="96" cy="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1776" name="Line 79"/>
            <p:cNvSpPr>
              <a:spLocks noChangeShapeType="1"/>
            </p:cNvSpPr>
            <p:nvPr/>
          </p:nvSpPr>
          <p:spPr bwMode="auto">
            <a:xfrm>
              <a:off x="4480" y="3552"/>
              <a:ext cx="96" cy="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1777" name="Line 80"/>
            <p:cNvSpPr>
              <a:spLocks noChangeShapeType="1"/>
            </p:cNvSpPr>
            <p:nvPr/>
          </p:nvSpPr>
          <p:spPr bwMode="auto">
            <a:xfrm>
              <a:off x="4525" y="3264"/>
              <a:ext cx="96" cy="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1778" name="Line 81"/>
            <p:cNvSpPr>
              <a:spLocks noChangeShapeType="1"/>
            </p:cNvSpPr>
            <p:nvPr/>
          </p:nvSpPr>
          <p:spPr bwMode="auto">
            <a:xfrm>
              <a:off x="4344" y="2928"/>
              <a:ext cx="96" cy="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457810" name="Rectangle 82"/>
          <p:cNvSpPr>
            <a:spLocks noChangeArrowheads="1"/>
          </p:cNvSpPr>
          <p:nvPr/>
        </p:nvSpPr>
        <p:spPr bwMode="auto">
          <a:xfrm>
            <a:off x="7391400" y="3886200"/>
            <a:ext cx="369888"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pPr>
            <a:r>
              <a:rPr lang="en-US" altLang="zh-CN" sz="2400" b="1">
                <a:solidFill>
                  <a:srgbClr val="CC0000"/>
                </a:solidFill>
                <a:ea typeface="隶书" pitchFamily="49" charset="-122"/>
              </a:rPr>
              <a:t>P</a:t>
            </a:r>
          </a:p>
        </p:txBody>
      </p:sp>
      <p:sp>
        <p:nvSpPr>
          <p:cNvPr id="457811" name="Text Box 83"/>
          <p:cNvSpPr txBox="1">
            <a:spLocks noChangeArrowheads="1"/>
          </p:cNvSpPr>
          <p:nvPr/>
        </p:nvSpPr>
        <p:spPr bwMode="auto">
          <a:xfrm>
            <a:off x="250825" y="1628775"/>
            <a:ext cx="8497888" cy="82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50000"/>
              </a:spcBef>
            </a:pPr>
            <a:r>
              <a:rPr lang="zh-CN" altLang="en-US" sz="2400" b="1">
                <a:solidFill>
                  <a:schemeClr val="folHlink"/>
                </a:solidFill>
                <a:ea typeface="宋体" pitchFamily="2" charset="-122"/>
              </a:rPr>
              <a:t>解</a:t>
            </a:r>
            <a:r>
              <a:rPr lang="zh-CN" altLang="en-US" sz="2400" b="1">
                <a:solidFill>
                  <a:schemeClr val="tx1"/>
                </a:solidFill>
                <a:ea typeface="宋体" pitchFamily="2" charset="-122"/>
              </a:rPr>
              <a:t>：油为各向同性介质，根据球对称性</a:t>
            </a:r>
            <a:r>
              <a:rPr lang="en-US" altLang="zh-CN" sz="2400" b="1">
                <a:solidFill>
                  <a:schemeClr val="tx1"/>
                </a:solidFill>
                <a:ea typeface="宋体" pitchFamily="2" charset="-122"/>
              </a:rPr>
              <a:t>,</a:t>
            </a:r>
            <a:r>
              <a:rPr lang="zh-CN" altLang="en-US" sz="2400" b="1">
                <a:solidFill>
                  <a:schemeClr val="tx1"/>
                </a:solidFill>
                <a:ea typeface="宋体" pitchFamily="2" charset="-122"/>
              </a:rPr>
              <a:t>求介质中球外一点的场强，由高斯定理得</a:t>
            </a:r>
          </a:p>
        </p:txBody>
      </p:sp>
      <p:graphicFrame>
        <p:nvGraphicFramePr>
          <p:cNvPr id="457812" name="Object 84"/>
          <p:cNvGraphicFramePr>
            <a:graphicFrameLocks noChangeAspect="1"/>
          </p:cNvGraphicFramePr>
          <p:nvPr/>
        </p:nvGraphicFramePr>
        <p:xfrm>
          <a:off x="611188" y="2565400"/>
          <a:ext cx="3448050" cy="704850"/>
        </p:xfrm>
        <a:graphic>
          <a:graphicData uri="http://schemas.openxmlformats.org/presentationml/2006/ole">
            <mc:AlternateContent xmlns:mc="http://schemas.openxmlformats.org/markup-compatibility/2006">
              <mc:Choice xmlns:v="urn:schemas-microsoft-com:vml" Requires="v">
                <p:oleObj spid="_x0000_s32443" name="公式" r:id="rId3" imgW="1485255" imgH="304668" progId="Equation.3">
                  <p:embed/>
                </p:oleObj>
              </mc:Choice>
              <mc:Fallback>
                <p:oleObj name="公式" r:id="rId3" imgW="1485255" imgH="304668" progId="Equation.3">
                  <p:embed/>
                  <p:pic>
                    <p:nvPicPr>
                      <p:cNvPr id="0" name="Object 8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2565400"/>
                        <a:ext cx="3448050" cy="704850"/>
                      </a:xfrm>
                      <a:prstGeom prst="rect">
                        <a:avLst/>
                      </a:prstGeom>
                      <a:noFill/>
                      <a:ln>
                        <a:noFill/>
                      </a:ln>
                      <a:effectLst/>
                      <a:extLst>
                        <a:ext uri="{909E8E84-426E-40DD-AFC4-6F175D3DCCD1}">
                          <a14:hiddenFill xmlns:a14="http://schemas.microsoft.com/office/drawing/2010/main">
                            <a:solidFill>
                              <a:srgbClr val="FFFF00">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7813" name="Object 85"/>
          <p:cNvGraphicFramePr>
            <a:graphicFrameLocks noChangeAspect="1"/>
          </p:cNvGraphicFramePr>
          <p:nvPr/>
        </p:nvGraphicFramePr>
        <p:xfrm>
          <a:off x="5724525" y="2492375"/>
          <a:ext cx="1374775" cy="803275"/>
        </p:xfrm>
        <a:graphic>
          <a:graphicData uri="http://schemas.openxmlformats.org/presentationml/2006/ole">
            <mc:AlternateContent xmlns:mc="http://schemas.openxmlformats.org/markup-compatibility/2006">
              <mc:Choice xmlns:v="urn:schemas-microsoft-com:vml" Requires="v">
                <p:oleObj spid="_x0000_s32444" name="公式" r:id="rId5" imgW="672808" imgH="393529" progId="Equation.3">
                  <p:embed/>
                </p:oleObj>
              </mc:Choice>
              <mc:Fallback>
                <p:oleObj name="公式" r:id="rId5" imgW="672808" imgH="393529" progId="Equation.3">
                  <p:embed/>
                  <p:pic>
                    <p:nvPicPr>
                      <p:cNvPr id="0" name="Object 8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24525" y="2492375"/>
                        <a:ext cx="1374775" cy="803275"/>
                      </a:xfrm>
                      <a:prstGeom prst="rect">
                        <a:avLst/>
                      </a:prstGeom>
                      <a:solidFill>
                        <a:srgbClr val="FFCC00">
                          <a:alpha val="50195"/>
                        </a:srgb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7814" name="Object 86"/>
          <p:cNvGraphicFramePr>
            <a:graphicFrameLocks noChangeAspect="1"/>
          </p:cNvGraphicFramePr>
          <p:nvPr/>
        </p:nvGraphicFramePr>
        <p:xfrm>
          <a:off x="539750" y="3284538"/>
          <a:ext cx="3581400" cy="1058862"/>
        </p:xfrm>
        <a:graphic>
          <a:graphicData uri="http://schemas.openxmlformats.org/presentationml/2006/ole">
            <mc:AlternateContent xmlns:mc="http://schemas.openxmlformats.org/markup-compatibility/2006">
              <mc:Choice xmlns:v="urn:schemas-microsoft-com:vml" Requires="v">
                <p:oleObj spid="_x0000_s32445" name="Equation" r:id="rId7" imgW="1778000" imgH="457200" progId="Equation.DSMT4">
                  <p:embed/>
                </p:oleObj>
              </mc:Choice>
              <mc:Fallback>
                <p:oleObj name="Equation" r:id="rId7" imgW="1778000" imgH="457200" progId="Equation.DSMT4">
                  <p:embed/>
                  <p:pic>
                    <p:nvPicPr>
                      <p:cNvPr id="0" name="Object 8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9750" y="3284538"/>
                        <a:ext cx="3581400" cy="1058862"/>
                      </a:xfrm>
                      <a:prstGeom prst="rect">
                        <a:avLst/>
                      </a:prstGeom>
                      <a:noFill/>
                      <a:ln>
                        <a:noFill/>
                      </a:ln>
                      <a:effectLst/>
                      <a:extLst>
                        <a:ext uri="{909E8E84-426E-40DD-AFC4-6F175D3DCCD1}">
                          <a14:hiddenFill xmlns:a14="http://schemas.microsoft.com/office/drawing/2010/main">
                            <a:gradFill rotWithShape="0">
                              <a:gsLst>
                                <a:gs pos="0">
                                  <a:srgbClr val="FFD5FF"/>
                                </a:gs>
                                <a:gs pos="100000">
                                  <a:srgbClr val="FFFFCC"/>
                                </a:gs>
                              </a:gsLst>
                              <a:lin ang="5400000" scaled="1"/>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7815" name="Text Box 87"/>
          <p:cNvSpPr txBox="1">
            <a:spLocks noChangeArrowheads="1"/>
          </p:cNvSpPr>
          <p:nvPr/>
        </p:nvSpPr>
        <p:spPr bwMode="auto">
          <a:xfrm>
            <a:off x="323850" y="4581525"/>
            <a:ext cx="7937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zh-CN" altLang="en-US" sz="2400">
                <a:solidFill>
                  <a:srgbClr val="CC0000"/>
                </a:solidFill>
                <a:ea typeface="隶书" pitchFamily="49" charset="-122"/>
              </a:rPr>
              <a:t>又：</a:t>
            </a:r>
          </a:p>
        </p:txBody>
      </p:sp>
      <p:graphicFrame>
        <p:nvGraphicFramePr>
          <p:cNvPr id="457816" name="Object 88"/>
          <p:cNvGraphicFramePr>
            <a:graphicFrameLocks noChangeAspect="1"/>
          </p:cNvGraphicFramePr>
          <p:nvPr/>
        </p:nvGraphicFramePr>
        <p:xfrm>
          <a:off x="1379538" y="4508500"/>
          <a:ext cx="1692275" cy="793750"/>
        </p:xfrm>
        <a:graphic>
          <a:graphicData uri="http://schemas.openxmlformats.org/presentationml/2006/ole">
            <mc:AlternateContent xmlns:mc="http://schemas.openxmlformats.org/markup-compatibility/2006">
              <mc:Choice xmlns:v="urn:schemas-microsoft-com:vml" Requires="v">
                <p:oleObj spid="_x0000_s32446" name="Equation" r:id="rId9" imgW="901309" imgH="431613" progId="Equation.DSMT4">
                  <p:embed/>
                </p:oleObj>
              </mc:Choice>
              <mc:Fallback>
                <p:oleObj name="Equation" r:id="rId9" imgW="901309" imgH="431613" progId="Equation.DSMT4">
                  <p:embed/>
                  <p:pic>
                    <p:nvPicPr>
                      <p:cNvPr id="0" name="Object 8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79538" y="4508500"/>
                        <a:ext cx="1692275" cy="793750"/>
                      </a:xfrm>
                      <a:prstGeom prst="rect">
                        <a:avLst/>
                      </a:prstGeom>
                      <a:noFill/>
                      <a:ln>
                        <a:noFill/>
                      </a:ln>
                      <a:effectLst/>
                      <a:extLst>
                        <a:ext uri="{909E8E84-426E-40DD-AFC4-6F175D3DCCD1}">
                          <a14:hiddenFill xmlns:a14="http://schemas.microsoft.com/office/drawing/2010/main">
                            <a:gradFill rotWithShape="0">
                              <a:gsLst>
                                <a:gs pos="0">
                                  <a:srgbClr val="FFD5FF"/>
                                </a:gs>
                                <a:gs pos="100000">
                                  <a:srgbClr val="FFFFCC"/>
                                </a:gs>
                              </a:gsLst>
                              <a:lin ang="5400000" scaled="1"/>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7818" name="Object 90"/>
          <p:cNvGraphicFramePr>
            <a:graphicFrameLocks noChangeAspect="1"/>
          </p:cNvGraphicFramePr>
          <p:nvPr/>
        </p:nvGraphicFramePr>
        <p:xfrm>
          <a:off x="395288" y="5556250"/>
          <a:ext cx="1873250" cy="1401763"/>
        </p:xfrm>
        <a:graphic>
          <a:graphicData uri="http://schemas.openxmlformats.org/presentationml/2006/ole">
            <mc:AlternateContent xmlns:mc="http://schemas.openxmlformats.org/markup-compatibility/2006">
              <mc:Choice xmlns:v="urn:schemas-microsoft-com:vml" Requires="v">
                <p:oleObj spid="_x0000_s32447" name="Equation" r:id="rId11" imgW="914400" imgH="685800" progId="Equation.DSMT4">
                  <p:embed/>
                </p:oleObj>
              </mc:Choice>
              <mc:Fallback>
                <p:oleObj name="Equation" r:id="rId11" imgW="914400" imgH="685800" progId="Equation.DSMT4">
                  <p:embed/>
                  <p:pic>
                    <p:nvPicPr>
                      <p:cNvPr id="0" name="Object 9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5288" y="5556250"/>
                        <a:ext cx="1873250" cy="1401763"/>
                      </a:xfrm>
                      <a:prstGeom prst="rect">
                        <a:avLst/>
                      </a:prstGeom>
                      <a:noFill/>
                      <a:ln>
                        <a:noFill/>
                      </a:ln>
                      <a:effectLst/>
                      <a:extLst>
                        <a:ext uri="{909E8E84-426E-40DD-AFC4-6F175D3DCCD1}">
                          <a14:hiddenFill xmlns:a14="http://schemas.microsoft.com/office/drawing/2010/main">
                            <a:gradFill rotWithShape="0">
                              <a:gsLst>
                                <a:gs pos="0">
                                  <a:srgbClr val="FFFFCC"/>
                                </a:gs>
                                <a:gs pos="100000">
                                  <a:srgbClr val="FFD5FF"/>
                                </a:gs>
                              </a:gsLst>
                              <a:lin ang="5400000" scaled="1"/>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7819" name="AutoShape 91"/>
          <p:cNvSpPr>
            <a:spLocks/>
          </p:cNvSpPr>
          <p:nvPr/>
        </p:nvSpPr>
        <p:spPr bwMode="auto">
          <a:xfrm>
            <a:off x="2590800" y="5638800"/>
            <a:ext cx="304800" cy="914400"/>
          </a:xfrm>
          <a:prstGeom prst="rightBrace">
            <a:avLst>
              <a:gd name="adj1" fmla="val 25000"/>
              <a:gd name="adj2" fmla="val 50000"/>
            </a:avLst>
          </a:prstGeom>
          <a:noFill/>
          <a:ln w="38100">
            <a:solidFill>
              <a:schemeClr val="accent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457820" name="Object 92"/>
          <p:cNvGraphicFramePr>
            <a:graphicFrameLocks noChangeAspect="1"/>
          </p:cNvGraphicFramePr>
          <p:nvPr/>
        </p:nvGraphicFramePr>
        <p:xfrm>
          <a:off x="2971800" y="5562600"/>
          <a:ext cx="2147888" cy="1087438"/>
        </p:xfrm>
        <a:graphic>
          <a:graphicData uri="http://schemas.openxmlformats.org/presentationml/2006/ole">
            <mc:AlternateContent xmlns:mc="http://schemas.openxmlformats.org/markup-compatibility/2006">
              <mc:Choice xmlns:v="urn:schemas-microsoft-com:vml" Requires="v">
                <p:oleObj spid="_x0000_s32448" name="公式" r:id="rId13" imgW="850531" imgH="431613" progId="Equation.3">
                  <p:embed/>
                </p:oleObj>
              </mc:Choice>
              <mc:Fallback>
                <p:oleObj name="公式" r:id="rId13" imgW="850531" imgH="431613" progId="Equation.3">
                  <p:embed/>
                  <p:pic>
                    <p:nvPicPr>
                      <p:cNvPr id="0" name="Object 9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971800" y="5562600"/>
                        <a:ext cx="2147888" cy="1087438"/>
                      </a:xfrm>
                      <a:prstGeom prst="rect">
                        <a:avLst/>
                      </a:prstGeom>
                      <a:solidFill>
                        <a:srgbClr val="FF9900"/>
                      </a:solidFill>
                      <a:ln w="9525">
                        <a:solidFill>
                          <a:srgbClr val="FFCC99"/>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7821" name="Object 93"/>
          <p:cNvGraphicFramePr>
            <a:graphicFrameLocks noChangeAspect="1"/>
          </p:cNvGraphicFramePr>
          <p:nvPr/>
        </p:nvGraphicFramePr>
        <p:xfrm>
          <a:off x="5165725" y="6008688"/>
          <a:ext cx="4014788" cy="973137"/>
        </p:xfrm>
        <a:graphic>
          <a:graphicData uri="http://schemas.openxmlformats.org/presentationml/2006/ole">
            <mc:AlternateContent xmlns:mc="http://schemas.openxmlformats.org/markup-compatibility/2006">
              <mc:Choice xmlns:v="urn:schemas-microsoft-com:vml" Requires="v">
                <p:oleObj spid="_x0000_s32449" name="公式" r:id="rId15" imgW="1777229" imgH="431613" progId="Equation.3">
                  <p:embed/>
                </p:oleObj>
              </mc:Choice>
              <mc:Fallback>
                <p:oleObj name="公式" r:id="rId15" imgW="1777229" imgH="431613" progId="Equation.3">
                  <p:embed/>
                  <p:pic>
                    <p:nvPicPr>
                      <p:cNvPr id="0" name="Object 9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165725" y="6008688"/>
                        <a:ext cx="4014788" cy="973137"/>
                      </a:xfrm>
                      <a:prstGeom prst="rect">
                        <a:avLst/>
                      </a:prstGeom>
                      <a:noFill/>
                      <a:ln>
                        <a:noFill/>
                      </a:ln>
                      <a:effectLst/>
                      <a:extLst>
                        <a:ext uri="{909E8E84-426E-40DD-AFC4-6F175D3DCCD1}">
                          <a14:hiddenFill xmlns:a14="http://schemas.microsoft.com/office/drawing/2010/main">
                            <a:gradFill rotWithShape="0">
                              <a:gsLst>
                                <a:gs pos="0">
                                  <a:srgbClr val="FFFFCC"/>
                                </a:gs>
                                <a:gs pos="100000">
                                  <a:srgbClr val="CCFFFF"/>
                                </a:gs>
                              </a:gsLst>
                              <a:lin ang="5400000" scaled="1"/>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769" name="Line 81"/>
          <p:cNvSpPr>
            <a:spLocks noChangeShapeType="1"/>
          </p:cNvSpPr>
          <p:nvPr/>
        </p:nvSpPr>
        <p:spPr bwMode="auto">
          <a:xfrm>
            <a:off x="6435725" y="4581525"/>
            <a:ext cx="152400" cy="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1770" name="Line 81"/>
          <p:cNvSpPr>
            <a:spLocks noChangeShapeType="1"/>
          </p:cNvSpPr>
          <p:nvPr/>
        </p:nvSpPr>
        <p:spPr bwMode="auto">
          <a:xfrm>
            <a:off x="7092950" y="4868863"/>
            <a:ext cx="152400" cy="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57784">
                                            <p:txEl>
                                              <p:pRg st="0" end="0"/>
                                            </p:txEl>
                                          </p:spTgt>
                                        </p:tgtEl>
                                        <p:attrNameLst>
                                          <p:attrName>style.visibility</p:attrName>
                                        </p:attrNameLst>
                                      </p:cBhvr>
                                      <p:to>
                                        <p:strVal val="visible"/>
                                      </p:to>
                                    </p:set>
                                    <p:animEffect transition="in" filter="wipe(left)">
                                      <p:cBhvr>
                                        <p:cTn id="7" dur="500"/>
                                        <p:tgtEl>
                                          <p:spTgt spid="45778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57785"/>
                                        </p:tgtEl>
                                        <p:attrNameLst>
                                          <p:attrName>style.visibility</p:attrName>
                                        </p:attrNameLst>
                                      </p:cBhvr>
                                      <p:to>
                                        <p:strVal val="visible"/>
                                      </p:to>
                                    </p:set>
                                    <p:animEffect transition="in" filter="dissolve">
                                      <p:cBhvr>
                                        <p:cTn id="12" dur="500"/>
                                        <p:tgtEl>
                                          <p:spTgt spid="45778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57786"/>
                                        </p:tgtEl>
                                        <p:attrNameLst>
                                          <p:attrName>style.visibility</p:attrName>
                                        </p:attrNameLst>
                                      </p:cBhvr>
                                      <p:to>
                                        <p:strVal val="visible"/>
                                      </p:to>
                                    </p:set>
                                    <p:animEffect transition="in" filter="dissolve">
                                      <p:cBhvr>
                                        <p:cTn id="17" dur="500"/>
                                        <p:tgtEl>
                                          <p:spTgt spid="45778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457801"/>
                                        </p:tgtEl>
                                        <p:attrNameLst>
                                          <p:attrName>style.visibility</p:attrName>
                                        </p:attrNameLst>
                                      </p:cBhvr>
                                      <p:to>
                                        <p:strVal val="visible"/>
                                      </p:to>
                                    </p:set>
                                    <p:animEffect transition="in" filter="dissolve">
                                      <p:cBhvr>
                                        <p:cTn id="22" dur="500"/>
                                        <p:tgtEl>
                                          <p:spTgt spid="45780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457799">
                                            <p:txEl>
                                              <p:pRg st="0" end="0"/>
                                            </p:txEl>
                                          </p:spTgt>
                                        </p:tgtEl>
                                        <p:attrNameLst>
                                          <p:attrName>style.visibility</p:attrName>
                                        </p:attrNameLst>
                                      </p:cBhvr>
                                      <p:to>
                                        <p:strVal val="visible"/>
                                      </p:to>
                                    </p:set>
                                    <p:animEffect transition="in" filter="dissolve">
                                      <p:cBhvr>
                                        <p:cTn id="27" dur="500"/>
                                        <p:tgtEl>
                                          <p:spTgt spid="457799">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457796"/>
                                        </p:tgtEl>
                                        <p:attrNameLst>
                                          <p:attrName>style.visibility</p:attrName>
                                        </p:attrNameLst>
                                      </p:cBhvr>
                                      <p:to>
                                        <p:strVal val="visible"/>
                                      </p:to>
                                    </p:set>
                                    <p:animEffect transition="in" filter="dissolve">
                                      <p:cBhvr>
                                        <p:cTn id="32" dur="500"/>
                                        <p:tgtEl>
                                          <p:spTgt spid="45779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457787"/>
                                        </p:tgtEl>
                                        <p:attrNameLst>
                                          <p:attrName>style.visibility</p:attrName>
                                        </p:attrNameLst>
                                      </p:cBhvr>
                                      <p:to>
                                        <p:strVal val="visible"/>
                                      </p:to>
                                    </p:set>
                                    <p:animEffect transition="in" filter="dissolve">
                                      <p:cBhvr>
                                        <p:cTn id="37" dur="500"/>
                                        <p:tgtEl>
                                          <p:spTgt spid="45778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457798">
                                            <p:txEl>
                                              <p:pRg st="0" end="0"/>
                                            </p:txEl>
                                          </p:spTgt>
                                        </p:tgtEl>
                                        <p:attrNameLst>
                                          <p:attrName>style.visibility</p:attrName>
                                        </p:attrNameLst>
                                      </p:cBhvr>
                                      <p:to>
                                        <p:strVal val="visible"/>
                                      </p:to>
                                    </p:set>
                                    <p:animEffect transition="in" filter="dissolve">
                                      <p:cBhvr>
                                        <p:cTn id="42" dur="500"/>
                                        <p:tgtEl>
                                          <p:spTgt spid="457798">
                                            <p:txEl>
                                              <p:pRg st="0" end="0"/>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457797">
                                            <p:txEl>
                                              <p:pRg st="0" end="0"/>
                                            </p:txEl>
                                          </p:spTgt>
                                        </p:tgtEl>
                                        <p:attrNameLst>
                                          <p:attrName>style.visibility</p:attrName>
                                        </p:attrNameLst>
                                      </p:cBhvr>
                                      <p:to>
                                        <p:strVal val="visible"/>
                                      </p:to>
                                    </p:set>
                                    <p:animEffect transition="in" filter="dissolve">
                                      <p:cBhvr>
                                        <p:cTn id="47" dur="500"/>
                                        <p:tgtEl>
                                          <p:spTgt spid="457797">
                                            <p:txEl>
                                              <p:pRg st="0" end="0"/>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457810">
                                            <p:txEl>
                                              <p:pRg st="0" end="0"/>
                                            </p:txEl>
                                          </p:spTgt>
                                        </p:tgtEl>
                                        <p:attrNameLst>
                                          <p:attrName>style.visibility</p:attrName>
                                        </p:attrNameLst>
                                      </p:cBhvr>
                                      <p:to>
                                        <p:strVal val="visible"/>
                                      </p:to>
                                    </p:set>
                                    <p:animEffect transition="in" filter="dissolve">
                                      <p:cBhvr>
                                        <p:cTn id="52" dur="500"/>
                                        <p:tgtEl>
                                          <p:spTgt spid="457810">
                                            <p:txEl>
                                              <p:pRg st="0" end="0"/>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457800">
                                            <p:txEl>
                                              <p:pRg st="0" end="0"/>
                                            </p:txEl>
                                          </p:spTgt>
                                        </p:tgtEl>
                                        <p:attrNameLst>
                                          <p:attrName>style.visibility</p:attrName>
                                        </p:attrNameLst>
                                      </p:cBhvr>
                                      <p:to>
                                        <p:strVal val="visible"/>
                                      </p:to>
                                    </p:set>
                                    <p:animEffect transition="in" filter="dissolve">
                                      <p:cBhvr>
                                        <p:cTn id="57" dur="500"/>
                                        <p:tgtEl>
                                          <p:spTgt spid="457800">
                                            <p:txEl>
                                              <p:pRg st="0" end="0"/>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457794"/>
                                        </p:tgtEl>
                                        <p:attrNameLst>
                                          <p:attrName>style.visibility</p:attrName>
                                        </p:attrNameLst>
                                      </p:cBhvr>
                                      <p:to>
                                        <p:strVal val="visible"/>
                                      </p:to>
                                    </p:set>
                                    <p:animEffect transition="in" filter="dissolve">
                                      <p:cBhvr>
                                        <p:cTn id="62" dur="500"/>
                                        <p:tgtEl>
                                          <p:spTgt spid="457794"/>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457795"/>
                                        </p:tgtEl>
                                        <p:attrNameLst>
                                          <p:attrName>style.visibility</p:attrName>
                                        </p:attrNameLst>
                                      </p:cBhvr>
                                      <p:to>
                                        <p:strVal val="visible"/>
                                      </p:to>
                                    </p:set>
                                    <p:animEffect transition="in" filter="wipe(left)">
                                      <p:cBhvr>
                                        <p:cTn id="67" dur="500"/>
                                        <p:tgtEl>
                                          <p:spTgt spid="457795"/>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457811">
                                            <p:txEl>
                                              <p:pRg st="0" end="0"/>
                                            </p:txEl>
                                          </p:spTgt>
                                        </p:tgtEl>
                                        <p:attrNameLst>
                                          <p:attrName>style.visibility</p:attrName>
                                        </p:attrNameLst>
                                      </p:cBhvr>
                                      <p:to>
                                        <p:strVal val="visible"/>
                                      </p:to>
                                    </p:set>
                                    <p:animEffect transition="in" filter="wipe(left)">
                                      <p:cBhvr>
                                        <p:cTn id="72" dur="500"/>
                                        <p:tgtEl>
                                          <p:spTgt spid="457811">
                                            <p:txEl>
                                              <p:pRg st="0" end="0"/>
                                            </p:txEl>
                                          </p:spTgt>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457812"/>
                                        </p:tgtEl>
                                        <p:attrNameLst>
                                          <p:attrName>style.visibility</p:attrName>
                                        </p:attrNameLst>
                                      </p:cBhvr>
                                      <p:to>
                                        <p:strVal val="visible"/>
                                      </p:to>
                                    </p:set>
                                    <p:animEffect transition="in" filter="wipe(left)">
                                      <p:cBhvr>
                                        <p:cTn id="77" dur="500"/>
                                        <p:tgtEl>
                                          <p:spTgt spid="457812"/>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nodeType="clickEffect">
                                  <p:stCondLst>
                                    <p:cond delay="0"/>
                                  </p:stCondLst>
                                  <p:childTnLst>
                                    <p:set>
                                      <p:cBhvr>
                                        <p:cTn id="81" dur="1" fill="hold">
                                          <p:stCondLst>
                                            <p:cond delay="0"/>
                                          </p:stCondLst>
                                        </p:cTn>
                                        <p:tgtEl>
                                          <p:spTgt spid="457813"/>
                                        </p:tgtEl>
                                        <p:attrNameLst>
                                          <p:attrName>style.visibility</p:attrName>
                                        </p:attrNameLst>
                                      </p:cBhvr>
                                      <p:to>
                                        <p:strVal val="visible"/>
                                      </p:to>
                                    </p:set>
                                    <p:animEffect transition="in" filter="wipe(left)">
                                      <p:cBhvr>
                                        <p:cTn id="82" dur="500"/>
                                        <p:tgtEl>
                                          <p:spTgt spid="457813"/>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nodeType="clickEffect">
                                  <p:stCondLst>
                                    <p:cond delay="0"/>
                                  </p:stCondLst>
                                  <p:childTnLst>
                                    <p:set>
                                      <p:cBhvr>
                                        <p:cTn id="86" dur="1" fill="hold">
                                          <p:stCondLst>
                                            <p:cond delay="0"/>
                                          </p:stCondLst>
                                        </p:cTn>
                                        <p:tgtEl>
                                          <p:spTgt spid="457814"/>
                                        </p:tgtEl>
                                        <p:attrNameLst>
                                          <p:attrName>style.visibility</p:attrName>
                                        </p:attrNameLst>
                                      </p:cBhvr>
                                      <p:to>
                                        <p:strVal val="visible"/>
                                      </p:to>
                                    </p:set>
                                    <p:animEffect transition="in" filter="wipe(left)">
                                      <p:cBhvr>
                                        <p:cTn id="87" dur="500"/>
                                        <p:tgtEl>
                                          <p:spTgt spid="457814"/>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457815">
                                            <p:txEl>
                                              <p:pRg st="0" end="0"/>
                                            </p:txEl>
                                          </p:spTgt>
                                        </p:tgtEl>
                                        <p:attrNameLst>
                                          <p:attrName>style.visibility</p:attrName>
                                        </p:attrNameLst>
                                      </p:cBhvr>
                                      <p:to>
                                        <p:strVal val="visible"/>
                                      </p:to>
                                    </p:set>
                                    <p:animEffect transition="in" filter="wipe(left)">
                                      <p:cBhvr>
                                        <p:cTn id="92" dur="500"/>
                                        <p:tgtEl>
                                          <p:spTgt spid="457815">
                                            <p:txEl>
                                              <p:pRg st="0" end="0"/>
                                            </p:txEl>
                                          </p:spTgt>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8" fill="hold" nodeType="clickEffect">
                                  <p:stCondLst>
                                    <p:cond delay="0"/>
                                  </p:stCondLst>
                                  <p:childTnLst>
                                    <p:set>
                                      <p:cBhvr>
                                        <p:cTn id="96" dur="1" fill="hold">
                                          <p:stCondLst>
                                            <p:cond delay="0"/>
                                          </p:stCondLst>
                                        </p:cTn>
                                        <p:tgtEl>
                                          <p:spTgt spid="457816"/>
                                        </p:tgtEl>
                                        <p:attrNameLst>
                                          <p:attrName>style.visibility</p:attrName>
                                        </p:attrNameLst>
                                      </p:cBhvr>
                                      <p:to>
                                        <p:strVal val="visible"/>
                                      </p:to>
                                    </p:set>
                                    <p:animEffect transition="in" filter="wipe(left)">
                                      <p:cBhvr>
                                        <p:cTn id="97" dur="500"/>
                                        <p:tgtEl>
                                          <p:spTgt spid="457816"/>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8" fill="hold" nodeType="clickEffect">
                                  <p:stCondLst>
                                    <p:cond delay="0"/>
                                  </p:stCondLst>
                                  <p:childTnLst>
                                    <p:set>
                                      <p:cBhvr>
                                        <p:cTn id="101" dur="1" fill="hold">
                                          <p:stCondLst>
                                            <p:cond delay="0"/>
                                          </p:stCondLst>
                                        </p:cTn>
                                        <p:tgtEl>
                                          <p:spTgt spid="457818"/>
                                        </p:tgtEl>
                                        <p:attrNameLst>
                                          <p:attrName>style.visibility</p:attrName>
                                        </p:attrNameLst>
                                      </p:cBhvr>
                                      <p:to>
                                        <p:strVal val="visible"/>
                                      </p:to>
                                    </p:set>
                                    <p:animEffect transition="in" filter="wipe(left)">
                                      <p:cBhvr>
                                        <p:cTn id="102" dur="500"/>
                                        <p:tgtEl>
                                          <p:spTgt spid="457818"/>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457819"/>
                                        </p:tgtEl>
                                        <p:attrNameLst>
                                          <p:attrName>style.visibility</p:attrName>
                                        </p:attrNameLst>
                                      </p:cBhvr>
                                      <p:to>
                                        <p:strVal val="visible"/>
                                      </p:to>
                                    </p:set>
                                    <p:animEffect transition="in" filter="wipe(left)">
                                      <p:cBhvr>
                                        <p:cTn id="107" dur="500"/>
                                        <p:tgtEl>
                                          <p:spTgt spid="457819"/>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2" presetClass="entr" presetSubtype="8" fill="hold" nodeType="clickEffect">
                                  <p:stCondLst>
                                    <p:cond delay="0"/>
                                  </p:stCondLst>
                                  <p:childTnLst>
                                    <p:set>
                                      <p:cBhvr>
                                        <p:cTn id="111" dur="1" fill="hold">
                                          <p:stCondLst>
                                            <p:cond delay="0"/>
                                          </p:stCondLst>
                                        </p:cTn>
                                        <p:tgtEl>
                                          <p:spTgt spid="457820"/>
                                        </p:tgtEl>
                                        <p:attrNameLst>
                                          <p:attrName>style.visibility</p:attrName>
                                        </p:attrNameLst>
                                      </p:cBhvr>
                                      <p:to>
                                        <p:strVal val="visible"/>
                                      </p:to>
                                    </p:set>
                                    <p:animEffect transition="in" filter="wipe(left)">
                                      <p:cBhvr>
                                        <p:cTn id="112" dur="500"/>
                                        <p:tgtEl>
                                          <p:spTgt spid="457820"/>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22" presetClass="entr" presetSubtype="8" fill="hold" nodeType="clickEffect">
                                  <p:stCondLst>
                                    <p:cond delay="0"/>
                                  </p:stCondLst>
                                  <p:childTnLst>
                                    <p:set>
                                      <p:cBhvr>
                                        <p:cTn id="116" dur="1" fill="hold">
                                          <p:stCondLst>
                                            <p:cond delay="0"/>
                                          </p:stCondLst>
                                        </p:cTn>
                                        <p:tgtEl>
                                          <p:spTgt spid="457821"/>
                                        </p:tgtEl>
                                        <p:attrNameLst>
                                          <p:attrName>style.visibility</p:attrName>
                                        </p:attrNameLst>
                                      </p:cBhvr>
                                      <p:to>
                                        <p:strVal val="visible"/>
                                      </p:to>
                                    </p:set>
                                    <p:animEffect transition="in" filter="wipe(left)">
                                      <p:cBhvr>
                                        <p:cTn id="117" dur="500"/>
                                        <p:tgtEl>
                                          <p:spTgt spid="4578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7784" grpId="0" build="p" autoUpdateAnimBg="0"/>
      <p:bldP spid="457785" grpId="0" animBg="1"/>
      <p:bldP spid="457786" grpId="0" animBg="1"/>
      <p:bldP spid="457794" grpId="0" animBg="1"/>
      <p:bldP spid="457795" grpId="0" animBg="1"/>
      <p:bldP spid="457796" grpId="0" animBg="1"/>
      <p:bldP spid="457797" grpId="0" build="p" autoUpdateAnimBg="0"/>
      <p:bldP spid="457798" grpId="0" build="p" autoUpdateAnimBg="0"/>
      <p:bldP spid="457799" grpId="0" build="p" autoUpdateAnimBg="0"/>
      <p:bldP spid="457800" grpId="0" build="p" autoUpdateAnimBg="0"/>
      <p:bldP spid="457810" grpId="0" build="p" autoUpdateAnimBg="0"/>
      <p:bldP spid="457811" grpId="0" build="p" autoUpdateAnimBg="0"/>
      <p:bldP spid="457815" grpId="0" build="p" autoUpdateAnimBg="0"/>
      <p:bldP spid="457819"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Picture 91">
            <a:extLst>
              <a:ext uri="{FF2B5EF4-FFF2-40B4-BE49-F238E27FC236}">
                <a16:creationId xmlns:a16="http://schemas.microsoft.com/office/drawing/2014/main" id="{C9BDAEE7-A847-4A66-B481-363586F571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59637"/>
          <a:stretch>
            <a:fillRect/>
          </a:stretch>
        </p:blipFill>
        <p:spPr bwMode="auto">
          <a:xfrm>
            <a:off x="2638231" y="3984758"/>
            <a:ext cx="3357563"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64" name="图片 33">
            <a:extLst>
              <a:ext uri="{FF2B5EF4-FFF2-40B4-BE49-F238E27FC236}">
                <a16:creationId xmlns:a16="http://schemas.microsoft.com/office/drawing/2014/main" id="{AFE34B0D-489A-4FEE-A89D-FA09B9E665D3}"/>
              </a:ext>
            </a:extLst>
          </p:cNvPr>
          <p:cNvPicPr>
            <a:picLocks noChangeAspect="1"/>
          </p:cNvPicPr>
          <p:nvPr/>
        </p:nvPicPr>
        <p:blipFill>
          <a:blip r:embed="rId4" cstate="print">
            <a:extLst>
              <a:ext uri="{28A0092B-C50C-407E-A947-70E740481C1C}">
                <a14:useLocalDpi xmlns:a14="http://schemas.microsoft.com/office/drawing/2010/main" val="0"/>
              </a:ext>
            </a:extLst>
          </a:blip>
          <a:srcRect l="65025" t="37465"/>
          <a:stretch>
            <a:fillRect/>
          </a:stretch>
        </p:blipFill>
        <p:spPr bwMode="auto">
          <a:xfrm>
            <a:off x="401638" y="1558878"/>
            <a:ext cx="1796073" cy="2393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65" name="图片 34">
            <a:extLst>
              <a:ext uri="{FF2B5EF4-FFF2-40B4-BE49-F238E27FC236}">
                <a16:creationId xmlns:a16="http://schemas.microsoft.com/office/drawing/2014/main" id="{CC3E37D8-4E9D-49CE-BD66-310A67B87DB9}"/>
              </a:ext>
            </a:extLst>
          </p:cNvPr>
          <p:cNvPicPr>
            <a:picLocks noChangeAspect="1"/>
          </p:cNvPicPr>
          <p:nvPr/>
        </p:nvPicPr>
        <p:blipFill>
          <a:blip r:embed="rId5">
            <a:extLst>
              <a:ext uri="{28A0092B-C50C-407E-A947-70E740481C1C}">
                <a14:useLocalDpi xmlns:a14="http://schemas.microsoft.com/office/drawing/2010/main" val="0"/>
              </a:ext>
            </a:extLst>
          </a:blip>
          <a:srcRect l="63342" t="-815" r="3439" b="46693"/>
          <a:stretch>
            <a:fillRect/>
          </a:stretch>
        </p:blipFill>
        <p:spPr bwMode="auto">
          <a:xfrm>
            <a:off x="6372200" y="1388571"/>
            <a:ext cx="2128425" cy="2523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Rectangle 7">
            <a:extLst>
              <a:ext uri="{FF2B5EF4-FFF2-40B4-BE49-F238E27FC236}">
                <a16:creationId xmlns:a16="http://schemas.microsoft.com/office/drawing/2014/main" id="{7708B6A7-6218-4A62-829C-E13220CBF1BE}"/>
              </a:ext>
            </a:extLst>
          </p:cNvPr>
          <p:cNvSpPr>
            <a:spLocks noChangeArrowheads="1"/>
          </p:cNvSpPr>
          <p:nvPr/>
        </p:nvSpPr>
        <p:spPr bwMode="auto">
          <a:xfrm>
            <a:off x="401638" y="-39688"/>
            <a:ext cx="8643348" cy="585418"/>
          </a:xfrm>
          <a:prstGeom prst="rect">
            <a:avLst/>
          </a:prstGeom>
          <a:solidFill>
            <a:srgbClr val="FFFF00"/>
          </a:solidFill>
          <a:ln>
            <a:noFill/>
          </a:ln>
          <a:effectLst>
            <a:outerShdw dist="35921" dir="2700000" algn="ctr" rotWithShape="0">
              <a:schemeClr val="bg2"/>
            </a:outerShdw>
          </a:effectLst>
          <a:extLst/>
        </p:spPr>
        <p:txBody>
          <a:bodyPr wrap="square" lIns="92075" tIns="46038" rIns="92075" bIns="46038">
            <a:spAutoFit/>
          </a:bodyPr>
          <a:lstStyle/>
          <a:p>
            <a:pPr eaLnBrk="0" hangingPunct="0">
              <a:spcBef>
                <a:spcPct val="0"/>
              </a:spcBef>
            </a:pPr>
            <a:r>
              <a:rPr lang="en-US" altLang="zh-CN" sz="3200" b="1">
                <a:solidFill>
                  <a:srgbClr val="0000CC"/>
                </a:solidFill>
                <a:latin typeface="宋体" pitchFamily="2" charset="-122"/>
                <a:ea typeface="宋体" pitchFamily="2" charset="-122"/>
              </a:rPr>
              <a:t>2</a:t>
            </a:r>
            <a:r>
              <a:rPr lang="zh-CN" altLang="en-US" sz="3200" b="1">
                <a:solidFill>
                  <a:srgbClr val="0000CC"/>
                </a:solidFill>
                <a:latin typeface="宋体" pitchFamily="2" charset="-122"/>
                <a:ea typeface="宋体" pitchFamily="2" charset="-122"/>
              </a:rPr>
              <a:t>、有电介质存在时的高斯定理的应用</a:t>
            </a:r>
            <a:r>
              <a:rPr lang="en-US" altLang="zh-CN" sz="3200" b="1">
                <a:solidFill>
                  <a:srgbClr val="0000CC"/>
                </a:solidFill>
                <a:latin typeface="宋体" pitchFamily="2" charset="-122"/>
                <a:ea typeface="宋体" pitchFamily="2" charset="-122"/>
              </a:rPr>
              <a:t>-</a:t>
            </a:r>
            <a:r>
              <a:rPr lang="zh-CN" altLang="en-US" sz="3200" b="1">
                <a:solidFill>
                  <a:srgbClr val="0000CC"/>
                </a:solidFill>
                <a:latin typeface="宋体" pitchFamily="2" charset="-122"/>
                <a:ea typeface="宋体" pitchFamily="2" charset="-122"/>
              </a:rPr>
              <a:t>电容器</a:t>
            </a:r>
          </a:p>
        </p:txBody>
      </p:sp>
      <p:graphicFrame>
        <p:nvGraphicFramePr>
          <p:cNvPr id="29" name="对象 28">
            <a:extLst>
              <a:ext uri="{FF2B5EF4-FFF2-40B4-BE49-F238E27FC236}">
                <a16:creationId xmlns:a16="http://schemas.microsoft.com/office/drawing/2014/main" id="{EB672162-A585-4078-B996-40E8071AA262}"/>
              </a:ext>
            </a:extLst>
          </p:cNvPr>
          <p:cNvGraphicFramePr>
            <a:graphicFrameLocks noChangeAspect="1"/>
          </p:cNvGraphicFramePr>
          <p:nvPr>
            <p:extLst>
              <p:ext uri="{D42A27DB-BD31-4B8C-83A1-F6EECF244321}">
                <p14:modId xmlns:p14="http://schemas.microsoft.com/office/powerpoint/2010/main" val="1424564893"/>
              </p:ext>
            </p:extLst>
          </p:nvPr>
        </p:nvGraphicFramePr>
        <p:xfrm>
          <a:off x="2638231" y="1554013"/>
          <a:ext cx="3041993" cy="2358442"/>
        </p:xfrm>
        <a:graphic>
          <a:graphicData uri="http://schemas.openxmlformats.org/presentationml/2006/ole">
            <mc:AlternateContent xmlns:mc="http://schemas.openxmlformats.org/markup-compatibility/2006">
              <mc:Choice xmlns:v="urn:schemas-microsoft-com:vml" Requires="v">
                <p:oleObj spid="_x0000_s86040" name="Equation" r:id="rId6" imgW="2628720" imgH="2044440" progId="Equation.DSMT4">
                  <p:embed/>
                </p:oleObj>
              </mc:Choice>
              <mc:Fallback>
                <p:oleObj name="Equation" r:id="rId6" imgW="2628720" imgH="2044440" progId="Equation.DSMT4">
                  <p:embed/>
                  <p:pic>
                    <p:nvPicPr>
                      <p:cNvPr id="28" name="对象 27">
                        <a:extLst>
                          <a:ext uri="{FF2B5EF4-FFF2-40B4-BE49-F238E27FC236}">
                            <a16:creationId xmlns:a16="http://schemas.microsoft.com/office/drawing/2014/main" id="{96C6F6F3-D82F-49AC-B966-CA2A384E635E}"/>
                          </a:ext>
                        </a:extLst>
                      </p:cNvPr>
                      <p:cNvPicPr>
                        <a:picLocks noChangeAspect="1" noChangeArrowheads="1"/>
                      </p:cNvPicPr>
                      <p:nvPr/>
                    </p:nvPicPr>
                    <p:blipFill>
                      <a:blip r:embed="rId7"/>
                      <a:srcRect/>
                      <a:stretch>
                        <a:fillRect/>
                      </a:stretch>
                    </p:blipFill>
                    <p:spPr bwMode="auto">
                      <a:xfrm>
                        <a:off x="2638231" y="1554013"/>
                        <a:ext cx="3041993" cy="2358442"/>
                      </a:xfrm>
                      <a:prstGeom prst="rect">
                        <a:avLst/>
                      </a:prstGeom>
                      <a:gradFill rotWithShape="0">
                        <a:gsLst>
                          <a:gs pos="0">
                            <a:srgbClr val="8AF3C7"/>
                          </a:gs>
                          <a:gs pos="50000">
                            <a:srgbClr val="B9F5DB"/>
                          </a:gs>
                          <a:gs pos="57100">
                            <a:srgbClr val="BEF6DE"/>
                          </a:gs>
                          <a:gs pos="100000">
                            <a:srgbClr val="DDFAED"/>
                          </a:gs>
                        </a:gsLst>
                        <a:lin ang="5400000"/>
                      </a:gradFill>
                      <a:ln>
                        <a:noFill/>
                      </a:ln>
                      <a:extLst/>
                    </p:spPr>
                  </p:pic>
                </p:oleObj>
              </mc:Fallback>
            </mc:AlternateContent>
          </a:graphicData>
        </a:graphic>
      </p:graphicFrame>
      <p:pic>
        <p:nvPicPr>
          <p:cNvPr id="2" name="图片 1">
            <a:extLst>
              <a:ext uri="{FF2B5EF4-FFF2-40B4-BE49-F238E27FC236}">
                <a16:creationId xmlns:a16="http://schemas.microsoft.com/office/drawing/2014/main" id="{EC6C39B7-C1B6-461F-B47D-9F5518B5C25F}"/>
              </a:ext>
            </a:extLst>
          </p:cNvPr>
          <p:cNvPicPr>
            <a:picLocks noChangeAspect="1"/>
          </p:cNvPicPr>
          <p:nvPr/>
        </p:nvPicPr>
        <p:blipFill>
          <a:blip r:embed="rId8"/>
          <a:stretch>
            <a:fillRect/>
          </a:stretch>
        </p:blipFill>
        <p:spPr>
          <a:xfrm>
            <a:off x="6948264" y="4134101"/>
            <a:ext cx="1976375" cy="2523884"/>
          </a:xfrm>
          <a:prstGeom prst="rect">
            <a:avLst/>
          </a:prstGeom>
        </p:spPr>
      </p:pic>
      <p:pic>
        <p:nvPicPr>
          <p:cNvPr id="3" name="图片 2">
            <a:extLst>
              <a:ext uri="{FF2B5EF4-FFF2-40B4-BE49-F238E27FC236}">
                <a16:creationId xmlns:a16="http://schemas.microsoft.com/office/drawing/2014/main" id="{C2228F32-810A-404D-B986-82C4C542D288}"/>
              </a:ext>
            </a:extLst>
          </p:cNvPr>
          <p:cNvPicPr>
            <a:picLocks noChangeAspect="1"/>
          </p:cNvPicPr>
          <p:nvPr/>
        </p:nvPicPr>
        <p:blipFill rotWithShape="1">
          <a:blip r:embed="rId9"/>
          <a:srcRect r="5752" b="26154"/>
          <a:stretch/>
        </p:blipFill>
        <p:spPr>
          <a:xfrm>
            <a:off x="354876" y="3846493"/>
            <a:ext cx="2027492" cy="1892452"/>
          </a:xfrm>
          <a:prstGeom prst="rect">
            <a:avLst/>
          </a:prstGeom>
        </p:spPr>
      </p:pic>
      <p:pic>
        <p:nvPicPr>
          <p:cNvPr id="32" name="Picture 97">
            <a:extLst>
              <a:ext uri="{FF2B5EF4-FFF2-40B4-BE49-F238E27FC236}">
                <a16:creationId xmlns:a16="http://schemas.microsoft.com/office/drawing/2014/main" id="{3B85D37F-93B4-4D4E-BBEC-836663AD298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17713" y="5674735"/>
            <a:ext cx="1198597" cy="87278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图片 3">
            <a:extLst>
              <a:ext uri="{FF2B5EF4-FFF2-40B4-BE49-F238E27FC236}">
                <a16:creationId xmlns:a16="http://schemas.microsoft.com/office/drawing/2014/main" id="{F921D3AE-5090-4ECF-93C2-FC7BF931852C}"/>
              </a:ext>
            </a:extLst>
          </p:cNvPr>
          <p:cNvPicPr>
            <a:picLocks noChangeAspect="1"/>
          </p:cNvPicPr>
          <p:nvPr/>
        </p:nvPicPr>
        <p:blipFill>
          <a:blip r:embed="rId11"/>
          <a:stretch>
            <a:fillRect/>
          </a:stretch>
        </p:blipFill>
        <p:spPr>
          <a:xfrm>
            <a:off x="575568" y="5785196"/>
            <a:ext cx="1401752" cy="872789"/>
          </a:xfrm>
          <a:prstGeom prst="rect">
            <a:avLst/>
          </a:prstGeom>
        </p:spPr>
      </p:pic>
      <p:graphicFrame>
        <p:nvGraphicFramePr>
          <p:cNvPr id="11" name="Object 4">
            <a:extLst>
              <a:ext uri="{FF2B5EF4-FFF2-40B4-BE49-F238E27FC236}">
                <a16:creationId xmlns:a16="http://schemas.microsoft.com/office/drawing/2014/main" id="{922380EB-5D32-4DF5-A154-7B0877A24102}"/>
              </a:ext>
            </a:extLst>
          </p:cNvPr>
          <p:cNvGraphicFramePr>
            <a:graphicFrameLocks noChangeAspect="1"/>
          </p:cNvGraphicFramePr>
          <p:nvPr>
            <p:extLst>
              <p:ext uri="{D42A27DB-BD31-4B8C-83A1-F6EECF244321}">
                <p14:modId xmlns:p14="http://schemas.microsoft.com/office/powerpoint/2010/main" val="804353469"/>
              </p:ext>
            </p:extLst>
          </p:nvPr>
        </p:nvGraphicFramePr>
        <p:xfrm>
          <a:off x="4851337" y="1360310"/>
          <a:ext cx="1503038" cy="556605"/>
        </p:xfrm>
        <a:graphic>
          <a:graphicData uri="http://schemas.openxmlformats.org/presentationml/2006/ole">
            <mc:AlternateContent xmlns:mc="http://schemas.openxmlformats.org/markup-compatibility/2006">
              <mc:Choice xmlns:v="urn:schemas-microsoft-com:vml" Requires="v">
                <p:oleObj spid="_x0000_s86041" name="公式" r:id="rId12" imgW="1028700" imgH="381000" progId="Equation.3">
                  <p:embed/>
                </p:oleObj>
              </mc:Choice>
              <mc:Fallback>
                <p:oleObj name="公式" r:id="rId12" imgW="1028700" imgH="381000" progId="Equation.3">
                  <p:embed/>
                  <p:pic>
                    <p:nvPicPr>
                      <p:cNvPr id="7" name="Object 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851337" y="1360310"/>
                        <a:ext cx="1503038" cy="556605"/>
                      </a:xfrm>
                      <a:prstGeom prst="rect">
                        <a:avLst/>
                      </a:prstGeom>
                      <a:gradFill rotWithShape="0">
                        <a:gsLst>
                          <a:gs pos="0">
                            <a:schemeClr val="accent1"/>
                          </a:gs>
                          <a:gs pos="50000">
                            <a:srgbClr val="FFFFFF"/>
                          </a:gs>
                          <a:gs pos="100000">
                            <a:schemeClr val="accent1"/>
                          </a:gs>
                        </a:gsLst>
                        <a:lin ang="5400000" scaled="1"/>
                      </a:gradFill>
                      <a:ln>
                        <a:noFill/>
                      </a:ln>
                      <a:effectLst/>
                      <a:extLst/>
                    </p:spPr>
                  </p:pic>
                </p:oleObj>
              </mc:Fallback>
            </mc:AlternateContent>
          </a:graphicData>
        </a:graphic>
      </p:graphicFrame>
      <p:sp>
        <p:nvSpPr>
          <p:cNvPr id="12" name="Text Box 3">
            <a:extLst>
              <a:ext uri="{FF2B5EF4-FFF2-40B4-BE49-F238E27FC236}">
                <a16:creationId xmlns:a16="http://schemas.microsoft.com/office/drawing/2014/main" id="{FAFC5078-0F6F-4515-B1EC-F964006A8E46}"/>
              </a:ext>
            </a:extLst>
          </p:cNvPr>
          <p:cNvSpPr txBox="1">
            <a:spLocks noChangeArrowheads="1"/>
          </p:cNvSpPr>
          <p:nvPr/>
        </p:nvSpPr>
        <p:spPr bwMode="auto">
          <a:xfrm>
            <a:off x="-8398" y="587116"/>
            <a:ext cx="9252520" cy="92551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r>
              <a:rPr lang="en-US" altLang="zh-CN" sz="1800" b="1">
                <a:solidFill>
                  <a:schemeClr val="tx1"/>
                </a:solidFill>
                <a:ea typeface="宋体" pitchFamily="2" charset="-122"/>
              </a:rPr>
              <a:t>       </a:t>
            </a:r>
            <a:r>
              <a:rPr lang="zh-CN" altLang="en-US" sz="1800" b="1">
                <a:solidFill>
                  <a:schemeClr val="tx1"/>
                </a:solidFill>
                <a:ea typeface="宋体" pitchFamily="2" charset="-122"/>
              </a:rPr>
              <a:t>利用电介质的高斯定理可以使计算简化，原因是只需要考虑自由电荷，一般的步骤为，首先由高斯定理求出电位移矢量的分布，再由电位移矢量的分布求出电场强度的分布，这样可以避免求极化电荷引起的麻烦。</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blinds(horizontal)">
                                      <p:cBhvr>
                                        <p:cTn id="11" dur="500"/>
                                        <p:tgtEl>
                                          <p:spTgt spid="27"/>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29"/>
                                        </p:tgtEl>
                                        <p:attrNameLst>
                                          <p:attrName>style.visibility</p:attrName>
                                        </p:attrNameLst>
                                      </p:cBhvr>
                                      <p:to>
                                        <p:strVal val="visible"/>
                                      </p:to>
                                    </p:set>
                                    <p:animEffect transition="in" filter="wipe(left)">
                                      <p:cBhvr>
                                        <p:cTn id="20" dur="500"/>
                                        <p:tgtEl>
                                          <p:spTgt spid="29"/>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326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326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325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autoUpdateAnimBg="0"/>
      <p:bldP spid="1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675" name="Rectangle 19" descr="蓝色砂纸"/>
          <p:cNvSpPr>
            <a:spLocks noChangeArrowheads="1"/>
          </p:cNvSpPr>
          <p:nvPr/>
        </p:nvSpPr>
        <p:spPr bwMode="auto">
          <a:xfrm>
            <a:off x="1109165" y="5228745"/>
            <a:ext cx="2519363" cy="896938"/>
          </a:xfrm>
          <a:prstGeom prst="rect">
            <a:avLst/>
          </a:prstGeom>
          <a:blipFill dpi="0" rotWithShape="0">
            <a:blip r:embed="rId2"/>
            <a:srcRect/>
            <a:tile tx="0" ty="0" sx="100000" sy="100000" flip="none" algn="tl"/>
          </a:blipFill>
          <a:ln>
            <a:noFill/>
          </a:ln>
          <a:effectLst/>
          <a:extLst>
            <a:ext uri="{91240B29-F687-4F45-9708-019B960494DF}">
              <a14:hiddenLine xmlns:a14="http://schemas.microsoft.com/office/drawing/2010/main" w="28575"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4676" name="Rectangle 20" descr="粉色砂纸"/>
          <p:cNvSpPr>
            <a:spLocks noChangeArrowheads="1"/>
          </p:cNvSpPr>
          <p:nvPr/>
        </p:nvSpPr>
        <p:spPr bwMode="auto">
          <a:xfrm>
            <a:off x="1109165" y="4436583"/>
            <a:ext cx="2519363" cy="896937"/>
          </a:xfrm>
          <a:prstGeom prst="rect">
            <a:avLst/>
          </a:prstGeom>
          <a:blipFill dpi="0" rotWithShape="0">
            <a:blip r:embed="rId3"/>
            <a:srcRect/>
            <a:tile tx="0" ty="0" sx="100000" sy="100000" flip="none" algn="tl"/>
          </a:blipFill>
          <a:ln>
            <a:noFill/>
          </a:ln>
          <a:effectLst/>
          <a:extLst>
            <a:ext uri="{91240B29-F687-4F45-9708-019B960494DF}">
              <a14:hiddenLine xmlns:a14="http://schemas.microsoft.com/office/drawing/2010/main" w="28575"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4658" name="Text Box 2"/>
          <p:cNvSpPr txBox="1">
            <a:spLocks noChangeArrowheads="1"/>
          </p:cNvSpPr>
          <p:nvPr/>
        </p:nvSpPr>
        <p:spPr bwMode="auto">
          <a:xfrm>
            <a:off x="76200" y="319088"/>
            <a:ext cx="6477000" cy="519112"/>
          </a:xfrm>
          <a:prstGeom prst="rect">
            <a:avLst/>
          </a:prstGeom>
          <a:gradFill rotWithShape="0">
            <a:gsLst>
              <a:gs pos="0">
                <a:srgbClr val="ADB044"/>
              </a:gs>
              <a:gs pos="50000">
                <a:srgbClr val="FFFFFF"/>
              </a:gs>
              <a:gs pos="100000">
                <a:srgbClr val="ADB044"/>
              </a:gs>
            </a:gsLst>
            <a:lin ang="5400000" scaled="1"/>
          </a:gradFill>
          <a:ln>
            <a:noFill/>
          </a:ln>
          <a:effectLst>
            <a:outerShdw dist="162639" dir="18519588" algn="ctr" rotWithShape="0">
              <a:srgbClr val="D9FB9D"/>
            </a:outerShdw>
          </a:effectLst>
          <a:extLst>
            <a:ext uri="{91240B29-F687-4F45-9708-019B960494DF}">
              <a14:hiddenLine xmlns:a14="http://schemas.microsoft.com/office/drawing/2010/main" w="9525">
                <a:solidFill>
                  <a:schemeClr val="tx1"/>
                </a:solidFill>
                <a:miter lim="800000"/>
                <a:headEnd/>
                <a:tailEnd/>
              </a14:hiddenLine>
            </a:ext>
          </a:extLst>
        </p:spPr>
        <p:txBody>
          <a:bodyPr lIns="92075" tIns="46038" rIns="92075" bIns="46038" anchor="ct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spcBef>
                <a:spcPct val="0"/>
              </a:spcBef>
            </a:pPr>
            <a:r>
              <a:rPr lang="zh-CN" altLang="en-US" sz="3200" b="1">
                <a:solidFill>
                  <a:schemeClr val="hlink"/>
                </a:solidFill>
                <a:latin typeface="Arial" charset="0"/>
              </a:rPr>
              <a:t>三、有电介质时的高斯定理的应用</a:t>
            </a:r>
          </a:p>
        </p:txBody>
      </p:sp>
      <p:sp>
        <p:nvSpPr>
          <p:cNvPr id="454660" name="Text Box 4"/>
          <p:cNvSpPr txBox="1">
            <a:spLocks noChangeArrowheads="1"/>
          </p:cNvSpPr>
          <p:nvPr/>
        </p:nvSpPr>
        <p:spPr bwMode="auto">
          <a:xfrm>
            <a:off x="323528" y="1190159"/>
            <a:ext cx="8374384" cy="22489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r>
              <a:rPr lang="zh-CN" altLang="en-US" sz="2800" b="1">
                <a:solidFill>
                  <a:schemeClr val="folHlink"/>
                </a:solidFill>
                <a:ea typeface="宋体" pitchFamily="2" charset="-122"/>
              </a:rPr>
              <a:t>例</a:t>
            </a:r>
            <a:r>
              <a:rPr lang="en-US" altLang="zh-CN" sz="2800" b="1">
                <a:solidFill>
                  <a:schemeClr val="folHlink"/>
                </a:solidFill>
                <a:ea typeface="宋体" pitchFamily="2" charset="-122"/>
              </a:rPr>
              <a:t>2</a:t>
            </a:r>
            <a:r>
              <a:rPr lang="zh-CN" altLang="en-US" sz="2800" b="1">
                <a:solidFill>
                  <a:schemeClr val="folHlink"/>
                </a:solidFill>
                <a:ea typeface="宋体" pitchFamily="2" charset="-122"/>
              </a:rPr>
              <a:t>、（</a:t>
            </a:r>
            <a:r>
              <a:rPr lang="en-US" altLang="zh-CN" sz="2800" b="1">
                <a:solidFill>
                  <a:schemeClr val="folHlink"/>
                </a:solidFill>
                <a:ea typeface="宋体" pitchFamily="2" charset="-122"/>
              </a:rPr>
              <a:t>P321</a:t>
            </a:r>
            <a:r>
              <a:rPr lang="zh-CN" altLang="en-US" sz="2800" b="1">
                <a:solidFill>
                  <a:schemeClr val="folHlink"/>
                </a:solidFill>
                <a:ea typeface="宋体" pitchFamily="2" charset="-122"/>
              </a:rPr>
              <a:t>）</a:t>
            </a:r>
            <a:r>
              <a:rPr lang="zh-CN" altLang="en-US" sz="2800" b="1" dirty="0">
                <a:solidFill>
                  <a:srgbClr val="003399"/>
                </a:solidFill>
                <a:ea typeface="宋体" pitchFamily="2" charset="-122"/>
              </a:rPr>
              <a:t>一平板电容器充满两层厚度各为</a:t>
            </a:r>
            <a:r>
              <a:rPr lang="en-US" altLang="zh-CN" sz="2800" b="1" i="1" dirty="0">
                <a:solidFill>
                  <a:srgbClr val="003399"/>
                </a:solidFill>
                <a:ea typeface="宋体" pitchFamily="2" charset="-122"/>
              </a:rPr>
              <a:t>d</a:t>
            </a:r>
            <a:r>
              <a:rPr lang="en-US" altLang="zh-CN" sz="2800" b="1" baseline="-25000" dirty="0">
                <a:solidFill>
                  <a:srgbClr val="003399"/>
                </a:solidFill>
                <a:ea typeface="宋体" pitchFamily="2" charset="-122"/>
              </a:rPr>
              <a:t>1</a:t>
            </a:r>
            <a:r>
              <a:rPr lang="zh-CN" altLang="en-US" sz="2800" b="1" dirty="0">
                <a:solidFill>
                  <a:srgbClr val="003399"/>
                </a:solidFill>
                <a:ea typeface="宋体" pitchFamily="2" charset="-122"/>
              </a:rPr>
              <a:t>和</a:t>
            </a:r>
            <a:r>
              <a:rPr lang="en-US" altLang="zh-CN" sz="2800" b="1" i="1" dirty="0">
                <a:solidFill>
                  <a:srgbClr val="003399"/>
                </a:solidFill>
                <a:ea typeface="宋体" pitchFamily="2" charset="-122"/>
              </a:rPr>
              <a:t>d</a:t>
            </a:r>
            <a:r>
              <a:rPr lang="en-US" altLang="zh-CN" sz="2800" b="1" baseline="-25000" dirty="0">
                <a:solidFill>
                  <a:srgbClr val="003399"/>
                </a:solidFill>
                <a:ea typeface="宋体" pitchFamily="2" charset="-122"/>
              </a:rPr>
              <a:t>2</a:t>
            </a:r>
            <a:r>
              <a:rPr lang="zh-CN" altLang="en-US" sz="2800" b="1" dirty="0">
                <a:solidFill>
                  <a:srgbClr val="003399"/>
                </a:solidFill>
                <a:ea typeface="宋体" pitchFamily="2" charset="-122"/>
              </a:rPr>
              <a:t>的电介质，它们的相对电容率分别为</a:t>
            </a:r>
            <a:r>
              <a:rPr lang="en-US" altLang="zh-CN" sz="2800" b="1" dirty="0">
                <a:solidFill>
                  <a:srgbClr val="003399"/>
                </a:solidFill>
                <a:latin typeface="Symbol" pitchFamily="18" charset="2"/>
                <a:ea typeface="宋体" pitchFamily="2" charset="-122"/>
              </a:rPr>
              <a:t>e</a:t>
            </a:r>
            <a:r>
              <a:rPr lang="en-US" altLang="zh-CN" sz="2800" b="1" baseline="-25000" dirty="0">
                <a:solidFill>
                  <a:srgbClr val="003399"/>
                </a:solidFill>
                <a:ea typeface="宋体" pitchFamily="2" charset="-122"/>
              </a:rPr>
              <a:t>r1</a:t>
            </a:r>
            <a:r>
              <a:rPr lang="zh-CN" altLang="en-US" sz="2800" b="1" dirty="0">
                <a:solidFill>
                  <a:srgbClr val="003399"/>
                </a:solidFill>
                <a:ea typeface="宋体" pitchFamily="2" charset="-122"/>
              </a:rPr>
              <a:t>和</a:t>
            </a:r>
            <a:r>
              <a:rPr lang="en-US" altLang="zh-CN" sz="2800" b="1" dirty="0">
                <a:solidFill>
                  <a:srgbClr val="003399"/>
                </a:solidFill>
                <a:latin typeface="Symbol" pitchFamily="18" charset="2"/>
                <a:ea typeface="宋体" pitchFamily="2" charset="-122"/>
              </a:rPr>
              <a:t>e</a:t>
            </a:r>
            <a:r>
              <a:rPr lang="en-US" altLang="zh-CN" sz="2800" b="1" baseline="-25000" dirty="0">
                <a:solidFill>
                  <a:srgbClr val="003399"/>
                </a:solidFill>
                <a:ea typeface="宋体" pitchFamily="2" charset="-122"/>
              </a:rPr>
              <a:t>r2</a:t>
            </a:r>
            <a:r>
              <a:rPr lang="zh-CN" altLang="en-US" sz="2800" b="1" dirty="0">
                <a:solidFill>
                  <a:srgbClr val="003399"/>
                </a:solidFill>
                <a:ea typeface="宋体" pitchFamily="2" charset="-122"/>
              </a:rPr>
              <a:t>，极板的面积为</a:t>
            </a:r>
            <a:r>
              <a:rPr lang="en-US" altLang="zh-CN" sz="2800" b="1" dirty="0">
                <a:solidFill>
                  <a:srgbClr val="003399"/>
                </a:solidFill>
                <a:ea typeface="宋体" pitchFamily="2" charset="-122"/>
              </a:rPr>
              <a:t>S</a:t>
            </a:r>
            <a:r>
              <a:rPr lang="zh-CN" altLang="en-US" sz="2800" b="1" dirty="0">
                <a:solidFill>
                  <a:srgbClr val="003399"/>
                </a:solidFill>
                <a:ea typeface="宋体" pitchFamily="2" charset="-122"/>
              </a:rPr>
              <a:t>。求：</a:t>
            </a:r>
            <a:r>
              <a:rPr lang="en-US" altLang="zh-CN" sz="2800" b="1" dirty="0">
                <a:solidFill>
                  <a:srgbClr val="339933"/>
                </a:solidFill>
                <a:ea typeface="宋体" pitchFamily="2" charset="-122"/>
              </a:rPr>
              <a:t>(1)</a:t>
            </a:r>
            <a:r>
              <a:rPr lang="zh-CN" altLang="en-US" sz="2800" b="1" dirty="0">
                <a:solidFill>
                  <a:srgbClr val="339933"/>
                </a:solidFill>
                <a:ea typeface="宋体" pitchFamily="2" charset="-122"/>
              </a:rPr>
              <a:t>电容器的电容；</a:t>
            </a:r>
            <a:r>
              <a:rPr lang="en-US" altLang="zh-CN" sz="2800" b="1" dirty="0">
                <a:solidFill>
                  <a:schemeClr val="folHlink"/>
                </a:solidFill>
                <a:ea typeface="宋体" pitchFamily="2" charset="-122"/>
              </a:rPr>
              <a:t>(2)</a:t>
            </a:r>
            <a:r>
              <a:rPr lang="zh-CN" altLang="en-US" sz="2800" b="1" dirty="0">
                <a:solidFill>
                  <a:schemeClr val="folHlink"/>
                </a:solidFill>
                <a:ea typeface="宋体" pitchFamily="2" charset="-122"/>
              </a:rPr>
              <a:t>当极板上的自由电荷面密度为</a:t>
            </a:r>
            <a:r>
              <a:rPr lang="en-US" altLang="zh-CN" sz="2800" b="1" dirty="0">
                <a:solidFill>
                  <a:schemeClr val="folHlink"/>
                </a:solidFill>
                <a:latin typeface="Symbol" pitchFamily="18" charset="2"/>
                <a:ea typeface="宋体" pitchFamily="2" charset="-122"/>
              </a:rPr>
              <a:t>s</a:t>
            </a:r>
            <a:r>
              <a:rPr lang="en-US" altLang="zh-CN" sz="2800" b="1" baseline="-25000" dirty="0">
                <a:solidFill>
                  <a:schemeClr val="folHlink"/>
                </a:solidFill>
                <a:ea typeface="宋体" pitchFamily="2" charset="-122"/>
              </a:rPr>
              <a:t>0</a:t>
            </a:r>
            <a:r>
              <a:rPr lang="zh-CN" altLang="en-US" sz="2800" b="1" dirty="0">
                <a:solidFill>
                  <a:schemeClr val="folHlink"/>
                </a:solidFill>
                <a:ea typeface="宋体" pitchFamily="2" charset="-122"/>
              </a:rPr>
              <a:t>时，两介质分解面上的极化电荷的面密度；</a:t>
            </a:r>
            <a:r>
              <a:rPr lang="en-US" altLang="zh-CN" sz="2800" b="1" dirty="0">
                <a:solidFill>
                  <a:srgbClr val="003399"/>
                </a:solidFill>
                <a:ea typeface="宋体" pitchFamily="2" charset="-122"/>
              </a:rPr>
              <a:t>(3)</a:t>
            </a:r>
            <a:r>
              <a:rPr lang="zh-CN" altLang="en-US" sz="2800" b="1" dirty="0">
                <a:solidFill>
                  <a:srgbClr val="003399"/>
                </a:solidFill>
                <a:ea typeface="宋体" pitchFamily="2" charset="-122"/>
              </a:rPr>
              <a:t>两层介质的电位移</a:t>
            </a:r>
            <a:r>
              <a:rPr lang="zh-CN" altLang="en-US" sz="2800" b="1" dirty="0">
                <a:solidFill>
                  <a:schemeClr val="tx1"/>
                </a:solidFill>
                <a:ea typeface="宋体" pitchFamily="2" charset="-122"/>
              </a:rPr>
              <a:t>。</a:t>
            </a:r>
          </a:p>
        </p:txBody>
      </p:sp>
      <p:grpSp>
        <p:nvGrpSpPr>
          <p:cNvPr id="454661" name="Group 5"/>
          <p:cNvGrpSpPr>
            <a:grpSpLocks/>
          </p:cNvGrpSpPr>
          <p:nvPr/>
        </p:nvGrpSpPr>
        <p:grpSpPr bwMode="auto">
          <a:xfrm>
            <a:off x="1083765" y="3915883"/>
            <a:ext cx="2544763" cy="2209800"/>
            <a:chOff x="3536" y="1584"/>
            <a:chExt cx="1603" cy="1392"/>
          </a:xfrm>
        </p:grpSpPr>
        <p:sp>
          <p:nvSpPr>
            <p:cNvPr id="28680" name="Line 6"/>
            <p:cNvSpPr>
              <a:spLocks noChangeShapeType="1"/>
            </p:cNvSpPr>
            <p:nvPr/>
          </p:nvSpPr>
          <p:spPr bwMode="auto">
            <a:xfrm>
              <a:off x="3552" y="1920"/>
              <a:ext cx="153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28681" name="Line 7"/>
            <p:cNvSpPr>
              <a:spLocks noChangeShapeType="1"/>
            </p:cNvSpPr>
            <p:nvPr/>
          </p:nvSpPr>
          <p:spPr bwMode="auto">
            <a:xfrm>
              <a:off x="3552" y="2976"/>
              <a:ext cx="153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28682" name="Line 8"/>
            <p:cNvSpPr>
              <a:spLocks noChangeShapeType="1"/>
            </p:cNvSpPr>
            <p:nvPr/>
          </p:nvSpPr>
          <p:spPr bwMode="auto">
            <a:xfrm>
              <a:off x="3536" y="2486"/>
              <a:ext cx="1603" cy="0"/>
            </a:xfrm>
            <a:prstGeom prst="line">
              <a:avLst/>
            </a:prstGeom>
            <a:noFill/>
            <a:ln w="5715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endParaRPr lang="zh-CN" altLang="en-US"/>
            </a:p>
          </p:txBody>
        </p:sp>
        <p:sp>
          <p:nvSpPr>
            <p:cNvPr id="28683" name="Text Box 9"/>
            <p:cNvSpPr txBox="1">
              <a:spLocks noChangeArrowheads="1"/>
            </p:cNvSpPr>
            <p:nvPr/>
          </p:nvSpPr>
          <p:spPr bwMode="auto">
            <a:xfrm>
              <a:off x="3696" y="2064"/>
              <a:ext cx="319" cy="28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r>
                <a:rPr lang="en-US" altLang="zh-CN" sz="2400" b="1">
                  <a:solidFill>
                    <a:schemeClr val="tx1"/>
                  </a:solidFill>
                  <a:latin typeface="Symbol" pitchFamily="18" charset="2"/>
                  <a:ea typeface="宋体" pitchFamily="2" charset="-122"/>
                </a:rPr>
                <a:t>e</a:t>
              </a:r>
              <a:r>
                <a:rPr lang="en-US" altLang="zh-CN" sz="2400" b="1" baseline="-25000">
                  <a:solidFill>
                    <a:schemeClr val="tx1"/>
                  </a:solidFill>
                  <a:ea typeface="宋体" pitchFamily="2" charset="-122"/>
                </a:rPr>
                <a:t>r1</a:t>
              </a:r>
            </a:p>
          </p:txBody>
        </p:sp>
        <p:sp>
          <p:nvSpPr>
            <p:cNvPr id="28684" name="Text Box 10"/>
            <p:cNvSpPr txBox="1">
              <a:spLocks noChangeArrowheads="1"/>
            </p:cNvSpPr>
            <p:nvPr/>
          </p:nvSpPr>
          <p:spPr bwMode="auto">
            <a:xfrm>
              <a:off x="3633" y="2496"/>
              <a:ext cx="447" cy="28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r>
                <a:rPr lang="en-US" altLang="zh-CN" sz="2400" b="1">
                  <a:solidFill>
                    <a:schemeClr val="tx1"/>
                  </a:solidFill>
                  <a:latin typeface="Symbol" pitchFamily="18" charset="2"/>
                  <a:ea typeface="宋体" pitchFamily="2" charset="-122"/>
                </a:rPr>
                <a:t>e</a:t>
              </a:r>
              <a:r>
                <a:rPr lang="en-US" altLang="zh-CN" sz="2400" b="1" baseline="-25000">
                  <a:solidFill>
                    <a:schemeClr val="tx1"/>
                  </a:solidFill>
                  <a:ea typeface="宋体" pitchFamily="2" charset="-122"/>
                </a:rPr>
                <a:t>r2</a:t>
              </a:r>
            </a:p>
          </p:txBody>
        </p:sp>
        <p:sp>
          <p:nvSpPr>
            <p:cNvPr id="28685" name="Line 11"/>
            <p:cNvSpPr>
              <a:spLocks noChangeShapeType="1"/>
            </p:cNvSpPr>
            <p:nvPr/>
          </p:nvSpPr>
          <p:spPr bwMode="auto">
            <a:xfrm flipH="1">
              <a:off x="4558" y="2490"/>
              <a:ext cx="0" cy="486"/>
            </a:xfrm>
            <a:prstGeom prst="line">
              <a:avLst/>
            </a:prstGeom>
            <a:noFill/>
            <a:ln w="9525">
              <a:solidFill>
                <a:srgbClr val="3333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endParaRPr lang="zh-CN" altLang="en-US"/>
            </a:p>
          </p:txBody>
        </p:sp>
        <p:sp>
          <p:nvSpPr>
            <p:cNvPr id="28686" name="Line 12"/>
            <p:cNvSpPr>
              <a:spLocks noChangeShapeType="1"/>
            </p:cNvSpPr>
            <p:nvPr/>
          </p:nvSpPr>
          <p:spPr bwMode="auto">
            <a:xfrm flipH="1">
              <a:off x="4558" y="1920"/>
              <a:ext cx="2" cy="555"/>
            </a:xfrm>
            <a:prstGeom prst="line">
              <a:avLst/>
            </a:prstGeom>
            <a:noFill/>
            <a:ln w="9525">
              <a:solidFill>
                <a:srgbClr val="3333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endParaRPr lang="zh-CN" altLang="en-US"/>
            </a:p>
          </p:txBody>
        </p:sp>
        <p:sp>
          <p:nvSpPr>
            <p:cNvPr id="28687" name="Text Box 13"/>
            <p:cNvSpPr txBox="1">
              <a:spLocks noChangeArrowheads="1"/>
            </p:cNvSpPr>
            <p:nvPr/>
          </p:nvSpPr>
          <p:spPr bwMode="auto">
            <a:xfrm>
              <a:off x="4519" y="2112"/>
              <a:ext cx="274" cy="28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3333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r>
                <a:rPr lang="en-US" altLang="zh-CN" sz="2400" b="1" i="1">
                  <a:solidFill>
                    <a:schemeClr val="tx1"/>
                  </a:solidFill>
                  <a:ea typeface="宋体" pitchFamily="2" charset="-122"/>
                </a:rPr>
                <a:t>d</a:t>
              </a:r>
              <a:r>
                <a:rPr lang="en-US" altLang="zh-CN" sz="2400" b="1" baseline="-25000">
                  <a:solidFill>
                    <a:schemeClr val="tx1"/>
                  </a:solidFill>
                  <a:ea typeface="宋体" pitchFamily="2" charset="-122"/>
                </a:rPr>
                <a:t>1</a:t>
              </a:r>
            </a:p>
          </p:txBody>
        </p:sp>
        <p:sp>
          <p:nvSpPr>
            <p:cNvPr id="28688" name="Text Box 14"/>
            <p:cNvSpPr txBox="1">
              <a:spLocks noChangeArrowheads="1"/>
            </p:cNvSpPr>
            <p:nvPr/>
          </p:nvSpPr>
          <p:spPr bwMode="auto">
            <a:xfrm>
              <a:off x="4519" y="2592"/>
              <a:ext cx="274" cy="28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3333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r>
                <a:rPr lang="en-US" altLang="zh-CN" sz="2400" b="1" i="1">
                  <a:solidFill>
                    <a:schemeClr val="tx1"/>
                  </a:solidFill>
                  <a:ea typeface="宋体" pitchFamily="2" charset="-122"/>
                </a:rPr>
                <a:t>d</a:t>
              </a:r>
              <a:r>
                <a:rPr lang="en-US" altLang="zh-CN" sz="2400" b="1" baseline="-25000">
                  <a:solidFill>
                    <a:schemeClr val="tx1"/>
                  </a:solidFill>
                  <a:ea typeface="宋体" pitchFamily="2" charset="-122"/>
                </a:rPr>
                <a:t>2</a:t>
              </a:r>
            </a:p>
          </p:txBody>
        </p:sp>
        <p:sp>
          <p:nvSpPr>
            <p:cNvPr id="28689" name="Text Box 15"/>
            <p:cNvSpPr txBox="1">
              <a:spLocks noChangeArrowheads="1"/>
            </p:cNvSpPr>
            <p:nvPr/>
          </p:nvSpPr>
          <p:spPr bwMode="auto">
            <a:xfrm>
              <a:off x="4701" y="1584"/>
              <a:ext cx="294" cy="28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3333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r>
                <a:rPr lang="en-US" altLang="zh-CN" sz="2400" b="1">
                  <a:solidFill>
                    <a:schemeClr val="tx1"/>
                  </a:solidFill>
                  <a:latin typeface="Symbol" pitchFamily="18" charset="2"/>
                  <a:ea typeface="宋体" pitchFamily="2" charset="-122"/>
                </a:rPr>
                <a:t>s</a:t>
              </a:r>
              <a:r>
                <a:rPr lang="en-US" altLang="zh-CN" sz="2400" b="1" baseline="-25000">
                  <a:solidFill>
                    <a:schemeClr val="tx1"/>
                  </a:solidFill>
                  <a:ea typeface="宋体" pitchFamily="2" charset="-122"/>
                </a:rPr>
                <a:t>0</a:t>
              </a:r>
            </a:p>
          </p:txBody>
        </p:sp>
        <p:sp>
          <p:nvSpPr>
            <p:cNvPr id="28690" name="Rectangle 16"/>
            <p:cNvSpPr>
              <a:spLocks noChangeArrowheads="1"/>
            </p:cNvSpPr>
            <p:nvPr/>
          </p:nvSpPr>
          <p:spPr bwMode="auto">
            <a:xfrm>
              <a:off x="3887" y="1727"/>
              <a:ext cx="576" cy="384"/>
            </a:xfrm>
            <a:prstGeom prst="rect">
              <a:avLst/>
            </a:prstGeom>
            <a:noFill/>
            <a:ln w="19050">
              <a:solidFill>
                <a:srgbClr val="3333FF"/>
              </a:solidFill>
              <a:prstDash val="lgDash"/>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grpSp>
      <p:sp>
        <p:nvSpPr>
          <p:cNvPr id="2" name="矩形 1"/>
          <p:cNvSpPr/>
          <p:nvPr/>
        </p:nvSpPr>
        <p:spPr>
          <a:xfrm>
            <a:off x="3941264" y="4768824"/>
            <a:ext cx="4375149" cy="1015663"/>
          </a:xfrm>
          <a:prstGeom prst="rect">
            <a:avLst/>
          </a:prstGeom>
        </p:spPr>
        <p:txBody>
          <a:bodyPr wrap="square">
            <a:spAutoFit/>
          </a:bodyPr>
          <a:lstStyle/>
          <a:p>
            <a:r>
              <a:rPr lang="zh-CN" altLang="en-US" b="1" dirty="0">
                <a:solidFill>
                  <a:srgbClr val="003399"/>
                </a:solidFill>
                <a:ea typeface="宋体" pitchFamily="2" charset="-122"/>
              </a:rPr>
              <a:t>电容率（介电常数）分别为</a:t>
            </a:r>
            <a:r>
              <a:rPr lang="en-US" altLang="zh-CN" b="1" dirty="0">
                <a:solidFill>
                  <a:srgbClr val="003399"/>
                </a:solidFill>
                <a:latin typeface="Symbol" pitchFamily="18" charset="2"/>
                <a:ea typeface="宋体" pitchFamily="2" charset="-122"/>
              </a:rPr>
              <a:t>e</a:t>
            </a:r>
            <a:r>
              <a:rPr lang="en-US" altLang="zh-CN" b="1" baseline="-25000" dirty="0">
                <a:solidFill>
                  <a:srgbClr val="003399"/>
                </a:solidFill>
                <a:ea typeface="宋体" pitchFamily="2" charset="-122"/>
              </a:rPr>
              <a:t>1</a:t>
            </a:r>
            <a:r>
              <a:rPr lang="zh-CN" altLang="en-US" b="1" dirty="0">
                <a:solidFill>
                  <a:srgbClr val="003399"/>
                </a:solidFill>
                <a:ea typeface="宋体" pitchFamily="2" charset="-122"/>
              </a:rPr>
              <a:t>和</a:t>
            </a:r>
            <a:r>
              <a:rPr lang="en-US" altLang="zh-CN" b="1" dirty="0">
                <a:solidFill>
                  <a:srgbClr val="003399"/>
                </a:solidFill>
                <a:latin typeface="Symbol" pitchFamily="18" charset="2"/>
                <a:ea typeface="宋体" pitchFamily="2" charset="-122"/>
              </a:rPr>
              <a:t>e</a:t>
            </a:r>
            <a:r>
              <a:rPr lang="en-US" altLang="zh-CN" b="1" baseline="-25000" dirty="0">
                <a:solidFill>
                  <a:srgbClr val="003399"/>
                </a:solidFill>
                <a:ea typeface="宋体" pitchFamily="2" charset="-122"/>
              </a:rPr>
              <a:t>2</a:t>
            </a:r>
            <a:r>
              <a:rPr lang="zh-CN" altLang="en-US" b="1" dirty="0">
                <a:solidFill>
                  <a:srgbClr val="003399"/>
                </a:solidFill>
                <a:ea typeface="宋体" pitchFamily="2" charset="-122"/>
              </a:rPr>
              <a:t>；相对电容率（相对介电常数）分别为</a:t>
            </a:r>
            <a:r>
              <a:rPr lang="en-US" altLang="zh-CN" b="1" dirty="0">
                <a:solidFill>
                  <a:srgbClr val="003399"/>
                </a:solidFill>
                <a:latin typeface="Symbol" pitchFamily="18" charset="2"/>
                <a:ea typeface="宋体" pitchFamily="2" charset="-122"/>
              </a:rPr>
              <a:t>e</a:t>
            </a:r>
            <a:r>
              <a:rPr lang="en-US" altLang="zh-CN" b="1" baseline="-25000" dirty="0">
                <a:solidFill>
                  <a:srgbClr val="003399"/>
                </a:solidFill>
                <a:ea typeface="宋体" pitchFamily="2" charset="-122"/>
              </a:rPr>
              <a:t>r1</a:t>
            </a:r>
            <a:r>
              <a:rPr lang="zh-CN" altLang="en-US" b="1" dirty="0">
                <a:solidFill>
                  <a:srgbClr val="003399"/>
                </a:solidFill>
                <a:ea typeface="宋体" pitchFamily="2" charset="-122"/>
              </a:rPr>
              <a:t>和</a:t>
            </a:r>
            <a:r>
              <a:rPr lang="en-US" altLang="zh-CN" b="1" dirty="0">
                <a:solidFill>
                  <a:srgbClr val="003399"/>
                </a:solidFill>
                <a:latin typeface="Symbol" pitchFamily="18" charset="2"/>
                <a:ea typeface="宋体" pitchFamily="2" charset="-122"/>
              </a:rPr>
              <a:t>e</a:t>
            </a:r>
            <a:r>
              <a:rPr lang="en-US" altLang="zh-CN" b="1" baseline="-25000" dirty="0">
                <a:solidFill>
                  <a:srgbClr val="003399"/>
                </a:solidFill>
                <a:ea typeface="宋体" pitchFamily="2" charset="-122"/>
              </a:rPr>
              <a:t>r2</a:t>
            </a:r>
            <a:r>
              <a:rPr lang="zh-CN" altLang="en-US" b="1" dirty="0">
                <a:solidFill>
                  <a:srgbClr val="003399"/>
                </a:solidFill>
                <a:ea typeface="宋体" pitchFamily="2" charset="-122"/>
              </a:rPr>
              <a:t>，</a:t>
            </a:r>
            <a:endParaRPr lang="zh-CN"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40" descr="蓝色砂纸"/>
          <p:cNvSpPr>
            <a:spLocks noChangeArrowheads="1"/>
          </p:cNvSpPr>
          <p:nvPr/>
        </p:nvSpPr>
        <p:spPr bwMode="auto">
          <a:xfrm>
            <a:off x="6084888" y="1524000"/>
            <a:ext cx="2519362" cy="896938"/>
          </a:xfrm>
          <a:prstGeom prst="rect">
            <a:avLst/>
          </a:prstGeom>
          <a:blipFill dpi="0" rotWithShape="0">
            <a:blip r:embed="rId3"/>
            <a:srcRect/>
            <a:tile tx="0" ty="0" sx="100000" sy="100000" flip="none" algn="tl"/>
          </a:blipFill>
          <a:ln>
            <a:noFill/>
          </a:ln>
          <a:effectLst/>
          <a:extLst>
            <a:ext uri="{91240B29-F687-4F45-9708-019B960494DF}">
              <a14:hiddenLine xmlns:a14="http://schemas.microsoft.com/office/drawing/2010/main" w="28575"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699" name="Rectangle 41" descr="粉色砂纸"/>
          <p:cNvSpPr>
            <a:spLocks noChangeArrowheads="1"/>
          </p:cNvSpPr>
          <p:nvPr/>
        </p:nvSpPr>
        <p:spPr bwMode="auto">
          <a:xfrm>
            <a:off x="6084888" y="765175"/>
            <a:ext cx="2519362" cy="896938"/>
          </a:xfrm>
          <a:prstGeom prst="rect">
            <a:avLst/>
          </a:prstGeom>
          <a:blipFill dpi="0" rotWithShape="0">
            <a:blip r:embed="rId4"/>
            <a:srcRect/>
            <a:tile tx="0" ty="0" sx="100000" sy="100000" flip="none" algn="tl"/>
          </a:blipFill>
          <a:ln>
            <a:noFill/>
          </a:ln>
          <a:effectLst/>
          <a:extLst>
            <a:ext uri="{91240B29-F687-4F45-9708-019B960494DF}">
              <a14:hiddenLine xmlns:a14="http://schemas.microsoft.com/office/drawing/2010/main" w="28575"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455682" name="Group 2"/>
          <p:cNvGrpSpPr>
            <a:grpSpLocks/>
          </p:cNvGrpSpPr>
          <p:nvPr/>
        </p:nvGrpSpPr>
        <p:grpSpPr bwMode="auto">
          <a:xfrm>
            <a:off x="6078539" y="228600"/>
            <a:ext cx="2525713" cy="2209800"/>
            <a:chOff x="3541" y="1584"/>
            <a:chExt cx="1591" cy="1392"/>
          </a:xfrm>
        </p:grpSpPr>
        <p:sp>
          <p:nvSpPr>
            <p:cNvPr id="29717" name="Line 3"/>
            <p:cNvSpPr>
              <a:spLocks noChangeShapeType="1"/>
            </p:cNvSpPr>
            <p:nvPr/>
          </p:nvSpPr>
          <p:spPr bwMode="auto">
            <a:xfrm>
              <a:off x="3552" y="1920"/>
              <a:ext cx="153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29718" name="Line 4"/>
            <p:cNvSpPr>
              <a:spLocks noChangeShapeType="1"/>
            </p:cNvSpPr>
            <p:nvPr/>
          </p:nvSpPr>
          <p:spPr bwMode="auto">
            <a:xfrm>
              <a:off x="3552" y="2976"/>
              <a:ext cx="153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29719" name="Line 5"/>
            <p:cNvSpPr>
              <a:spLocks noChangeShapeType="1"/>
            </p:cNvSpPr>
            <p:nvPr/>
          </p:nvSpPr>
          <p:spPr bwMode="auto">
            <a:xfrm>
              <a:off x="3541" y="2487"/>
              <a:ext cx="1591" cy="0"/>
            </a:xfrm>
            <a:prstGeom prst="line">
              <a:avLst/>
            </a:prstGeom>
            <a:noFill/>
            <a:ln w="28575">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endParaRPr lang="zh-CN" altLang="en-US"/>
            </a:p>
          </p:txBody>
        </p:sp>
        <p:sp>
          <p:nvSpPr>
            <p:cNvPr id="29720" name="Text Box 6"/>
            <p:cNvSpPr txBox="1">
              <a:spLocks noChangeArrowheads="1"/>
            </p:cNvSpPr>
            <p:nvPr/>
          </p:nvSpPr>
          <p:spPr bwMode="auto">
            <a:xfrm>
              <a:off x="3696" y="2064"/>
              <a:ext cx="319" cy="28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r>
                <a:rPr lang="en-US" altLang="zh-CN" sz="2400" b="1">
                  <a:solidFill>
                    <a:schemeClr val="tx1"/>
                  </a:solidFill>
                  <a:latin typeface="Symbol" pitchFamily="18" charset="2"/>
                  <a:ea typeface="宋体" pitchFamily="2" charset="-122"/>
                </a:rPr>
                <a:t>e</a:t>
              </a:r>
              <a:r>
                <a:rPr lang="en-US" altLang="zh-CN" sz="2400" b="1" baseline="-25000">
                  <a:solidFill>
                    <a:schemeClr val="tx1"/>
                  </a:solidFill>
                  <a:ea typeface="宋体" pitchFamily="2" charset="-122"/>
                </a:rPr>
                <a:t>r1</a:t>
              </a:r>
            </a:p>
          </p:txBody>
        </p:sp>
        <p:sp>
          <p:nvSpPr>
            <p:cNvPr id="29721" name="Text Box 7"/>
            <p:cNvSpPr txBox="1">
              <a:spLocks noChangeArrowheads="1"/>
            </p:cNvSpPr>
            <p:nvPr/>
          </p:nvSpPr>
          <p:spPr bwMode="auto">
            <a:xfrm>
              <a:off x="3633" y="2496"/>
              <a:ext cx="447" cy="28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r>
                <a:rPr lang="en-US" altLang="zh-CN" sz="2400" b="1">
                  <a:solidFill>
                    <a:schemeClr val="tx1"/>
                  </a:solidFill>
                  <a:latin typeface="Symbol" pitchFamily="18" charset="2"/>
                  <a:ea typeface="宋体" pitchFamily="2" charset="-122"/>
                </a:rPr>
                <a:t>e</a:t>
              </a:r>
              <a:r>
                <a:rPr lang="en-US" altLang="zh-CN" sz="2400" b="1" baseline="-25000">
                  <a:solidFill>
                    <a:schemeClr val="tx1"/>
                  </a:solidFill>
                  <a:ea typeface="宋体" pitchFamily="2" charset="-122"/>
                </a:rPr>
                <a:t>r2</a:t>
              </a:r>
            </a:p>
          </p:txBody>
        </p:sp>
        <p:sp>
          <p:nvSpPr>
            <p:cNvPr id="29722" name="Line 8"/>
            <p:cNvSpPr>
              <a:spLocks noChangeShapeType="1"/>
            </p:cNvSpPr>
            <p:nvPr/>
          </p:nvSpPr>
          <p:spPr bwMode="auto">
            <a:xfrm flipH="1">
              <a:off x="4558" y="2479"/>
              <a:ext cx="2" cy="497"/>
            </a:xfrm>
            <a:prstGeom prst="line">
              <a:avLst/>
            </a:prstGeom>
            <a:noFill/>
            <a:ln w="9525">
              <a:solidFill>
                <a:srgbClr val="3333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endParaRPr lang="zh-CN" altLang="en-US"/>
            </a:p>
          </p:txBody>
        </p:sp>
        <p:sp>
          <p:nvSpPr>
            <p:cNvPr id="29723" name="Line 9"/>
            <p:cNvSpPr>
              <a:spLocks noChangeShapeType="1"/>
            </p:cNvSpPr>
            <p:nvPr/>
          </p:nvSpPr>
          <p:spPr bwMode="auto">
            <a:xfrm flipH="1">
              <a:off x="4558" y="1920"/>
              <a:ext cx="2" cy="540"/>
            </a:xfrm>
            <a:prstGeom prst="line">
              <a:avLst/>
            </a:prstGeom>
            <a:noFill/>
            <a:ln w="9525">
              <a:solidFill>
                <a:srgbClr val="3333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endParaRPr lang="zh-CN" altLang="en-US"/>
            </a:p>
          </p:txBody>
        </p:sp>
        <p:sp>
          <p:nvSpPr>
            <p:cNvPr id="29724" name="Text Box 10"/>
            <p:cNvSpPr txBox="1">
              <a:spLocks noChangeArrowheads="1"/>
            </p:cNvSpPr>
            <p:nvPr/>
          </p:nvSpPr>
          <p:spPr bwMode="auto">
            <a:xfrm>
              <a:off x="4519" y="2112"/>
              <a:ext cx="274" cy="28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3333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r>
                <a:rPr lang="en-US" altLang="zh-CN" sz="2400" b="1" i="1">
                  <a:solidFill>
                    <a:schemeClr val="tx1"/>
                  </a:solidFill>
                  <a:ea typeface="宋体" pitchFamily="2" charset="-122"/>
                </a:rPr>
                <a:t>d</a:t>
              </a:r>
              <a:r>
                <a:rPr lang="en-US" altLang="zh-CN" sz="2400" b="1" baseline="-25000">
                  <a:solidFill>
                    <a:schemeClr val="tx1"/>
                  </a:solidFill>
                  <a:ea typeface="宋体" pitchFamily="2" charset="-122"/>
                </a:rPr>
                <a:t>1</a:t>
              </a:r>
            </a:p>
          </p:txBody>
        </p:sp>
        <p:sp>
          <p:nvSpPr>
            <p:cNvPr id="29725" name="Text Box 11"/>
            <p:cNvSpPr txBox="1">
              <a:spLocks noChangeArrowheads="1"/>
            </p:cNvSpPr>
            <p:nvPr/>
          </p:nvSpPr>
          <p:spPr bwMode="auto">
            <a:xfrm>
              <a:off x="4519" y="2592"/>
              <a:ext cx="274" cy="28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3333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r>
                <a:rPr lang="en-US" altLang="zh-CN" sz="2400" b="1" i="1">
                  <a:solidFill>
                    <a:schemeClr val="tx1"/>
                  </a:solidFill>
                  <a:ea typeface="宋体" pitchFamily="2" charset="-122"/>
                </a:rPr>
                <a:t>d</a:t>
              </a:r>
              <a:r>
                <a:rPr lang="en-US" altLang="zh-CN" sz="2400" b="1" baseline="-25000">
                  <a:solidFill>
                    <a:schemeClr val="tx1"/>
                  </a:solidFill>
                  <a:ea typeface="宋体" pitchFamily="2" charset="-122"/>
                </a:rPr>
                <a:t>2</a:t>
              </a:r>
            </a:p>
          </p:txBody>
        </p:sp>
        <p:sp>
          <p:nvSpPr>
            <p:cNvPr id="29726" name="Text Box 12"/>
            <p:cNvSpPr txBox="1">
              <a:spLocks noChangeArrowheads="1"/>
            </p:cNvSpPr>
            <p:nvPr/>
          </p:nvSpPr>
          <p:spPr bwMode="auto">
            <a:xfrm>
              <a:off x="4701" y="1584"/>
              <a:ext cx="294" cy="28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3333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r>
                <a:rPr lang="en-US" altLang="zh-CN" sz="2400" b="1">
                  <a:solidFill>
                    <a:schemeClr val="tx1"/>
                  </a:solidFill>
                  <a:latin typeface="Symbol" pitchFamily="18" charset="2"/>
                  <a:ea typeface="宋体" pitchFamily="2" charset="-122"/>
                </a:rPr>
                <a:t>s</a:t>
              </a:r>
              <a:r>
                <a:rPr lang="en-US" altLang="zh-CN" sz="2400" b="1" baseline="-25000">
                  <a:solidFill>
                    <a:schemeClr val="tx1"/>
                  </a:solidFill>
                  <a:ea typeface="宋体" pitchFamily="2" charset="-122"/>
                </a:rPr>
                <a:t>0</a:t>
              </a:r>
            </a:p>
          </p:txBody>
        </p:sp>
        <p:sp>
          <p:nvSpPr>
            <p:cNvPr id="29727" name="Rectangle 13"/>
            <p:cNvSpPr>
              <a:spLocks noChangeArrowheads="1"/>
            </p:cNvSpPr>
            <p:nvPr/>
          </p:nvSpPr>
          <p:spPr bwMode="auto">
            <a:xfrm>
              <a:off x="3887" y="1727"/>
              <a:ext cx="576" cy="384"/>
            </a:xfrm>
            <a:prstGeom prst="rect">
              <a:avLst/>
            </a:prstGeom>
            <a:noFill/>
            <a:ln w="19050">
              <a:solidFill>
                <a:srgbClr val="3333FF"/>
              </a:solidFill>
              <a:prstDash val="lgDash"/>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grpSp>
      <p:sp>
        <p:nvSpPr>
          <p:cNvPr id="455694" name="Text Box 14"/>
          <p:cNvSpPr txBox="1">
            <a:spLocks noChangeArrowheads="1"/>
          </p:cNvSpPr>
          <p:nvPr/>
        </p:nvSpPr>
        <p:spPr bwMode="auto">
          <a:xfrm>
            <a:off x="304800" y="0"/>
            <a:ext cx="5638800" cy="19177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9050">
                <a:solidFill>
                  <a:srgbClr val="3333FF"/>
                </a:solidFill>
                <a:prstDash val="lg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0"/>
              </a:spcBef>
            </a:pPr>
            <a:r>
              <a:rPr lang="zh-CN" altLang="en-US" sz="2400" b="1">
                <a:ea typeface="宋体" pitchFamily="2" charset="-122"/>
              </a:rPr>
              <a:t>解</a:t>
            </a:r>
            <a:r>
              <a:rPr lang="zh-CN" altLang="en-US" sz="2400" b="1">
                <a:solidFill>
                  <a:schemeClr val="tx1"/>
                </a:solidFill>
                <a:ea typeface="宋体" pitchFamily="2" charset="-122"/>
              </a:rPr>
              <a:t>：</a:t>
            </a:r>
            <a:r>
              <a:rPr lang="en-US" altLang="zh-CN" sz="2400" b="1">
                <a:ea typeface="宋体" pitchFamily="2" charset="-122"/>
              </a:rPr>
              <a:t>(1)</a:t>
            </a:r>
            <a:r>
              <a:rPr lang="zh-CN" altLang="en-US" sz="2400" b="1">
                <a:solidFill>
                  <a:schemeClr val="tx1"/>
                </a:solidFill>
                <a:ea typeface="宋体" pitchFamily="2" charset="-122"/>
              </a:rPr>
              <a:t>设两电介质中场强分别为</a:t>
            </a:r>
            <a:r>
              <a:rPr lang="en-US" altLang="zh-CN" sz="2400" b="1" i="1">
                <a:solidFill>
                  <a:schemeClr val="tx1"/>
                </a:solidFill>
                <a:ea typeface="宋体" pitchFamily="2" charset="-122"/>
              </a:rPr>
              <a:t>E</a:t>
            </a:r>
            <a:r>
              <a:rPr lang="en-US" altLang="zh-CN" sz="2400" b="1" baseline="-25000">
                <a:solidFill>
                  <a:schemeClr val="tx1"/>
                </a:solidFill>
                <a:ea typeface="宋体" pitchFamily="2" charset="-122"/>
              </a:rPr>
              <a:t>1</a:t>
            </a:r>
            <a:r>
              <a:rPr lang="zh-CN" altLang="en-US" sz="2400" b="1">
                <a:solidFill>
                  <a:schemeClr val="tx1"/>
                </a:solidFill>
                <a:ea typeface="宋体" pitchFamily="2" charset="-122"/>
              </a:rPr>
              <a:t>和</a:t>
            </a:r>
            <a:r>
              <a:rPr lang="en-US" altLang="zh-CN" sz="2400" b="1" i="1">
                <a:solidFill>
                  <a:schemeClr val="tx1"/>
                </a:solidFill>
                <a:ea typeface="宋体" pitchFamily="2" charset="-122"/>
              </a:rPr>
              <a:t>E</a:t>
            </a:r>
            <a:r>
              <a:rPr lang="en-US" altLang="zh-CN" sz="2400" b="1" baseline="-25000">
                <a:solidFill>
                  <a:schemeClr val="tx1"/>
                </a:solidFill>
                <a:ea typeface="宋体" pitchFamily="2" charset="-122"/>
              </a:rPr>
              <a:t>2</a:t>
            </a:r>
            <a:r>
              <a:rPr lang="zh-CN" altLang="en-US" sz="2400" b="1">
                <a:solidFill>
                  <a:schemeClr val="tx1"/>
                </a:solidFill>
                <a:ea typeface="宋体" pitchFamily="2" charset="-122"/>
              </a:rPr>
              <a:t>，选如图所示的上下底面面积均为</a:t>
            </a:r>
            <a:r>
              <a:rPr lang="en-US" altLang="zh-CN" sz="2400" b="1">
                <a:solidFill>
                  <a:schemeClr val="tx1"/>
                </a:solidFill>
                <a:ea typeface="宋体" pitchFamily="2" charset="-122"/>
              </a:rPr>
              <a:t>S</a:t>
            </a:r>
            <a:r>
              <a:rPr lang="en-US" altLang="zh-CN" sz="2400" b="1" baseline="-25000">
                <a:solidFill>
                  <a:schemeClr val="tx1"/>
                </a:solidFill>
                <a:ea typeface="宋体" pitchFamily="2" charset="-122"/>
              </a:rPr>
              <a:t>1</a:t>
            </a:r>
            <a:r>
              <a:rPr lang="zh-CN" altLang="en-US" sz="2400" b="1">
                <a:solidFill>
                  <a:schemeClr val="tx1"/>
                </a:solidFill>
                <a:ea typeface="宋体" pitchFamily="2" charset="-122"/>
              </a:rPr>
              <a:t>的柱面为高斯面，上底面在导体中，下底面在电介质中，侧面的法线与场强垂直，</a:t>
            </a:r>
            <a:r>
              <a:rPr lang="zh-CN" altLang="en-US" sz="2400" b="1">
                <a:ea typeface="宋体" pitchFamily="2" charset="-122"/>
              </a:rPr>
              <a:t>柱面内的自由电荷为</a:t>
            </a:r>
            <a:endParaRPr lang="zh-CN" altLang="en-US" sz="3600" b="1"/>
          </a:p>
        </p:txBody>
      </p:sp>
      <p:graphicFrame>
        <p:nvGraphicFramePr>
          <p:cNvPr id="455695" name="Object 15"/>
          <p:cNvGraphicFramePr>
            <a:graphicFrameLocks noChangeAspect="1"/>
          </p:cNvGraphicFramePr>
          <p:nvPr/>
        </p:nvGraphicFramePr>
        <p:xfrm>
          <a:off x="1371600" y="3276600"/>
          <a:ext cx="2895600" cy="809625"/>
        </p:xfrm>
        <a:graphic>
          <a:graphicData uri="http://schemas.openxmlformats.org/presentationml/2006/ole">
            <mc:AlternateContent xmlns:mc="http://schemas.openxmlformats.org/markup-compatibility/2006">
              <mc:Choice xmlns:v="urn:schemas-microsoft-com:vml" Requires="v">
                <p:oleObj spid="_x0000_s30393" name="公式" r:id="rId5" imgW="1447172" imgH="406224" progId="Equation.3">
                  <p:embed/>
                </p:oleObj>
              </mc:Choice>
              <mc:Fallback>
                <p:oleObj name="公式" r:id="rId5" imgW="1447172" imgH="406224" progId="Equation.3">
                  <p:embed/>
                  <p:pic>
                    <p:nvPicPr>
                      <p:cNvPr id="0"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71600" y="3276600"/>
                        <a:ext cx="2895600" cy="80962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9050">
                            <a:solidFill>
                              <a:srgbClr val="3333FF"/>
                            </a:solidFill>
                            <a:prstDash val="lg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55696" name="Text Box 16"/>
          <p:cNvSpPr txBox="1">
            <a:spLocks noChangeArrowheads="1"/>
          </p:cNvSpPr>
          <p:nvPr/>
        </p:nvSpPr>
        <p:spPr bwMode="auto">
          <a:xfrm>
            <a:off x="228600" y="2667000"/>
            <a:ext cx="2471738"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9050">
                <a:solidFill>
                  <a:srgbClr val="3333FF"/>
                </a:solidFill>
                <a:prstDash val="lg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r>
              <a:rPr lang="zh-CN" altLang="en-US" sz="2400" b="1">
                <a:solidFill>
                  <a:schemeClr val="tx1"/>
                </a:solidFill>
                <a:ea typeface="宋体" pitchFamily="2" charset="-122"/>
              </a:rPr>
              <a:t>根据高斯定理</a:t>
            </a:r>
          </a:p>
        </p:txBody>
      </p:sp>
      <p:graphicFrame>
        <p:nvGraphicFramePr>
          <p:cNvPr id="455697" name="Object 17"/>
          <p:cNvGraphicFramePr>
            <a:graphicFrameLocks noChangeAspect="1"/>
          </p:cNvGraphicFramePr>
          <p:nvPr/>
        </p:nvGraphicFramePr>
        <p:xfrm>
          <a:off x="1473200" y="1981200"/>
          <a:ext cx="1625600" cy="496888"/>
        </p:xfrm>
        <a:graphic>
          <a:graphicData uri="http://schemas.openxmlformats.org/presentationml/2006/ole">
            <mc:AlternateContent xmlns:mc="http://schemas.openxmlformats.org/markup-compatibility/2006">
              <mc:Choice xmlns:v="urn:schemas-microsoft-com:vml" Requires="v">
                <p:oleObj spid="_x0000_s30394" name="公式" r:id="rId7" imgW="825500" imgH="254000" progId="Equation.3">
                  <p:embed/>
                </p:oleObj>
              </mc:Choice>
              <mc:Fallback>
                <p:oleObj name="公式" r:id="rId7" imgW="825500" imgH="254000" progId="Equation.3">
                  <p:embed/>
                  <p:pic>
                    <p:nvPicPr>
                      <p:cNvPr id="0" name="Object 1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73200" y="1981200"/>
                        <a:ext cx="1625600" cy="49688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9050">
                            <a:solidFill>
                              <a:srgbClr val="3333FF"/>
                            </a:solidFill>
                            <a:prstDash val="lg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55698" name="Text Box 18"/>
          <p:cNvSpPr txBox="1">
            <a:spLocks noChangeArrowheads="1"/>
          </p:cNvSpPr>
          <p:nvPr/>
        </p:nvSpPr>
        <p:spPr bwMode="auto">
          <a:xfrm>
            <a:off x="301625" y="4038600"/>
            <a:ext cx="796925"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9050">
                <a:solidFill>
                  <a:srgbClr val="3333FF"/>
                </a:solidFill>
                <a:prstDash val="lg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r>
              <a:rPr lang="zh-CN" altLang="en-US" sz="2400" b="1">
                <a:solidFill>
                  <a:schemeClr val="tx1"/>
                </a:solidFill>
                <a:ea typeface="宋体" pitchFamily="2" charset="-122"/>
              </a:rPr>
              <a:t>所以</a:t>
            </a:r>
          </a:p>
        </p:txBody>
      </p:sp>
      <p:graphicFrame>
        <p:nvGraphicFramePr>
          <p:cNvPr id="455699" name="Object 19"/>
          <p:cNvGraphicFramePr>
            <a:graphicFrameLocks noChangeAspect="1"/>
          </p:cNvGraphicFramePr>
          <p:nvPr/>
        </p:nvGraphicFramePr>
        <p:xfrm>
          <a:off x="1447800" y="4038600"/>
          <a:ext cx="1066800" cy="506413"/>
        </p:xfrm>
        <a:graphic>
          <a:graphicData uri="http://schemas.openxmlformats.org/presentationml/2006/ole">
            <mc:AlternateContent xmlns:mc="http://schemas.openxmlformats.org/markup-compatibility/2006">
              <mc:Choice xmlns:v="urn:schemas-microsoft-com:vml" Requires="v">
                <p:oleObj spid="_x0000_s30395" name="公式" r:id="rId9" imgW="482391" imgH="228501" progId="Equation.3">
                  <p:embed/>
                </p:oleObj>
              </mc:Choice>
              <mc:Fallback>
                <p:oleObj name="公式" r:id="rId9" imgW="482391" imgH="228501" progId="Equation.3">
                  <p:embed/>
                  <p:pic>
                    <p:nvPicPr>
                      <p:cNvPr id="0" name="Object 1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47800" y="4038600"/>
                        <a:ext cx="1066800" cy="5064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9050">
                            <a:solidFill>
                              <a:srgbClr val="3333FF"/>
                            </a:solidFill>
                            <a:prstDash val="lg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55700" name="Text Box 20"/>
          <p:cNvSpPr txBox="1">
            <a:spLocks noChangeArrowheads="1"/>
          </p:cNvSpPr>
          <p:nvPr/>
        </p:nvSpPr>
        <p:spPr bwMode="auto">
          <a:xfrm>
            <a:off x="304800" y="4648200"/>
            <a:ext cx="3403600"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9050">
                <a:solidFill>
                  <a:srgbClr val="3333FF"/>
                </a:solidFill>
                <a:prstDash val="lg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r>
              <a:rPr lang="zh-CN" altLang="en-US" sz="2400" b="1">
                <a:ea typeface="宋体" pitchFamily="2" charset="-122"/>
              </a:rPr>
              <a:t>电介质中的电场强度</a:t>
            </a:r>
          </a:p>
        </p:txBody>
      </p:sp>
      <p:graphicFrame>
        <p:nvGraphicFramePr>
          <p:cNvPr id="455701" name="Object 21"/>
          <p:cNvGraphicFramePr>
            <a:graphicFrameLocks noChangeAspect="1"/>
          </p:cNvGraphicFramePr>
          <p:nvPr/>
        </p:nvGraphicFramePr>
        <p:xfrm>
          <a:off x="1371600" y="5105400"/>
          <a:ext cx="2362200" cy="876300"/>
        </p:xfrm>
        <a:graphic>
          <a:graphicData uri="http://schemas.openxmlformats.org/presentationml/2006/ole">
            <mc:AlternateContent xmlns:mc="http://schemas.openxmlformats.org/markup-compatibility/2006">
              <mc:Choice xmlns:v="urn:schemas-microsoft-com:vml" Requires="v">
                <p:oleObj spid="_x0000_s30396" name="公式" r:id="rId11" imgW="1193800" imgH="444500" progId="Equation.3">
                  <p:embed/>
                </p:oleObj>
              </mc:Choice>
              <mc:Fallback>
                <p:oleObj name="公式" r:id="rId11" imgW="1193800" imgH="444500" progId="Equation.3">
                  <p:embed/>
                  <p:pic>
                    <p:nvPicPr>
                      <p:cNvPr id="0" name="Object 2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71600" y="5105400"/>
                        <a:ext cx="2362200" cy="8763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9050">
                            <a:solidFill>
                              <a:srgbClr val="3333FF"/>
                            </a:solidFill>
                            <a:prstDash val="lg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5702" name="Object 22"/>
          <p:cNvGraphicFramePr>
            <a:graphicFrameLocks noChangeAspect="1"/>
          </p:cNvGraphicFramePr>
          <p:nvPr/>
        </p:nvGraphicFramePr>
        <p:xfrm>
          <a:off x="1371600" y="6019800"/>
          <a:ext cx="2133600" cy="774700"/>
        </p:xfrm>
        <a:graphic>
          <a:graphicData uri="http://schemas.openxmlformats.org/presentationml/2006/ole">
            <mc:AlternateContent xmlns:mc="http://schemas.openxmlformats.org/markup-compatibility/2006">
              <mc:Choice xmlns:v="urn:schemas-microsoft-com:vml" Requires="v">
                <p:oleObj spid="_x0000_s30397" name="公式" r:id="rId13" imgW="1218671" imgH="444307" progId="Equation.3">
                  <p:embed/>
                </p:oleObj>
              </mc:Choice>
              <mc:Fallback>
                <p:oleObj name="公式" r:id="rId13" imgW="1218671" imgH="444307" progId="Equation.3">
                  <p:embed/>
                  <p:pic>
                    <p:nvPicPr>
                      <p:cNvPr id="0" name="Object 2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371600" y="6019800"/>
                        <a:ext cx="2133600" cy="7747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9050">
                            <a:solidFill>
                              <a:srgbClr val="3333FF"/>
                            </a:solidFill>
                            <a:prstDash val="lg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55703" name="Text Box 23"/>
          <p:cNvSpPr txBox="1">
            <a:spLocks noChangeArrowheads="1"/>
          </p:cNvSpPr>
          <p:nvPr/>
        </p:nvSpPr>
        <p:spPr bwMode="auto">
          <a:xfrm>
            <a:off x="4627563" y="2971800"/>
            <a:ext cx="2632075"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9050">
                <a:solidFill>
                  <a:srgbClr val="3333FF"/>
                </a:solidFill>
                <a:prstDash val="lg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r>
              <a:rPr lang="zh-CN" altLang="en-US" sz="2400" b="1">
                <a:ea typeface="宋体" pitchFamily="2" charset="-122"/>
              </a:rPr>
              <a:t>两极板的电势差为</a:t>
            </a:r>
          </a:p>
        </p:txBody>
      </p:sp>
      <p:graphicFrame>
        <p:nvGraphicFramePr>
          <p:cNvPr id="455704" name="Object 24"/>
          <p:cNvGraphicFramePr>
            <a:graphicFrameLocks noChangeAspect="1"/>
          </p:cNvGraphicFramePr>
          <p:nvPr/>
        </p:nvGraphicFramePr>
        <p:xfrm>
          <a:off x="5529263" y="3794125"/>
          <a:ext cx="2662237" cy="1320800"/>
        </p:xfrm>
        <a:graphic>
          <a:graphicData uri="http://schemas.openxmlformats.org/presentationml/2006/ole">
            <mc:AlternateContent xmlns:mc="http://schemas.openxmlformats.org/markup-compatibility/2006">
              <mc:Choice xmlns:v="urn:schemas-microsoft-com:vml" Requires="v">
                <p:oleObj spid="_x0000_s30398" name="公式" r:id="rId15" imgW="1587500" imgH="787400" progId="Equation.3">
                  <p:embed/>
                </p:oleObj>
              </mc:Choice>
              <mc:Fallback>
                <p:oleObj name="公式" r:id="rId15" imgW="1587500" imgH="787400" progId="Equation.3">
                  <p:embed/>
                  <p:pic>
                    <p:nvPicPr>
                      <p:cNvPr id="0" name="Object 2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529263" y="3794125"/>
                        <a:ext cx="2662237" cy="132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55705" name="Text Box 25"/>
          <p:cNvSpPr txBox="1">
            <a:spLocks noChangeArrowheads="1"/>
          </p:cNvSpPr>
          <p:nvPr/>
        </p:nvSpPr>
        <p:spPr bwMode="auto">
          <a:xfrm>
            <a:off x="4067175" y="5449888"/>
            <a:ext cx="1558925"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9050">
                <a:solidFill>
                  <a:srgbClr val="3333FF"/>
                </a:solidFill>
                <a:prstDash val="lg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r>
              <a:rPr lang="zh-CN" altLang="en-US" sz="2400" b="1">
                <a:ea typeface="宋体" pitchFamily="2" charset="-122"/>
              </a:rPr>
              <a:t>电容</a:t>
            </a:r>
          </a:p>
        </p:txBody>
      </p:sp>
      <p:graphicFrame>
        <p:nvGraphicFramePr>
          <p:cNvPr id="455706" name="Object 26"/>
          <p:cNvGraphicFramePr>
            <a:graphicFrameLocks noChangeAspect="1"/>
          </p:cNvGraphicFramePr>
          <p:nvPr/>
        </p:nvGraphicFramePr>
        <p:xfrm>
          <a:off x="5621338" y="5157788"/>
          <a:ext cx="2457450" cy="815975"/>
        </p:xfrm>
        <a:graphic>
          <a:graphicData uri="http://schemas.openxmlformats.org/presentationml/2006/ole">
            <mc:AlternateContent xmlns:mc="http://schemas.openxmlformats.org/markup-compatibility/2006">
              <mc:Choice xmlns:v="urn:schemas-microsoft-com:vml" Requires="v">
                <p:oleObj spid="_x0000_s30399" name="公式" r:id="rId17" imgW="1333500" imgH="444500" progId="Equation.3">
                  <p:embed/>
                </p:oleObj>
              </mc:Choice>
              <mc:Fallback>
                <p:oleObj name="公式" r:id="rId17" imgW="1333500" imgH="444500" progId="Equation.3">
                  <p:embed/>
                  <p:pic>
                    <p:nvPicPr>
                      <p:cNvPr id="0" name="Object 2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621338" y="5157788"/>
                        <a:ext cx="2457450" cy="81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714" name="Rectangle 42"/>
          <p:cNvSpPr>
            <a:spLocks noChangeArrowheads="1"/>
          </p:cNvSpPr>
          <p:nvPr/>
        </p:nvSpPr>
        <p:spPr bwMode="auto">
          <a:xfrm>
            <a:off x="6859588" y="115888"/>
            <a:ext cx="404812" cy="39687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US" altLang="zh-CN" b="1">
                <a:solidFill>
                  <a:schemeClr val="tx1"/>
                </a:solidFill>
              </a:rPr>
              <a:t>S</a:t>
            </a:r>
            <a:r>
              <a:rPr lang="en-US" altLang="zh-CN" b="1" baseline="-25000">
                <a:solidFill>
                  <a:schemeClr val="tx1"/>
                </a:solidFill>
              </a:rPr>
              <a:t>1</a:t>
            </a:r>
          </a:p>
        </p:txBody>
      </p:sp>
      <p:sp>
        <p:nvSpPr>
          <p:cNvPr id="455723" name="Text Box 43"/>
          <p:cNvSpPr txBox="1">
            <a:spLocks noChangeArrowheads="1"/>
          </p:cNvSpPr>
          <p:nvPr/>
        </p:nvSpPr>
        <p:spPr bwMode="auto">
          <a:xfrm>
            <a:off x="4932363" y="5943600"/>
            <a:ext cx="3622675" cy="90646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9050">
                <a:solidFill>
                  <a:srgbClr val="3333FF"/>
                </a:solidFill>
                <a:prstDash val="lg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r>
              <a:rPr lang="zh-CN" altLang="en-US" sz="2400" b="1">
                <a:ea typeface="宋体" pitchFamily="2" charset="-122"/>
              </a:rPr>
              <a:t>两电容器串联      </a:t>
            </a:r>
            <a:endParaRPr lang="en-US" altLang="zh-CN" sz="2400" b="1">
              <a:ea typeface="宋体" pitchFamily="2" charset="-122"/>
            </a:endParaRPr>
          </a:p>
          <a:p>
            <a:pPr algn="ctr" eaLnBrk="1" hangingPunct="1"/>
            <a:r>
              <a:rPr lang="zh-CN" altLang="en-US" sz="2400" b="1">
                <a:ea typeface="宋体" pitchFamily="2" charset="-122"/>
              </a:rPr>
              <a:t> 若</a:t>
            </a:r>
            <a:r>
              <a:rPr lang="en-US" altLang="zh-CN" sz="2400" b="1">
                <a:ea typeface="宋体" pitchFamily="2" charset="-122"/>
              </a:rPr>
              <a:t>d</a:t>
            </a:r>
            <a:r>
              <a:rPr lang="en-US" altLang="zh-CN" sz="2400" b="1" baseline="-25000">
                <a:ea typeface="宋体" pitchFamily="2" charset="-122"/>
              </a:rPr>
              <a:t>1</a:t>
            </a:r>
            <a:r>
              <a:rPr lang="en-US" altLang="zh-CN" sz="2400" b="1">
                <a:ea typeface="宋体" pitchFamily="2" charset="-122"/>
              </a:rPr>
              <a:t>=d</a:t>
            </a:r>
            <a:r>
              <a:rPr lang="en-US" altLang="zh-CN" sz="2400" b="1" baseline="-25000">
                <a:ea typeface="宋体" pitchFamily="2" charset="-122"/>
              </a:rPr>
              <a:t>2</a:t>
            </a:r>
            <a:r>
              <a:rPr lang="zh-CN" altLang="en-US" sz="2400" b="1">
                <a:ea typeface="宋体" pitchFamily="2" charset="-122"/>
              </a:rPr>
              <a:t>，</a:t>
            </a:r>
            <a:r>
              <a:rPr lang="en-US" altLang="zh-CN" sz="2400" b="1">
                <a:solidFill>
                  <a:srgbClr val="003399"/>
                </a:solidFill>
                <a:latin typeface="Symbol" pitchFamily="18" charset="2"/>
                <a:ea typeface="宋体" pitchFamily="2" charset="-122"/>
              </a:rPr>
              <a:t> e</a:t>
            </a:r>
            <a:r>
              <a:rPr lang="en-US" altLang="zh-CN" sz="2400" b="1" baseline="-25000">
                <a:solidFill>
                  <a:srgbClr val="003399"/>
                </a:solidFill>
                <a:ea typeface="宋体" pitchFamily="2" charset="-122"/>
              </a:rPr>
              <a:t>r1</a:t>
            </a:r>
            <a:r>
              <a:rPr lang="en-US" altLang="zh-CN" sz="2400" b="1">
                <a:solidFill>
                  <a:srgbClr val="003399"/>
                </a:solidFill>
                <a:ea typeface="宋体" pitchFamily="2" charset="-122"/>
              </a:rPr>
              <a:t>=</a:t>
            </a:r>
            <a:r>
              <a:rPr lang="en-US" altLang="zh-CN" sz="2400" b="1">
                <a:solidFill>
                  <a:srgbClr val="003399"/>
                </a:solidFill>
                <a:latin typeface="Symbol" pitchFamily="18" charset="2"/>
                <a:ea typeface="宋体" pitchFamily="2" charset="-122"/>
              </a:rPr>
              <a:t>e</a:t>
            </a:r>
            <a:r>
              <a:rPr lang="en-US" altLang="zh-CN" sz="2400" b="1" baseline="-25000">
                <a:solidFill>
                  <a:srgbClr val="003399"/>
                </a:solidFill>
                <a:ea typeface="宋体" pitchFamily="2" charset="-122"/>
              </a:rPr>
              <a:t>r2</a:t>
            </a:r>
            <a:r>
              <a:rPr lang="zh-CN" altLang="en-US" sz="2400" b="1" baseline="-25000">
                <a:solidFill>
                  <a:srgbClr val="003399"/>
                </a:solidFill>
                <a:ea typeface="宋体" pitchFamily="2" charset="-122"/>
              </a:rPr>
              <a:t>？</a:t>
            </a:r>
            <a:endParaRPr lang="en-US" altLang="zh-CN" sz="2400" b="1">
              <a:ea typeface="宋体" pitchFamily="2" charset="-122"/>
            </a:endParaRPr>
          </a:p>
        </p:txBody>
      </p:sp>
      <p:pic>
        <p:nvPicPr>
          <p:cNvPr id="31" name="Picture 96"/>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667625" y="2525713"/>
            <a:ext cx="1244600" cy="93662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55682"/>
                                        </p:tgtEl>
                                        <p:attrNameLst>
                                          <p:attrName>style.visibility</p:attrName>
                                        </p:attrNameLst>
                                      </p:cBhvr>
                                      <p:to>
                                        <p:strVal val="visible"/>
                                      </p:to>
                                    </p:set>
                                    <p:animEffect transition="in" filter="wipe(left)">
                                      <p:cBhvr>
                                        <p:cTn id="7" dur="500"/>
                                        <p:tgtEl>
                                          <p:spTgt spid="45568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455694"/>
                                        </p:tgtEl>
                                        <p:attrNameLst>
                                          <p:attrName>style.visibility</p:attrName>
                                        </p:attrNameLst>
                                      </p:cBhvr>
                                      <p:to>
                                        <p:strVal val="visible"/>
                                      </p:to>
                                    </p:set>
                                    <p:animEffect transition="in" filter="wipe(left)">
                                      <p:cBhvr>
                                        <p:cTn id="12" dur="75"/>
                                        <p:tgtEl>
                                          <p:spTgt spid="45569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55697"/>
                                        </p:tgtEl>
                                        <p:attrNameLst>
                                          <p:attrName>style.visibility</p:attrName>
                                        </p:attrNameLst>
                                      </p:cBhvr>
                                      <p:to>
                                        <p:strVal val="visible"/>
                                      </p:to>
                                    </p:set>
                                    <p:animEffect transition="in" filter="wipe(left)">
                                      <p:cBhvr>
                                        <p:cTn id="17" dur="500"/>
                                        <p:tgtEl>
                                          <p:spTgt spid="45569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55696"/>
                                        </p:tgtEl>
                                        <p:attrNameLst>
                                          <p:attrName>style.visibility</p:attrName>
                                        </p:attrNameLst>
                                      </p:cBhvr>
                                      <p:to>
                                        <p:strVal val="visible"/>
                                      </p:to>
                                    </p:set>
                                    <p:animEffect transition="in" filter="wipe(left)">
                                      <p:cBhvr>
                                        <p:cTn id="22" dur="500"/>
                                        <p:tgtEl>
                                          <p:spTgt spid="45569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455695"/>
                                        </p:tgtEl>
                                        <p:attrNameLst>
                                          <p:attrName>style.visibility</p:attrName>
                                        </p:attrNameLst>
                                      </p:cBhvr>
                                      <p:to>
                                        <p:strVal val="visible"/>
                                      </p:to>
                                    </p:set>
                                    <p:animEffect transition="in" filter="wipe(left)">
                                      <p:cBhvr>
                                        <p:cTn id="27" dur="500"/>
                                        <p:tgtEl>
                                          <p:spTgt spid="45569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55698"/>
                                        </p:tgtEl>
                                        <p:attrNameLst>
                                          <p:attrName>style.visibility</p:attrName>
                                        </p:attrNameLst>
                                      </p:cBhvr>
                                      <p:to>
                                        <p:strVal val="visible"/>
                                      </p:to>
                                    </p:set>
                                    <p:animEffect transition="in" filter="wipe(left)">
                                      <p:cBhvr>
                                        <p:cTn id="32" dur="500"/>
                                        <p:tgtEl>
                                          <p:spTgt spid="45569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455699"/>
                                        </p:tgtEl>
                                        <p:attrNameLst>
                                          <p:attrName>style.visibility</p:attrName>
                                        </p:attrNameLst>
                                      </p:cBhvr>
                                      <p:to>
                                        <p:strVal val="visible"/>
                                      </p:to>
                                    </p:set>
                                    <p:animEffect transition="in" filter="wipe(left)">
                                      <p:cBhvr>
                                        <p:cTn id="37" dur="500"/>
                                        <p:tgtEl>
                                          <p:spTgt spid="45569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455700"/>
                                        </p:tgtEl>
                                        <p:attrNameLst>
                                          <p:attrName>style.visibility</p:attrName>
                                        </p:attrNameLst>
                                      </p:cBhvr>
                                      <p:to>
                                        <p:strVal val="visible"/>
                                      </p:to>
                                    </p:set>
                                    <p:animEffect transition="in" filter="wipe(left)">
                                      <p:cBhvr>
                                        <p:cTn id="42" dur="500"/>
                                        <p:tgtEl>
                                          <p:spTgt spid="45570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455701"/>
                                        </p:tgtEl>
                                        <p:attrNameLst>
                                          <p:attrName>style.visibility</p:attrName>
                                        </p:attrNameLst>
                                      </p:cBhvr>
                                      <p:to>
                                        <p:strVal val="visible"/>
                                      </p:to>
                                    </p:set>
                                    <p:animEffect transition="in" filter="wipe(left)">
                                      <p:cBhvr>
                                        <p:cTn id="47" dur="500"/>
                                        <p:tgtEl>
                                          <p:spTgt spid="455701"/>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455702"/>
                                        </p:tgtEl>
                                        <p:attrNameLst>
                                          <p:attrName>style.visibility</p:attrName>
                                        </p:attrNameLst>
                                      </p:cBhvr>
                                      <p:to>
                                        <p:strVal val="visible"/>
                                      </p:to>
                                    </p:set>
                                    <p:animEffect transition="in" filter="wipe(left)">
                                      <p:cBhvr>
                                        <p:cTn id="52" dur="500"/>
                                        <p:tgtEl>
                                          <p:spTgt spid="45570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455703"/>
                                        </p:tgtEl>
                                        <p:attrNameLst>
                                          <p:attrName>style.visibility</p:attrName>
                                        </p:attrNameLst>
                                      </p:cBhvr>
                                      <p:to>
                                        <p:strVal val="visible"/>
                                      </p:to>
                                    </p:set>
                                    <p:animEffect transition="in" filter="wipe(left)">
                                      <p:cBhvr>
                                        <p:cTn id="57" dur="500"/>
                                        <p:tgtEl>
                                          <p:spTgt spid="455703"/>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455704"/>
                                        </p:tgtEl>
                                        <p:attrNameLst>
                                          <p:attrName>style.visibility</p:attrName>
                                        </p:attrNameLst>
                                      </p:cBhvr>
                                      <p:to>
                                        <p:strVal val="visible"/>
                                      </p:to>
                                    </p:set>
                                    <p:animEffect transition="in" filter="wipe(left)">
                                      <p:cBhvr>
                                        <p:cTn id="62" dur="500"/>
                                        <p:tgtEl>
                                          <p:spTgt spid="455704"/>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455705"/>
                                        </p:tgtEl>
                                        <p:attrNameLst>
                                          <p:attrName>style.visibility</p:attrName>
                                        </p:attrNameLst>
                                      </p:cBhvr>
                                      <p:to>
                                        <p:strVal val="visible"/>
                                      </p:to>
                                    </p:set>
                                    <p:animEffect transition="in" filter="wipe(left)">
                                      <p:cBhvr>
                                        <p:cTn id="67" dur="500"/>
                                        <p:tgtEl>
                                          <p:spTgt spid="455705"/>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455706"/>
                                        </p:tgtEl>
                                        <p:attrNameLst>
                                          <p:attrName>style.visibility</p:attrName>
                                        </p:attrNameLst>
                                      </p:cBhvr>
                                      <p:to>
                                        <p:strVal val="visible"/>
                                      </p:to>
                                    </p:set>
                                    <p:animEffect transition="in" filter="wipe(left)">
                                      <p:cBhvr>
                                        <p:cTn id="72" dur="500"/>
                                        <p:tgtEl>
                                          <p:spTgt spid="455706"/>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455723"/>
                                        </p:tgtEl>
                                        <p:attrNameLst>
                                          <p:attrName>style.visibility</p:attrName>
                                        </p:attrNameLst>
                                      </p:cBhvr>
                                      <p:to>
                                        <p:strVal val="visible"/>
                                      </p:to>
                                    </p:set>
                                    <p:animEffect transition="in" filter="wipe(left)">
                                      <p:cBhvr>
                                        <p:cTn id="77" dur="500"/>
                                        <p:tgtEl>
                                          <p:spTgt spid="455723"/>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1" presetClass="entr" presetSubtype="0" fill="hold" nodeType="clickEffect">
                                  <p:stCondLst>
                                    <p:cond delay="0"/>
                                  </p:stCondLst>
                                  <p:childTnLst>
                                    <p:set>
                                      <p:cBhvr>
                                        <p:cTn id="81"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5694" grpId="0" autoUpdateAnimBg="0"/>
      <p:bldP spid="455696" grpId="0" autoUpdateAnimBg="0"/>
      <p:bldP spid="455698" grpId="0" autoUpdateAnimBg="0"/>
      <p:bldP spid="455700" grpId="0" autoUpdateAnimBg="0"/>
      <p:bldP spid="455703" grpId="0" autoUpdateAnimBg="0"/>
      <p:bldP spid="455705" grpId="0" autoUpdateAnimBg="0"/>
      <p:bldP spid="455723"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77" descr="蓝色砂纸"/>
          <p:cNvSpPr>
            <a:spLocks noChangeArrowheads="1"/>
          </p:cNvSpPr>
          <p:nvPr/>
        </p:nvSpPr>
        <p:spPr bwMode="auto">
          <a:xfrm>
            <a:off x="544513" y="5132388"/>
            <a:ext cx="3168650" cy="863600"/>
          </a:xfrm>
          <a:prstGeom prst="rect">
            <a:avLst/>
          </a:prstGeom>
          <a:blipFill dpi="0" rotWithShape="0">
            <a:blip r:embed="rId3"/>
            <a:srcRect/>
            <a:tile tx="0" ty="0" sx="100000" sy="100000" flip="none" algn="tl"/>
          </a:blipFill>
          <a:ln>
            <a:noFill/>
          </a:ln>
          <a:effectLst/>
          <a:extLst>
            <a:ext uri="{91240B29-F687-4F45-9708-019B960494DF}">
              <a14:hiddenLine xmlns:a14="http://schemas.microsoft.com/office/drawing/2010/main" w="28575"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0723" name="Rectangle 178" descr="粉色砂纸"/>
          <p:cNvSpPr>
            <a:spLocks noChangeArrowheads="1"/>
          </p:cNvSpPr>
          <p:nvPr/>
        </p:nvSpPr>
        <p:spPr bwMode="auto">
          <a:xfrm>
            <a:off x="579438" y="4437063"/>
            <a:ext cx="3168650" cy="647700"/>
          </a:xfrm>
          <a:prstGeom prst="rect">
            <a:avLst/>
          </a:prstGeom>
          <a:blipFill dpi="0" rotWithShape="0">
            <a:blip r:embed="rId4"/>
            <a:srcRect/>
            <a:tile tx="0" ty="0" sx="100000" sy="100000" flip="none" algn="tl"/>
          </a:blipFill>
          <a:ln>
            <a:noFill/>
          </a:ln>
          <a:effectLst/>
          <a:extLst>
            <a:ext uri="{91240B29-F687-4F45-9708-019B960494DF}">
              <a14:hiddenLine xmlns:a14="http://schemas.microsoft.com/office/drawing/2010/main" w="28575"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6706" name="Text Box 2"/>
          <p:cNvSpPr txBox="1">
            <a:spLocks noChangeArrowheads="1"/>
          </p:cNvSpPr>
          <p:nvPr/>
        </p:nvSpPr>
        <p:spPr bwMode="auto">
          <a:xfrm>
            <a:off x="304800" y="228600"/>
            <a:ext cx="6357938"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9050">
                <a:solidFill>
                  <a:srgbClr val="3333FF"/>
                </a:solidFill>
                <a:prstDash val="lg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0"/>
              </a:spcBef>
            </a:pPr>
            <a:r>
              <a:rPr lang="en-US" altLang="zh-CN" sz="2400" b="1">
                <a:ea typeface="宋体" pitchFamily="2" charset="-122"/>
              </a:rPr>
              <a:t>(2)</a:t>
            </a:r>
            <a:r>
              <a:rPr lang="zh-CN" altLang="en-US" sz="2400" b="1">
                <a:ea typeface="宋体" pitchFamily="2" charset="-122"/>
              </a:rPr>
              <a:t>分界面处</a:t>
            </a:r>
            <a:r>
              <a:rPr lang="zh-CN" altLang="en-US" sz="2400" b="1">
                <a:solidFill>
                  <a:schemeClr val="accent2"/>
                </a:solidFill>
                <a:ea typeface="宋体" pitchFamily="2" charset="-122"/>
              </a:rPr>
              <a:t>第一层</a:t>
            </a:r>
            <a:r>
              <a:rPr lang="zh-CN" altLang="en-US" sz="2400" b="1">
                <a:ea typeface="宋体" pitchFamily="2" charset="-122"/>
              </a:rPr>
              <a:t>电介质的极化电荷面密度为</a:t>
            </a:r>
            <a:endParaRPr lang="zh-CN" altLang="en-US" sz="3600" b="1"/>
          </a:p>
        </p:txBody>
      </p:sp>
      <p:graphicFrame>
        <p:nvGraphicFramePr>
          <p:cNvPr id="456707" name="Object 3"/>
          <p:cNvGraphicFramePr>
            <a:graphicFrameLocks noChangeAspect="1"/>
          </p:cNvGraphicFramePr>
          <p:nvPr/>
        </p:nvGraphicFramePr>
        <p:xfrm>
          <a:off x="1981200" y="762000"/>
          <a:ext cx="2514600" cy="904875"/>
        </p:xfrm>
        <a:graphic>
          <a:graphicData uri="http://schemas.openxmlformats.org/presentationml/2006/ole">
            <mc:AlternateContent xmlns:mc="http://schemas.openxmlformats.org/markup-compatibility/2006">
              <mc:Choice xmlns:v="urn:schemas-microsoft-com:vml" Requires="v">
                <p:oleObj spid="_x0000_s31193" name="公式" r:id="rId5" imgW="1231366" imgH="444307" progId="Equation.3">
                  <p:embed/>
                </p:oleObj>
              </mc:Choice>
              <mc:Fallback>
                <p:oleObj name="公式" r:id="rId5" imgW="1231366" imgH="444307"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81200" y="762000"/>
                        <a:ext cx="2514600" cy="90487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9050">
                            <a:solidFill>
                              <a:srgbClr val="3333FF"/>
                            </a:solidFill>
                            <a:prstDash val="lg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56708" name="Text Box 4"/>
          <p:cNvSpPr txBox="1">
            <a:spLocks noChangeArrowheads="1"/>
          </p:cNvSpPr>
          <p:nvPr/>
        </p:nvSpPr>
        <p:spPr bwMode="auto">
          <a:xfrm>
            <a:off x="762000" y="1676400"/>
            <a:ext cx="4776788"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9050">
                <a:solidFill>
                  <a:srgbClr val="3333FF"/>
                </a:solidFill>
                <a:prstDash val="lg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0"/>
              </a:spcBef>
            </a:pPr>
            <a:r>
              <a:rPr lang="zh-CN" altLang="en-US" sz="2400" b="1">
                <a:solidFill>
                  <a:srgbClr val="3333FF"/>
                </a:solidFill>
                <a:ea typeface="宋体" pitchFamily="2" charset="-122"/>
              </a:rPr>
              <a:t>第二层</a:t>
            </a:r>
            <a:r>
              <a:rPr lang="zh-CN" altLang="en-US" sz="2400" b="1">
                <a:ea typeface="宋体" pitchFamily="2" charset="-122"/>
              </a:rPr>
              <a:t>电介质的极化电荷面密度为</a:t>
            </a:r>
            <a:endParaRPr lang="zh-CN" altLang="en-US" sz="3600" b="1"/>
          </a:p>
        </p:txBody>
      </p:sp>
      <p:graphicFrame>
        <p:nvGraphicFramePr>
          <p:cNvPr id="456709" name="Object 5"/>
          <p:cNvGraphicFramePr>
            <a:graphicFrameLocks noChangeAspect="1"/>
          </p:cNvGraphicFramePr>
          <p:nvPr/>
        </p:nvGraphicFramePr>
        <p:xfrm>
          <a:off x="1995488" y="2286000"/>
          <a:ext cx="2562225" cy="858838"/>
        </p:xfrm>
        <a:graphic>
          <a:graphicData uri="http://schemas.openxmlformats.org/presentationml/2006/ole">
            <mc:AlternateContent xmlns:mc="http://schemas.openxmlformats.org/markup-compatibility/2006">
              <mc:Choice xmlns:v="urn:schemas-microsoft-com:vml" Requires="v">
                <p:oleObj spid="_x0000_s31194" name="公式" r:id="rId7" imgW="1320227" imgH="444307" progId="Equation.3">
                  <p:embed/>
                </p:oleObj>
              </mc:Choice>
              <mc:Fallback>
                <p:oleObj name="公式" r:id="rId7" imgW="1320227" imgH="444307"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95488" y="2286000"/>
                        <a:ext cx="2562225" cy="85883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9050">
                            <a:solidFill>
                              <a:srgbClr val="3333FF"/>
                            </a:solidFill>
                            <a:prstDash val="lg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56710" name="Text Box 6"/>
          <p:cNvSpPr txBox="1">
            <a:spLocks noChangeArrowheads="1"/>
          </p:cNvSpPr>
          <p:nvPr/>
        </p:nvSpPr>
        <p:spPr bwMode="auto">
          <a:xfrm>
            <a:off x="323850" y="2924175"/>
            <a:ext cx="2365375"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9050">
                <a:solidFill>
                  <a:srgbClr val="3333FF"/>
                </a:solidFill>
                <a:prstDash val="lg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0"/>
              </a:spcBef>
            </a:pPr>
            <a:r>
              <a:rPr lang="en-US" altLang="zh-CN" sz="2400" b="1">
                <a:ea typeface="宋体" pitchFamily="2" charset="-122"/>
              </a:rPr>
              <a:t>(3)</a:t>
            </a:r>
            <a:r>
              <a:rPr lang="zh-CN" altLang="en-US" sz="2400" b="1">
                <a:ea typeface="宋体" pitchFamily="2" charset="-122"/>
              </a:rPr>
              <a:t>电位移矢量为</a:t>
            </a:r>
          </a:p>
        </p:txBody>
      </p:sp>
      <p:graphicFrame>
        <p:nvGraphicFramePr>
          <p:cNvPr id="456711" name="Object 7"/>
          <p:cNvGraphicFramePr>
            <a:graphicFrameLocks noChangeAspect="1"/>
          </p:cNvGraphicFramePr>
          <p:nvPr/>
        </p:nvGraphicFramePr>
        <p:xfrm>
          <a:off x="2195513" y="3429000"/>
          <a:ext cx="2667000" cy="539750"/>
        </p:xfrm>
        <a:graphic>
          <a:graphicData uri="http://schemas.openxmlformats.org/presentationml/2006/ole">
            <mc:AlternateContent xmlns:mc="http://schemas.openxmlformats.org/markup-compatibility/2006">
              <mc:Choice xmlns:v="urn:schemas-microsoft-com:vml" Requires="v">
                <p:oleObj spid="_x0000_s31195" name="公式" r:id="rId9" imgW="1130300" imgH="228600" progId="Equation.3">
                  <p:embed/>
                </p:oleObj>
              </mc:Choice>
              <mc:Fallback>
                <p:oleObj name="公式" r:id="rId9" imgW="1130300" imgH="228600"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95513" y="3429000"/>
                        <a:ext cx="2667000" cy="5397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9050">
                            <a:solidFill>
                              <a:srgbClr val="3333FF"/>
                            </a:solidFill>
                            <a:prstDash val="lg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56804" name="Rectangle 100"/>
          <p:cNvSpPr>
            <a:spLocks noChangeArrowheads="1"/>
          </p:cNvSpPr>
          <p:nvPr/>
        </p:nvSpPr>
        <p:spPr bwMode="auto">
          <a:xfrm>
            <a:off x="579438" y="4149080"/>
            <a:ext cx="3124200" cy="228600"/>
          </a:xfrm>
          <a:prstGeom prst="rect">
            <a:avLst/>
          </a:prstGeom>
          <a:noFill/>
          <a:ln w="38100">
            <a:solidFill>
              <a:schemeClr val="accent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56805" name="Rectangle 101"/>
          <p:cNvSpPr>
            <a:spLocks noChangeArrowheads="1"/>
          </p:cNvSpPr>
          <p:nvPr/>
        </p:nvSpPr>
        <p:spPr bwMode="auto">
          <a:xfrm>
            <a:off x="655638" y="5975350"/>
            <a:ext cx="3124200" cy="228600"/>
          </a:xfrm>
          <a:prstGeom prst="rect">
            <a:avLst/>
          </a:prstGeom>
          <a:noFill/>
          <a:ln w="38100">
            <a:solidFill>
              <a:schemeClr val="accent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nvGrpSpPr>
          <p:cNvPr id="456807" name="Group 103"/>
          <p:cNvGrpSpPr>
            <a:grpSpLocks/>
          </p:cNvGrpSpPr>
          <p:nvPr/>
        </p:nvGrpSpPr>
        <p:grpSpPr bwMode="auto">
          <a:xfrm>
            <a:off x="579438" y="4051920"/>
            <a:ext cx="3022600" cy="457200"/>
            <a:chOff x="3264" y="432"/>
            <a:chExt cx="1904" cy="288"/>
          </a:xfrm>
        </p:grpSpPr>
        <p:sp>
          <p:nvSpPr>
            <p:cNvPr id="30801" name="Text Box 104"/>
            <p:cNvSpPr txBox="1">
              <a:spLocks noChangeArrowheads="1"/>
            </p:cNvSpPr>
            <p:nvPr/>
          </p:nvSpPr>
          <p:spPr bwMode="auto">
            <a:xfrm>
              <a:off x="3936" y="432"/>
              <a:ext cx="2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en-US" altLang="zh-CN" sz="2400">
                  <a:solidFill>
                    <a:srgbClr val="CC0000"/>
                  </a:solidFill>
                  <a:ea typeface="隶书" pitchFamily="49" charset="-122"/>
                </a:rPr>
                <a:t>+</a:t>
              </a:r>
            </a:p>
          </p:txBody>
        </p:sp>
        <p:sp>
          <p:nvSpPr>
            <p:cNvPr id="30802" name="Text Box 105"/>
            <p:cNvSpPr txBox="1">
              <a:spLocks noChangeArrowheads="1"/>
            </p:cNvSpPr>
            <p:nvPr/>
          </p:nvSpPr>
          <p:spPr bwMode="auto">
            <a:xfrm>
              <a:off x="4128" y="432"/>
              <a:ext cx="2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en-US" altLang="zh-CN" sz="2400">
                  <a:solidFill>
                    <a:srgbClr val="CC0000"/>
                  </a:solidFill>
                  <a:ea typeface="隶书" pitchFamily="49" charset="-122"/>
                </a:rPr>
                <a:t>+</a:t>
              </a:r>
            </a:p>
          </p:txBody>
        </p:sp>
        <p:sp>
          <p:nvSpPr>
            <p:cNvPr id="30803" name="Text Box 106"/>
            <p:cNvSpPr txBox="1">
              <a:spLocks noChangeArrowheads="1"/>
            </p:cNvSpPr>
            <p:nvPr/>
          </p:nvSpPr>
          <p:spPr bwMode="auto">
            <a:xfrm>
              <a:off x="4464" y="432"/>
              <a:ext cx="2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en-US" altLang="zh-CN" sz="2400">
                  <a:solidFill>
                    <a:srgbClr val="CC0000"/>
                  </a:solidFill>
                  <a:ea typeface="隶书" pitchFamily="49" charset="-122"/>
                </a:rPr>
                <a:t>+</a:t>
              </a:r>
            </a:p>
          </p:txBody>
        </p:sp>
        <p:sp>
          <p:nvSpPr>
            <p:cNvPr id="30804" name="Text Box 107"/>
            <p:cNvSpPr txBox="1">
              <a:spLocks noChangeArrowheads="1"/>
            </p:cNvSpPr>
            <p:nvPr/>
          </p:nvSpPr>
          <p:spPr bwMode="auto">
            <a:xfrm>
              <a:off x="4752" y="432"/>
              <a:ext cx="2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en-US" altLang="zh-CN" sz="2400">
                  <a:solidFill>
                    <a:srgbClr val="CC0000"/>
                  </a:solidFill>
                  <a:ea typeface="隶书" pitchFamily="49" charset="-122"/>
                </a:rPr>
                <a:t>+</a:t>
              </a:r>
            </a:p>
          </p:txBody>
        </p:sp>
        <p:sp>
          <p:nvSpPr>
            <p:cNvPr id="30805" name="Text Box 108"/>
            <p:cNvSpPr txBox="1">
              <a:spLocks noChangeArrowheads="1"/>
            </p:cNvSpPr>
            <p:nvPr/>
          </p:nvSpPr>
          <p:spPr bwMode="auto">
            <a:xfrm>
              <a:off x="4944" y="432"/>
              <a:ext cx="2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en-US" altLang="zh-CN" sz="2400">
                  <a:solidFill>
                    <a:srgbClr val="CC0000"/>
                  </a:solidFill>
                  <a:ea typeface="隶书" pitchFamily="49" charset="-122"/>
                </a:rPr>
                <a:t>+</a:t>
              </a:r>
            </a:p>
          </p:txBody>
        </p:sp>
        <p:sp>
          <p:nvSpPr>
            <p:cNvPr id="30806" name="Text Box 109"/>
            <p:cNvSpPr txBox="1">
              <a:spLocks noChangeArrowheads="1"/>
            </p:cNvSpPr>
            <p:nvPr/>
          </p:nvSpPr>
          <p:spPr bwMode="auto">
            <a:xfrm>
              <a:off x="3744" y="432"/>
              <a:ext cx="2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en-US" altLang="zh-CN" sz="2400">
                  <a:solidFill>
                    <a:srgbClr val="CC0000"/>
                  </a:solidFill>
                  <a:ea typeface="隶书" pitchFamily="49" charset="-122"/>
                </a:rPr>
                <a:t>+</a:t>
              </a:r>
            </a:p>
          </p:txBody>
        </p:sp>
        <p:sp>
          <p:nvSpPr>
            <p:cNvPr id="30807" name="Text Box 110"/>
            <p:cNvSpPr txBox="1">
              <a:spLocks noChangeArrowheads="1"/>
            </p:cNvSpPr>
            <p:nvPr/>
          </p:nvSpPr>
          <p:spPr bwMode="auto">
            <a:xfrm>
              <a:off x="3504" y="432"/>
              <a:ext cx="2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en-US" altLang="zh-CN" sz="2400">
                  <a:solidFill>
                    <a:srgbClr val="CC0000"/>
                  </a:solidFill>
                  <a:ea typeface="隶书" pitchFamily="49" charset="-122"/>
                </a:rPr>
                <a:t>+</a:t>
              </a:r>
            </a:p>
          </p:txBody>
        </p:sp>
        <p:sp>
          <p:nvSpPr>
            <p:cNvPr id="30808" name="Text Box 111"/>
            <p:cNvSpPr txBox="1">
              <a:spLocks noChangeArrowheads="1"/>
            </p:cNvSpPr>
            <p:nvPr/>
          </p:nvSpPr>
          <p:spPr bwMode="auto">
            <a:xfrm>
              <a:off x="3264" y="432"/>
              <a:ext cx="2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en-US" altLang="zh-CN" sz="2400">
                  <a:solidFill>
                    <a:srgbClr val="CC0000"/>
                  </a:solidFill>
                  <a:ea typeface="隶书" pitchFamily="49" charset="-122"/>
                </a:rPr>
                <a:t>+</a:t>
              </a:r>
            </a:p>
          </p:txBody>
        </p:sp>
      </p:grpSp>
      <p:grpSp>
        <p:nvGrpSpPr>
          <p:cNvPr id="456816" name="Group 112"/>
          <p:cNvGrpSpPr>
            <a:grpSpLocks/>
          </p:cNvGrpSpPr>
          <p:nvPr/>
        </p:nvGrpSpPr>
        <p:grpSpPr bwMode="auto">
          <a:xfrm>
            <a:off x="655638" y="5851525"/>
            <a:ext cx="2971800" cy="457200"/>
            <a:chOff x="3312" y="1632"/>
            <a:chExt cx="1872" cy="288"/>
          </a:xfrm>
        </p:grpSpPr>
        <p:sp>
          <p:nvSpPr>
            <p:cNvPr id="30794" name="Text Box 113"/>
            <p:cNvSpPr txBox="1">
              <a:spLocks noChangeArrowheads="1"/>
            </p:cNvSpPr>
            <p:nvPr/>
          </p:nvSpPr>
          <p:spPr bwMode="auto">
            <a:xfrm>
              <a:off x="3312" y="1632"/>
              <a:ext cx="18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en-US" altLang="zh-CN" sz="2400">
                  <a:solidFill>
                    <a:srgbClr val="CC0000"/>
                  </a:solidFill>
                  <a:ea typeface="隶书" pitchFamily="49" charset="-122"/>
                </a:rPr>
                <a:t>-</a:t>
              </a:r>
            </a:p>
          </p:txBody>
        </p:sp>
        <p:sp>
          <p:nvSpPr>
            <p:cNvPr id="30795" name="Text Box 114"/>
            <p:cNvSpPr txBox="1">
              <a:spLocks noChangeArrowheads="1"/>
            </p:cNvSpPr>
            <p:nvPr/>
          </p:nvSpPr>
          <p:spPr bwMode="auto">
            <a:xfrm>
              <a:off x="3600" y="1632"/>
              <a:ext cx="18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en-US" altLang="zh-CN" sz="2400">
                  <a:solidFill>
                    <a:srgbClr val="CC0000"/>
                  </a:solidFill>
                  <a:ea typeface="隶书" pitchFamily="49" charset="-122"/>
                </a:rPr>
                <a:t>-</a:t>
              </a:r>
            </a:p>
          </p:txBody>
        </p:sp>
        <p:sp>
          <p:nvSpPr>
            <p:cNvPr id="30796" name="Text Box 115"/>
            <p:cNvSpPr txBox="1">
              <a:spLocks noChangeArrowheads="1"/>
            </p:cNvSpPr>
            <p:nvPr/>
          </p:nvSpPr>
          <p:spPr bwMode="auto">
            <a:xfrm>
              <a:off x="3936" y="1632"/>
              <a:ext cx="18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en-US" altLang="zh-CN" sz="2400">
                  <a:solidFill>
                    <a:srgbClr val="CC0000"/>
                  </a:solidFill>
                  <a:ea typeface="隶书" pitchFamily="49" charset="-122"/>
                </a:rPr>
                <a:t>-</a:t>
              </a:r>
            </a:p>
          </p:txBody>
        </p:sp>
        <p:sp>
          <p:nvSpPr>
            <p:cNvPr id="30797" name="Text Box 116"/>
            <p:cNvSpPr txBox="1">
              <a:spLocks noChangeArrowheads="1"/>
            </p:cNvSpPr>
            <p:nvPr/>
          </p:nvSpPr>
          <p:spPr bwMode="auto">
            <a:xfrm>
              <a:off x="4224" y="1632"/>
              <a:ext cx="18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en-US" altLang="zh-CN" sz="2400">
                  <a:solidFill>
                    <a:srgbClr val="CC0000"/>
                  </a:solidFill>
                  <a:ea typeface="隶书" pitchFamily="49" charset="-122"/>
                </a:rPr>
                <a:t>-</a:t>
              </a:r>
            </a:p>
          </p:txBody>
        </p:sp>
        <p:sp>
          <p:nvSpPr>
            <p:cNvPr id="30798" name="Text Box 117"/>
            <p:cNvSpPr txBox="1">
              <a:spLocks noChangeArrowheads="1"/>
            </p:cNvSpPr>
            <p:nvPr/>
          </p:nvSpPr>
          <p:spPr bwMode="auto">
            <a:xfrm>
              <a:off x="4512" y="1632"/>
              <a:ext cx="14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en-US" altLang="zh-CN" sz="2400">
                  <a:solidFill>
                    <a:srgbClr val="CC0000"/>
                  </a:solidFill>
                  <a:ea typeface="隶书" pitchFamily="49" charset="-122"/>
                </a:rPr>
                <a:t>-</a:t>
              </a:r>
            </a:p>
          </p:txBody>
        </p:sp>
        <p:sp>
          <p:nvSpPr>
            <p:cNvPr id="30799" name="Text Box 118"/>
            <p:cNvSpPr txBox="1">
              <a:spLocks noChangeArrowheads="1"/>
            </p:cNvSpPr>
            <p:nvPr/>
          </p:nvSpPr>
          <p:spPr bwMode="auto">
            <a:xfrm>
              <a:off x="4752" y="1632"/>
              <a:ext cx="14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en-US" altLang="zh-CN" sz="2400">
                  <a:solidFill>
                    <a:srgbClr val="CC0000"/>
                  </a:solidFill>
                  <a:ea typeface="隶书" pitchFamily="49" charset="-122"/>
                </a:rPr>
                <a:t>-</a:t>
              </a:r>
            </a:p>
          </p:txBody>
        </p:sp>
        <p:sp>
          <p:nvSpPr>
            <p:cNvPr id="30800" name="Text Box 119"/>
            <p:cNvSpPr txBox="1">
              <a:spLocks noChangeArrowheads="1"/>
            </p:cNvSpPr>
            <p:nvPr/>
          </p:nvSpPr>
          <p:spPr bwMode="auto">
            <a:xfrm>
              <a:off x="5040" y="1632"/>
              <a:ext cx="14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en-US" altLang="zh-CN" sz="2400">
                  <a:solidFill>
                    <a:srgbClr val="CC0000"/>
                  </a:solidFill>
                  <a:ea typeface="隶书" pitchFamily="49" charset="-122"/>
                </a:rPr>
                <a:t>-</a:t>
              </a:r>
            </a:p>
          </p:txBody>
        </p:sp>
      </p:grpSp>
      <p:grpSp>
        <p:nvGrpSpPr>
          <p:cNvPr id="456824" name="Group 120"/>
          <p:cNvGrpSpPr>
            <a:grpSpLocks/>
          </p:cNvGrpSpPr>
          <p:nvPr/>
        </p:nvGrpSpPr>
        <p:grpSpPr bwMode="auto">
          <a:xfrm>
            <a:off x="655638" y="4757738"/>
            <a:ext cx="3022600" cy="457200"/>
            <a:chOff x="3264" y="432"/>
            <a:chExt cx="1904" cy="288"/>
          </a:xfrm>
        </p:grpSpPr>
        <p:sp>
          <p:nvSpPr>
            <p:cNvPr id="30786" name="Text Box 121"/>
            <p:cNvSpPr txBox="1">
              <a:spLocks noChangeArrowheads="1"/>
            </p:cNvSpPr>
            <p:nvPr/>
          </p:nvSpPr>
          <p:spPr bwMode="auto">
            <a:xfrm>
              <a:off x="3936" y="432"/>
              <a:ext cx="2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en-US" altLang="zh-CN" sz="2400">
                  <a:solidFill>
                    <a:srgbClr val="CC0000"/>
                  </a:solidFill>
                  <a:ea typeface="隶书" pitchFamily="49" charset="-122"/>
                </a:rPr>
                <a:t>+</a:t>
              </a:r>
            </a:p>
          </p:txBody>
        </p:sp>
        <p:sp>
          <p:nvSpPr>
            <p:cNvPr id="30787" name="Text Box 122"/>
            <p:cNvSpPr txBox="1">
              <a:spLocks noChangeArrowheads="1"/>
            </p:cNvSpPr>
            <p:nvPr/>
          </p:nvSpPr>
          <p:spPr bwMode="auto">
            <a:xfrm>
              <a:off x="4128" y="432"/>
              <a:ext cx="2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en-US" altLang="zh-CN" sz="2400">
                  <a:solidFill>
                    <a:srgbClr val="CC0000"/>
                  </a:solidFill>
                  <a:ea typeface="隶书" pitchFamily="49" charset="-122"/>
                </a:rPr>
                <a:t>+</a:t>
              </a:r>
            </a:p>
          </p:txBody>
        </p:sp>
        <p:sp>
          <p:nvSpPr>
            <p:cNvPr id="30788" name="Text Box 123"/>
            <p:cNvSpPr txBox="1">
              <a:spLocks noChangeArrowheads="1"/>
            </p:cNvSpPr>
            <p:nvPr/>
          </p:nvSpPr>
          <p:spPr bwMode="auto">
            <a:xfrm>
              <a:off x="4464" y="432"/>
              <a:ext cx="2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en-US" altLang="zh-CN" sz="2400">
                  <a:solidFill>
                    <a:srgbClr val="CC0000"/>
                  </a:solidFill>
                  <a:ea typeface="隶书" pitchFamily="49" charset="-122"/>
                </a:rPr>
                <a:t>+</a:t>
              </a:r>
            </a:p>
          </p:txBody>
        </p:sp>
        <p:sp>
          <p:nvSpPr>
            <p:cNvPr id="30789" name="Text Box 124"/>
            <p:cNvSpPr txBox="1">
              <a:spLocks noChangeArrowheads="1"/>
            </p:cNvSpPr>
            <p:nvPr/>
          </p:nvSpPr>
          <p:spPr bwMode="auto">
            <a:xfrm>
              <a:off x="4752" y="432"/>
              <a:ext cx="2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en-US" altLang="zh-CN" sz="2400">
                  <a:solidFill>
                    <a:srgbClr val="CC0000"/>
                  </a:solidFill>
                  <a:ea typeface="隶书" pitchFamily="49" charset="-122"/>
                </a:rPr>
                <a:t>+</a:t>
              </a:r>
            </a:p>
          </p:txBody>
        </p:sp>
        <p:sp>
          <p:nvSpPr>
            <p:cNvPr id="30790" name="Text Box 125"/>
            <p:cNvSpPr txBox="1">
              <a:spLocks noChangeArrowheads="1"/>
            </p:cNvSpPr>
            <p:nvPr/>
          </p:nvSpPr>
          <p:spPr bwMode="auto">
            <a:xfrm>
              <a:off x="4944" y="432"/>
              <a:ext cx="2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en-US" altLang="zh-CN" sz="2400">
                  <a:solidFill>
                    <a:srgbClr val="CC0000"/>
                  </a:solidFill>
                  <a:ea typeface="隶书" pitchFamily="49" charset="-122"/>
                </a:rPr>
                <a:t>+</a:t>
              </a:r>
            </a:p>
          </p:txBody>
        </p:sp>
        <p:sp>
          <p:nvSpPr>
            <p:cNvPr id="30791" name="Text Box 126"/>
            <p:cNvSpPr txBox="1">
              <a:spLocks noChangeArrowheads="1"/>
            </p:cNvSpPr>
            <p:nvPr/>
          </p:nvSpPr>
          <p:spPr bwMode="auto">
            <a:xfrm>
              <a:off x="3744" y="432"/>
              <a:ext cx="2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en-US" altLang="zh-CN" sz="2400">
                  <a:solidFill>
                    <a:srgbClr val="CC0000"/>
                  </a:solidFill>
                  <a:ea typeface="隶书" pitchFamily="49" charset="-122"/>
                </a:rPr>
                <a:t>+</a:t>
              </a:r>
            </a:p>
          </p:txBody>
        </p:sp>
        <p:sp>
          <p:nvSpPr>
            <p:cNvPr id="30792" name="Text Box 127"/>
            <p:cNvSpPr txBox="1">
              <a:spLocks noChangeArrowheads="1"/>
            </p:cNvSpPr>
            <p:nvPr/>
          </p:nvSpPr>
          <p:spPr bwMode="auto">
            <a:xfrm>
              <a:off x="3504" y="432"/>
              <a:ext cx="2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en-US" altLang="zh-CN" sz="2400">
                  <a:solidFill>
                    <a:srgbClr val="CC0000"/>
                  </a:solidFill>
                  <a:ea typeface="隶书" pitchFamily="49" charset="-122"/>
                </a:rPr>
                <a:t>+</a:t>
              </a:r>
            </a:p>
          </p:txBody>
        </p:sp>
        <p:sp>
          <p:nvSpPr>
            <p:cNvPr id="30793" name="Text Box 128"/>
            <p:cNvSpPr txBox="1">
              <a:spLocks noChangeArrowheads="1"/>
            </p:cNvSpPr>
            <p:nvPr/>
          </p:nvSpPr>
          <p:spPr bwMode="auto">
            <a:xfrm>
              <a:off x="3264" y="432"/>
              <a:ext cx="2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en-US" altLang="zh-CN" sz="2400">
                  <a:solidFill>
                    <a:srgbClr val="CC0000"/>
                  </a:solidFill>
                  <a:ea typeface="隶书" pitchFamily="49" charset="-122"/>
                </a:rPr>
                <a:t>+</a:t>
              </a:r>
            </a:p>
          </p:txBody>
        </p:sp>
      </p:grpSp>
      <p:grpSp>
        <p:nvGrpSpPr>
          <p:cNvPr id="456833" name="Group 129"/>
          <p:cNvGrpSpPr>
            <a:grpSpLocks/>
          </p:cNvGrpSpPr>
          <p:nvPr/>
        </p:nvGrpSpPr>
        <p:grpSpPr bwMode="auto">
          <a:xfrm>
            <a:off x="631825" y="4941168"/>
            <a:ext cx="2971800" cy="457200"/>
            <a:chOff x="3312" y="1632"/>
            <a:chExt cx="1872" cy="288"/>
          </a:xfrm>
        </p:grpSpPr>
        <p:sp>
          <p:nvSpPr>
            <p:cNvPr id="30779" name="Text Box 130"/>
            <p:cNvSpPr txBox="1">
              <a:spLocks noChangeArrowheads="1"/>
            </p:cNvSpPr>
            <p:nvPr/>
          </p:nvSpPr>
          <p:spPr bwMode="auto">
            <a:xfrm>
              <a:off x="3312" y="1632"/>
              <a:ext cx="18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en-US" altLang="zh-CN" sz="2400" b="1">
                  <a:solidFill>
                    <a:srgbClr val="CC3399"/>
                  </a:solidFill>
                  <a:ea typeface="隶书" pitchFamily="49" charset="-122"/>
                </a:rPr>
                <a:t>-</a:t>
              </a:r>
            </a:p>
          </p:txBody>
        </p:sp>
        <p:sp>
          <p:nvSpPr>
            <p:cNvPr id="30780" name="Text Box 131"/>
            <p:cNvSpPr txBox="1">
              <a:spLocks noChangeArrowheads="1"/>
            </p:cNvSpPr>
            <p:nvPr/>
          </p:nvSpPr>
          <p:spPr bwMode="auto">
            <a:xfrm>
              <a:off x="3600" y="1632"/>
              <a:ext cx="18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en-US" altLang="zh-CN" sz="2400" b="1">
                  <a:solidFill>
                    <a:srgbClr val="CC3399"/>
                  </a:solidFill>
                  <a:ea typeface="隶书" pitchFamily="49" charset="-122"/>
                </a:rPr>
                <a:t>-</a:t>
              </a:r>
            </a:p>
          </p:txBody>
        </p:sp>
        <p:sp>
          <p:nvSpPr>
            <p:cNvPr id="30781" name="Text Box 132"/>
            <p:cNvSpPr txBox="1">
              <a:spLocks noChangeArrowheads="1"/>
            </p:cNvSpPr>
            <p:nvPr/>
          </p:nvSpPr>
          <p:spPr bwMode="auto">
            <a:xfrm>
              <a:off x="3936" y="1632"/>
              <a:ext cx="18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en-US" altLang="zh-CN" sz="2400" b="1">
                  <a:solidFill>
                    <a:srgbClr val="CC3399"/>
                  </a:solidFill>
                  <a:ea typeface="隶书" pitchFamily="49" charset="-122"/>
                </a:rPr>
                <a:t>-</a:t>
              </a:r>
            </a:p>
          </p:txBody>
        </p:sp>
        <p:sp>
          <p:nvSpPr>
            <p:cNvPr id="30782" name="Text Box 133"/>
            <p:cNvSpPr txBox="1">
              <a:spLocks noChangeArrowheads="1"/>
            </p:cNvSpPr>
            <p:nvPr/>
          </p:nvSpPr>
          <p:spPr bwMode="auto">
            <a:xfrm>
              <a:off x="4224" y="1632"/>
              <a:ext cx="18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en-US" altLang="zh-CN" sz="2400" b="1">
                  <a:solidFill>
                    <a:srgbClr val="CC3399"/>
                  </a:solidFill>
                  <a:ea typeface="隶书" pitchFamily="49" charset="-122"/>
                </a:rPr>
                <a:t>-</a:t>
              </a:r>
            </a:p>
          </p:txBody>
        </p:sp>
        <p:sp>
          <p:nvSpPr>
            <p:cNvPr id="30783" name="Text Box 134"/>
            <p:cNvSpPr txBox="1">
              <a:spLocks noChangeArrowheads="1"/>
            </p:cNvSpPr>
            <p:nvPr/>
          </p:nvSpPr>
          <p:spPr bwMode="auto">
            <a:xfrm>
              <a:off x="4512" y="1632"/>
              <a:ext cx="14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en-US" altLang="zh-CN" sz="2400" b="1">
                  <a:solidFill>
                    <a:srgbClr val="CC3399"/>
                  </a:solidFill>
                  <a:ea typeface="隶书" pitchFamily="49" charset="-122"/>
                </a:rPr>
                <a:t>-</a:t>
              </a:r>
            </a:p>
          </p:txBody>
        </p:sp>
        <p:sp>
          <p:nvSpPr>
            <p:cNvPr id="30784" name="Text Box 135"/>
            <p:cNvSpPr txBox="1">
              <a:spLocks noChangeArrowheads="1"/>
            </p:cNvSpPr>
            <p:nvPr/>
          </p:nvSpPr>
          <p:spPr bwMode="auto">
            <a:xfrm>
              <a:off x="4752" y="1632"/>
              <a:ext cx="14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en-US" altLang="zh-CN" sz="2400" b="1">
                  <a:solidFill>
                    <a:srgbClr val="CC3399"/>
                  </a:solidFill>
                  <a:ea typeface="隶书" pitchFamily="49" charset="-122"/>
                </a:rPr>
                <a:t>-</a:t>
              </a:r>
            </a:p>
          </p:txBody>
        </p:sp>
        <p:sp>
          <p:nvSpPr>
            <p:cNvPr id="30785" name="Text Box 136"/>
            <p:cNvSpPr txBox="1">
              <a:spLocks noChangeArrowheads="1"/>
            </p:cNvSpPr>
            <p:nvPr/>
          </p:nvSpPr>
          <p:spPr bwMode="auto">
            <a:xfrm>
              <a:off x="5040" y="1632"/>
              <a:ext cx="14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en-US" altLang="zh-CN" sz="2400" b="1">
                  <a:solidFill>
                    <a:srgbClr val="CC3399"/>
                  </a:solidFill>
                  <a:ea typeface="隶书" pitchFamily="49" charset="-122"/>
                </a:rPr>
                <a:t>-</a:t>
              </a:r>
            </a:p>
          </p:txBody>
        </p:sp>
      </p:grpSp>
      <p:sp>
        <p:nvSpPr>
          <p:cNvPr id="456841" name="Line 137"/>
          <p:cNvSpPr>
            <a:spLocks noChangeShapeType="1"/>
          </p:cNvSpPr>
          <p:nvPr/>
        </p:nvSpPr>
        <p:spPr bwMode="auto">
          <a:xfrm>
            <a:off x="731838" y="4399210"/>
            <a:ext cx="0" cy="1600200"/>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56842" name="Line 138"/>
          <p:cNvSpPr>
            <a:spLocks noChangeShapeType="1"/>
          </p:cNvSpPr>
          <p:nvPr/>
        </p:nvSpPr>
        <p:spPr bwMode="auto">
          <a:xfrm>
            <a:off x="903288" y="4402038"/>
            <a:ext cx="0" cy="1600200"/>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56843" name="Line 139"/>
          <p:cNvSpPr>
            <a:spLocks noChangeShapeType="1"/>
          </p:cNvSpPr>
          <p:nvPr/>
        </p:nvSpPr>
        <p:spPr bwMode="auto">
          <a:xfrm>
            <a:off x="1112838" y="4402038"/>
            <a:ext cx="0" cy="1600200"/>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56844" name="Line 140"/>
          <p:cNvSpPr>
            <a:spLocks noChangeShapeType="1"/>
          </p:cNvSpPr>
          <p:nvPr/>
        </p:nvSpPr>
        <p:spPr bwMode="auto">
          <a:xfrm>
            <a:off x="1855788" y="4421088"/>
            <a:ext cx="0" cy="1600200"/>
          </a:xfrm>
          <a:prstGeom prst="line">
            <a:avLst/>
          </a:prstGeom>
          <a:noFill/>
          <a:ln w="38100">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56845" name="Line 141"/>
          <p:cNvSpPr>
            <a:spLocks noChangeShapeType="1"/>
          </p:cNvSpPr>
          <p:nvPr/>
        </p:nvSpPr>
        <p:spPr bwMode="auto">
          <a:xfrm>
            <a:off x="2236788" y="4421088"/>
            <a:ext cx="0" cy="1600200"/>
          </a:xfrm>
          <a:prstGeom prst="line">
            <a:avLst/>
          </a:prstGeom>
          <a:noFill/>
          <a:ln w="38100">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56846" name="Line 142"/>
          <p:cNvSpPr>
            <a:spLocks noChangeShapeType="1"/>
          </p:cNvSpPr>
          <p:nvPr/>
        </p:nvSpPr>
        <p:spPr bwMode="auto">
          <a:xfrm>
            <a:off x="2617788" y="4421088"/>
            <a:ext cx="0" cy="1600200"/>
          </a:xfrm>
          <a:prstGeom prst="line">
            <a:avLst/>
          </a:prstGeom>
          <a:noFill/>
          <a:ln w="38100">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56847" name="Line 143"/>
          <p:cNvSpPr>
            <a:spLocks noChangeShapeType="1"/>
          </p:cNvSpPr>
          <p:nvPr/>
        </p:nvSpPr>
        <p:spPr bwMode="auto">
          <a:xfrm flipH="1">
            <a:off x="2066925" y="4420343"/>
            <a:ext cx="3175" cy="607269"/>
          </a:xfrm>
          <a:prstGeom prst="line">
            <a:avLst/>
          </a:prstGeom>
          <a:noFill/>
          <a:ln w="38100">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zh-CN" altLang="en-US"/>
          </a:p>
        </p:txBody>
      </p:sp>
      <p:sp>
        <p:nvSpPr>
          <p:cNvPr id="456848" name="Line 144"/>
          <p:cNvSpPr>
            <a:spLocks noChangeShapeType="1"/>
          </p:cNvSpPr>
          <p:nvPr/>
        </p:nvSpPr>
        <p:spPr bwMode="auto">
          <a:xfrm flipH="1">
            <a:off x="2447925" y="4420343"/>
            <a:ext cx="3175" cy="664419"/>
          </a:xfrm>
          <a:prstGeom prst="line">
            <a:avLst/>
          </a:prstGeom>
          <a:noFill/>
          <a:ln w="38100">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zh-CN" altLang="en-US"/>
          </a:p>
        </p:txBody>
      </p:sp>
      <p:sp>
        <p:nvSpPr>
          <p:cNvPr id="456851" name="Line 147"/>
          <p:cNvSpPr>
            <a:spLocks noChangeShapeType="1"/>
          </p:cNvSpPr>
          <p:nvPr/>
        </p:nvSpPr>
        <p:spPr bwMode="auto">
          <a:xfrm flipH="1">
            <a:off x="3017838" y="4427810"/>
            <a:ext cx="0" cy="1593478"/>
          </a:xfrm>
          <a:prstGeom prst="line">
            <a:avLst/>
          </a:prstGeom>
          <a:noFill/>
          <a:ln w="38100">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zh-CN" altLang="en-US"/>
          </a:p>
        </p:txBody>
      </p:sp>
      <p:sp>
        <p:nvSpPr>
          <p:cNvPr id="456852" name="Line 148"/>
          <p:cNvSpPr>
            <a:spLocks noChangeShapeType="1"/>
          </p:cNvSpPr>
          <p:nvPr/>
        </p:nvSpPr>
        <p:spPr bwMode="auto">
          <a:xfrm>
            <a:off x="3335494" y="4475153"/>
            <a:ext cx="9212" cy="642937"/>
          </a:xfrm>
          <a:prstGeom prst="line">
            <a:avLst/>
          </a:prstGeom>
          <a:noFill/>
          <a:ln w="38100">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zh-CN" altLang="en-US"/>
          </a:p>
        </p:txBody>
      </p:sp>
      <p:sp>
        <p:nvSpPr>
          <p:cNvPr id="456853" name="Line 149"/>
          <p:cNvSpPr>
            <a:spLocks noChangeShapeType="1"/>
          </p:cNvSpPr>
          <p:nvPr/>
        </p:nvSpPr>
        <p:spPr bwMode="auto">
          <a:xfrm>
            <a:off x="1265238" y="4421088"/>
            <a:ext cx="0" cy="1600200"/>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56854" name="Line 150"/>
          <p:cNvSpPr>
            <a:spLocks noChangeShapeType="1"/>
          </p:cNvSpPr>
          <p:nvPr/>
        </p:nvSpPr>
        <p:spPr bwMode="auto">
          <a:xfrm>
            <a:off x="1417638" y="4421088"/>
            <a:ext cx="0" cy="1600200"/>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56855" name="Text Box 151"/>
          <p:cNvSpPr txBox="1">
            <a:spLocks noChangeArrowheads="1"/>
          </p:cNvSpPr>
          <p:nvPr/>
        </p:nvSpPr>
        <p:spPr bwMode="auto">
          <a:xfrm>
            <a:off x="784225" y="6356350"/>
            <a:ext cx="70961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en-US" altLang="zh-CN" sz="2400" b="1">
                <a:solidFill>
                  <a:srgbClr val="CC0000"/>
                </a:solidFill>
                <a:ea typeface="隶书" pitchFamily="49" charset="-122"/>
              </a:rPr>
              <a:t>D</a:t>
            </a:r>
            <a:r>
              <a:rPr lang="zh-CN" altLang="en-US" sz="2400">
                <a:solidFill>
                  <a:srgbClr val="CC0000"/>
                </a:solidFill>
                <a:ea typeface="隶书" pitchFamily="49" charset="-122"/>
              </a:rPr>
              <a:t>线</a:t>
            </a:r>
          </a:p>
        </p:txBody>
      </p:sp>
      <p:sp>
        <p:nvSpPr>
          <p:cNvPr id="456856" name="Text Box 152"/>
          <p:cNvSpPr txBox="1">
            <a:spLocks noChangeArrowheads="1"/>
          </p:cNvSpPr>
          <p:nvPr/>
        </p:nvSpPr>
        <p:spPr bwMode="auto">
          <a:xfrm>
            <a:off x="1944688" y="6300788"/>
            <a:ext cx="6921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en-US" altLang="zh-CN" sz="2400" b="1">
                <a:solidFill>
                  <a:srgbClr val="CC0000"/>
                </a:solidFill>
                <a:ea typeface="隶书" pitchFamily="49" charset="-122"/>
              </a:rPr>
              <a:t>E</a:t>
            </a:r>
            <a:r>
              <a:rPr lang="zh-CN" altLang="en-US" sz="2400">
                <a:solidFill>
                  <a:srgbClr val="CC0000"/>
                </a:solidFill>
                <a:ea typeface="隶书" pitchFamily="49" charset="-122"/>
              </a:rPr>
              <a:t>线</a:t>
            </a:r>
          </a:p>
        </p:txBody>
      </p:sp>
      <p:sp>
        <p:nvSpPr>
          <p:cNvPr id="456857" name="Text Box 153"/>
          <p:cNvSpPr txBox="1">
            <a:spLocks noChangeArrowheads="1"/>
          </p:cNvSpPr>
          <p:nvPr/>
        </p:nvSpPr>
        <p:spPr bwMode="auto">
          <a:xfrm>
            <a:off x="3017838" y="6280150"/>
            <a:ext cx="67468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en-US" altLang="zh-CN" sz="2400" b="1">
                <a:solidFill>
                  <a:srgbClr val="CC0000"/>
                </a:solidFill>
                <a:ea typeface="隶书" pitchFamily="49" charset="-122"/>
              </a:rPr>
              <a:t>P</a:t>
            </a:r>
            <a:r>
              <a:rPr lang="zh-CN" altLang="en-US" sz="2400">
                <a:solidFill>
                  <a:srgbClr val="CC0000"/>
                </a:solidFill>
                <a:ea typeface="隶书" pitchFamily="49" charset="-122"/>
              </a:rPr>
              <a:t>线</a:t>
            </a:r>
          </a:p>
        </p:txBody>
      </p:sp>
      <p:sp>
        <p:nvSpPr>
          <p:cNvPr id="30753" name="Rectangle 154" descr="蓝色砂纸"/>
          <p:cNvSpPr>
            <a:spLocks noChangeArrowheads="1"/>
          </p:cNvSpPr>
          <p:nvPr/>
        </p:nvSpPr>
        <p:spPr bwMode="auto">
          <a:xfrm>
            <a:off x="5940425" y="1524000"/>
            <a:ext cx="2519363" cy="896938"/>
          </a:xfrm>
          <a:prstGeom prst="rect">
            <a:avLst/>
          </a:prstGeom>
          <a:blipFill dpi="0" rotWithShape="0">
            <a:blip r:embed="rId3"/>
            <a:srcRect/>
            <a:tile tx="0" ty="0" sx="100000" sy="100000" flip="none" algn="tl"/>
          </a:blipFill>
          <a:ln>
            <a:noFill/>
          </a:ln>
          <a:effectLst/>
          <a:extLst>
            <a:ext uri="{91240B29-F687-4F45-9708-019B960494DF}">
              <a14:hiddenLine xmlns:a14="http://schemas.microsoft.com/office/drawing/2010/main" w="28575"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0754" name="Rectangle 155" descr="粉色砂纸"/>
          <p:cNvSpPr>
            <a:spLocks noChangeArrowheads="1"/>
          </p:cNvSpPr>
          <p:nvPr/>
        </p:nvSpPr>
        <p:spPr bwMode="auto">
          <a:xfrm>
            <a:off x="5940425" y="765175"/>
            <a:ext cx="2519363" cy="719138"/>
          </a:xfrm>
          <a:prstGeom prst="rect">
            <a:avLst/>
          </a:prstGeom>
          <a:blipFill dpi="0" rotWithShape="0">
            <a:blip r:embed="rId4"/>
            <a:srcRect/>
            <a:tile tx="0" ty="0" sx="100000" sy="100000" flip="none" algn="tl"/>
          </a:blipFill>
          <a:ln>
            <a:noFill/>
          </a:ln>
          <a:effectLst/>
          <a:extLst>
            <a:ext uri="{91240B29-F687-4F45-9708-019B960494DF}">
              <a14:hiddenLine xmlns:a14="http://schemas.microsoft.com/office/drawing/2010/main" w="28575"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456860" name="Group 156"/>
          <p:cNvGrpSpPr>
            <a:grpSpLocks/>
          </p:cNvGrpSpPr>
          <p:nvPr/>
        </p:nvGrpSpPr>
        <p:grpSpPr bwMode="auto">
          <a:xfrm>
            <a:off x="5867402" y="228600"/>
            <a:ext cx="2635251" cy="2209800"/>
            <a:chOff x="3506" y="1584"/>
            <a:chExt cx="1660" cy="1392"/>
          </a:xfrm>
        </p:grpSpPr>
        <p:sp>
          <p:nvSpPr>
            <p:cNvPr id="30768" name="Line 157"/>
            <p:cNvSpPr>
              <a:spLocks noChangeShapeType="1"/>
            </p:cNvSpPr>
            <p:nvPr/>
          </p:nvSpPr>
          <p:spPr bwMode="auto">
            <a:xfrm flipV="1">
              <a:off x="3552" y="1916"/>
              <a:ext cx="1567" cy="4"/>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endParaRPr lang="zh-CN" altLang="en-US"/>
            </a:p>
          </p:txBody>
        </p:sp>
        <p:sp>
          <p:nvSpPr>
            <p:cNvPr id="30769" name="Line 158"/>
            <p:cNvSpPr>
              <a:spLocks noChangeShapeType="1"/>
            </p:cNvSpPr>
            <p:nvPr/>
          </p:nvSpPr>
          <p:spPr bwMode="auto">
            <a:xfrm flipV="1">
              <a:off x="3552" y="2974"/>
              <a:ext cx="1614" cy="2"/>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endParaRPr lang="zh-CN" altLang="en-US"/>
            </a:p>
          </p:txBody>
        </p:sp>
        <p:sp>
          <p:nvSpPr>
            <p:cNvPr id="30770" name="Line 159"/>
            <p:cNvSpPr>
              <a:spLocks noChangeShapeType="1"/>
            </p:cNvSpPr>
            <p:nvPr/>
          </p:nvSpPr>
          <p:spPr bwMode="auto">
            <a:xfrm flipV="1">
              <a:off x="3506" y="2365"/>
              <a:ext cx="1660" cy="29"/>
            </a:xfrm>
            <a:prstGeom prst="line">
              <a:avLst/>
            </a:prstGeom>
            <a:noFill/>
            <a:ln w="381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endParaRPr lang="zh-CN" altLang="en-US"/>
            </a:p>
          </p:txBody>
        </p:sp>
        <p:sp>
          <p:nvSpPr>
            <p:cNvPr id="30771" name="Text Box 160"/>
            <p:cNvSpPr txBox="1">
              <a:spLocks noChangeArrowheads="1"/>
            </p:cNvSpPr>
            <p:nvPr/>
          </p:nvSpPr>
          <p:spPr bwMode="auto">
            <a:xfrm>
              <a:off x="3696" y="2064"/>
              <a:ext cx="319" cy="28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r>
                <a:rPr lang="en-US" altLang="zh-CN" sz="2400" b="1">
                  <a:solidFill>
                    <a:schemeClr val="tx1"/>
                  </a:solidFill>
                  <a:latin typeface="Symbol" pitchFamily="18" charset="2"/>
                  <a:ea typeface="宋体" pitchFamily="2" charset="-122"/>
                </a:rPr>
                <a:t>e</a:t>
              </a:r>
              <a:r>
                <a:rPr lang="en-US" altLang="zh-CN" sz="2400" b="1" baseline="-25000">
                  <a:solidFill>
                    <a:schemeClr val="tx1"/>
                  </a:solidFill>
                  <a:ea typeface="宋体" pitchFamily="2" charset="-122"/>
                </a:rPr>
                <a:t>r1</a:t>
              </a:r>
            </a:p>
          </p:txBody>
        </p:sp>
        <p:sp>
          <p:nvSpPr>
            <p:cNvPr id="30772" name="Text Box 161"/>
            <p:cNvSpPr txBox="1">
              <a:spLocks noChangeArrowheads="1"/>
            </p:cNvSpPr>
            <p:nvPr/>
          </p:nvSpPr>
          <p:spPr bwMode="auto">
            <a:xfrm>
              <a:off x="3633" y="2496"/>
              <a:ext cx="447" cy="28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r>
                <a:rPr lang="en-US" altLang="zh-CN" sz="2400" b="1">
                  <a:solidFill>
                    <a:schemeClr val="tx1"/>
                  </a:solidFill>
                  <a:latin typeface="Symbol" pitchFamily="18" charset="2"/>
                  <a:ea typeface="宋体" pitchFamily="2" charset="-122"/>
                </a:rPr>
                <a:t>e</a:t>
              </a:r>
              <a:r>
                <a:rPr lang="en-US" altLang="zh-CN" sz="2400" b="1" baseline="-25000">
                  <a:solidFill>
                    <a:schemeClr val="tx1"/>
                  </a:solidFill>
                  <a:ea typeface="宋体" pitchFamily="2" charset="-122"/>
                </a:rPr>
                <a:t>r2</a:t>
              </a:r>
            </a:p>
          </p:txBody>
        </p:sp>
        <p:sp>
          <p:nvSpPr>
            <p:cNvPr id="30773" name="Line 162"/>
            <p:cNvSpPr>
              <a:spLocks noChangeShapeType="1"/>
            </p:cNvSpPr>
            <p:nvPr/>
          </p:nvSpPr>
          <p:spPr bwMode="auto">
            <a:xfrm>
              <a:off x="4558" y="2400"/>
              <a:ext cx="0" cy="576"/>
            </a:xfrm>
            <a:prstGeom prst="line">
              <a:avLst/>
            </a:prstGeom>
            <a:noFill/>
            <a:ln w="9525">
              <a:solidFill>
                <a:srgbClr val="3333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30774" name="Line 163"/>
            <p:cNvSpPr>
              <a:spLocks noChangeShapeType="1"/>
            </p:cNvSpPr>
            <p:nvPr/>
          </p:nvSpPr>
          <p:spPr bwMode="auto">
            <a:xfrm>
              <a:off x="4560" y="1920"/>
              <a:ext cx="0" cy="480"/>
            </a:xfrm>
            <a:prstGeom prst="line">
              <a:avLst/>
            </a:prstGeom>
            <a:noFill/>
            <a:ln w="9525">
              <a:solidFill>
                <a:srgbClr val="3333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30775" name="Text Box 164"/>
            <p:cNvSpPr txBox="1">
              <a:spLocks noChangeArrowheads="1"/>
            </p:cNvSpPr>
            <p:nvPr/>
          </p:nvSpPr>
          <p:spPr bwMode="auto">
            <a:xfrm>
              <a:off x="4519" y="2112"/>
              <a:ext cx="274" cy="28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3333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r>
                <a:rPr lang="en-US" altLang="zh-CN" sz="2400" b="1" i="1">
                  <a:solidFill>
                    <a:schemeClr val="tx1"/>
                  </a:solidFill>
                  <a:ea typeface="宋体" pitchFamily="2" charset="-122"/>
                </a:rPr>
                <a:t>d</a:t>
              </a:r>
              <a:r>
                <a:rPr lang="en-US" altLang="zh-CN" sz="2400" b="1" baseline="-25000">
                  <a:solidFill>
                    <a:schemeClr val="tx1"/>
                  </a:solidFill>
                  <a:ea typeface="宋体" pitchFamily="2" charset="-122"/>
                </a:rPr>
                <a:t>1</a:t>
              </a:r>
            </a:p>
          </p:txBody>
        </p:sp>
        <p:sp>
          <p:nvSpPr>
            <p:cNvPr id="30776" name="Text Box 165"/>
            <p:cNvSpPr txBox="1">
              <a:spLocks noChangeArrowheads="1"/>
            </p:cNvSpPr>
            <p:nvPr/>
          </p:nvSpPr>
          <p:spPr bwMode="auto">
            <a:xfrm>
              <a:off x="4519" y="2592"/>
              <a:ext cx="274" cy="28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3333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r>
                <a:rPr lang="en-US" altLang="zh-CN" sz="2400" b="1" i="1">
                  <a:solidFill>
                    <a:schemeClr val="tx1"/>
                  </a:solidFill>
                  <a:ea typeface="宋体" pitchFamily="2" charset="-122"/>
                </a:rPr>
                <a:t>d</a:t>
              </a:r>
              <a:r>
                <a:rPr lang="en-US" altLang="zh-CN" sz="2400" b="1" baseline="-25000">
                  <a:solidFill>
                    <a:schemeClr val="tx1"/>
                  </a:solidFill>
                  <a:ea typeface="宋体" pitchFamily="2" charset="-122"/>
                </a:rPr>
                <a:t>2</a:t>
              </a:r>
            </a:p>
          </p:txBody>
        </p:sp>
        <p:sp>
          <p:nvSpPr>
            <p:cNvPr id="30777" name="Text Box 166"/>
            <p:cNvSpPr txBox="1">
              <a:spLocks noChangeArrowheads="1"/>
            </p:cNvSpPr>
            <p:nvPr/>
          </p:nvSpPr>
          <p:spPr bwMode="auto">
            <a:xfrm>
              <a:off x="4701" y="1584"/>
              <a:ext cx="294" cy="28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3333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r>
                <a:rPr lang="en-US" altLang="zh-CN" sz="2400" b="1">
                  <a:solidFill>
                    <a:schemeClr val="tx1"/>
                  </a:solidFill>
                  <a:latin typeface="Symbol" pitchFamily="18" charset="2"/>
                  <a:ea typeface="宋体" pitchFamily="2" charset="-122"/>
                </a:rPr>
                <a:t>s</a:t>
              </a:r>
              <a:r>
                <a:rPr lang="en-US" altLang="zh-CN" sz="2400" b="1" baseline="-25000">
                  <a:solidFill>
                    <a:schemeClr val="tx1"/>
                  </a:solidFill>
                  <a:ea typeface="宋体" pitchFamily="2" charset="-122"/>
                </a:rPr>
                <a:t>0</a:t>
              </a:r>
            </a:p>
          </p:txBody>
        </p:sp>
        <p:sp>
          <p:nvSpPr>
            <p:cNvPr id="30778" name="Rectangle 167"/>
            <p:cNvSpPr>
              <a:spLocks noChangeArrowheads="1"/>
            </p:cNvSpPr>
            <p:nvPr/>
          </p:nvSpPr>
          <p:spPr bwMode="auto">
            <a:xfrm>
              <a:off x="3887" y="1727"/>
              <a:ext cx="576" cy="384"/>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9050">
                  <a:solidFill>
                    <a:srgbClr val="3333FF"/>
                  </a:solidFill>
                  <a:prstDash val="lg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grpSp>
      <p:sp>
        <p:nvSpPr>
          <p:cNvPr id="456873" name="Line 169"/>
          <p:cNvSpPr>
            <a:spLocks noChangeShapeType="1"/>
          </p:cNvSpPr>
          <p:nvPr/>
        </p:nvSpPr>
        <p:spPr bwMode="auto">
          <a:xfrm>
            <a:off x="6999288" y="765175"/>
            <a:ext cx="0" cy="1600200"/>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56874" name="Line 170"/>
          <p:cNvSpPr>
            <a:spLocks noChangeShapeType="1"/>
          </p:cNvSpPr>
          <p:nvPr/>
        </p:nvSpPr>
        <p:spPr bwMode="auto">
          <a:xfrm>
            <a:off x="7380288" y="765175"/>
            <a:ext cx="0" cy="1600200"/>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56875" name="Line 171"/>
          <p:cNvSpPr>
            <a:spLocks noChangeShapeType="1"/>
          </p:cNvSpPr>
          <p:nvPr/>
        </p:nvSpPr>
        <p:spPr bwMode="auto">
          <a:xfrm>
            <a:off x="6227763" y="749300"/>
            <a:ext cx="0" cy="1600200"/>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56876" name="Line 172"/>
          <p:cNvSpPr>
            <a:spLocks noChangeShapeType="1"/>
          </p:cNvSpPr>
          <p:nvPr/>
        </p:nvSpPr>
        <p:spPr bwMode="auto">
          <a:xfrm>
            <a:off x="6608763" y="749300"/>
            <a:ext cx="0" cy="1600200"/>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56877" name="Text Box 173"/>
          <p:cNvSpPr txBox="1">
            <a:spLocks noChangeArrowheads="1"/>
          </p:cNvSpPr>
          <p:nvPr/>
        </p:nvSpPr>
        <p:spPr bwMode="auto">
          <a:xfrm>
            <a:off x="5929313" y="2562225"/>
            <a:ext cx="714375" cy="461963"/>
          </a:xfrm>
          <a:prstGeom prst="rect">
            <a:avLst/>
          </a:prstGeom>
          <a:noFill/>
          <a:ln w="38100">
            <a:solidFill>
              <a:schemeClr val="accent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en-US" altLang="zh-CN" sz="2400" b="1">
                <a:solidFill>
                  <a:schemeClr val="accent2"/>
                </a:solidFill>
                <a:ea typeface="隶书" pitchFamily="49" charset="-122"/>
              </a:rPr>
              <a:t>D</a:t>
            </a:r>
            <a:r>
              <a:rPr lang="zh-CN" altLang="en-US" sz="2400">
                <a:solidFill>
                  <a:schemeClr val="accent2"/>
                </a:solidFill>
                <a:ea typeface="隶书" pitchFamily="49" charset="-122"/>
              </a:rPr>
              <a:t>线</a:t>
            </a:r>
          </a:p>
        </p:txBody>
      </p:sp>
      <p:graphicFrame>
        <p:nvGraphicFramePr>
          <p:cNvPr id="30761" name="Object 176"/>
          <p:cNvGraphicFramePr>
            <a:graphicFrameLocks noChangeAspect="1"/>
          </p:cNvGraphicFramePr>
          <p:nvPr/>
        </p:nvGraphicFramePr>
        <p:xfrm>
          <a:off x="8428038" y="1125538"/>
          <a:ext cx="465137" cy="738187"/>
        </p:xfrm>
        <a:graphic>
          <a:graphicData uri="http://schemas.openxmlformats.org/presentationml/2006/ole">
            <mc:AlternateContent xmlns:mc="http://schemas.openxmlformats.org/markup-compatibility/2006">
              <mc:Choice xmlns:v="urn:schemas-microsoft-com:vml" Requires="v">
                <p:oleObj spid="_x0000_s31196" name="Equation" r:id="rId11" imgW="190500" imgH="457200" progId="Equation.DSMT4">
                  <p:embed/>
                </p:oleObj>
              </mc:Choice>
              <mc:Fallback>
                <p:oleObj name="Equation" r:id="rId11" imgW="190500" imgH="457200" progId="Equation.DSMT4">
                  <p:embed/>
                  <p:pic>
                    <p:nvPicPr>
                      <p:cNvPr id="0" name="Object 17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428038" y="1125538"/>
                        <a:ext cx="465137" cy="738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8763" name="Picture 91"/>
          <p:cNvPicPr>
            <a:picLocks noChangeAspect="1" noChangeArrowheads="1"/>
          </p:cNvPicPr>
          <p:nvPr/>
        </p:nvPicPr>
        <p:blipFill>
          <a:blip r:embed="rId13">
            <a:extLst>
              <a:ext uri="{28A0092B-C50C-407E-A947-70E740481C1C}">
                <a14:useLocalDpi xmlns:a14="http://schemas.microsoft.com/office/drawing/2010/main" val="0"/>
              </a:ext>
            </a:extLst>
          </a:blip>
          <a:srcRect l="59637"/>
          <a:stretch>
            <a:fillRect/>
          </a:stretch>
        </p:blipFill>
        <p:spPr bwMode="auto">
          <a:xfrm>
            <a:off x="5173663" y="3716338"/>
            <a:ext cx="3357562"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 name="Text Box 161"/>
          <p:cNvSpPr txBox="1">
            <a:spLocks noChangeArrowheads="1"/>
          </p:cNvSpPr>
          <p:nvPr/>
        </p:nvSpPr>
        <p:spPr bwMode="auto">
          <a:xfrm>
            <a:off x="7189788" y="4292600"/>
            <a:ext cx="709612"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r>
              <a:rPr lang="en-US" altLang="zh-CN" sz="2400" b="1">
                <a:solidFill>
                  <a:schemeClr val="tx1"/>
                </a:solidFill>
                <a:latin typeface="Symbol" pitchFamily="18" charset="2"/>
                <a:ea typeface="宋体" pitchFamily="2" charset="-122"/>
              </a:rPr>
              <a:t>e</a:t>
            </a:r>
            <a:r>
              <a:rPr lang="en-US" altLang="zh-CN" sz="2400" b="1" baseline="-25000">
                <a:solidFill>
                  <a:schemeClr val="tx1"/>
                </a:solidFill>
                <a:ea typeface="宋体" pitchFamily="2" charset="-122"/>
              </a:rPr>
              <a:t>r2</a:t>
            </a:r>
          </a:p>
        </p:txBody>
      </p:sp>
      <p:sp>
        <p:nvSpPr>
          <p:cNvPr id="85" name="Text Box 160"/>
          <p:cNvSpPr txBox="1">
            <a:spLocks noChangeArrowheads="1"/>
          </p:cNvSpPr>
          <p:nvPr/>
        </p:nvSpPr>
        <p:spPr bwMode="auto">
          <a:xfrm>
            <a:off x="5964238" y="4365625"/>
            <a:ext cx="506412" cy="457200"/>
          </a:xfrm>
          <a:prstGeom prst="rect">
            <a:avLst/>
          </a:prstGeom>
          <a:pattFill prst="pct75">
            <a:fgClr>
              <a:schemeClr val="accent1"/>
            </a:fgClr>
            <a:bgClr>
              <a:schemeClr val="bg1"/>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r>
              <a:rPr lang="en-US" altLang="zh-CN" sz="2400" b="1">
                <a:solidFill>
                  <a:schemeClr val="tx1"/>
                </a:solidFill>
                <a:latin typeface="Symbol" pitchFamily="18" charset="2"/>
                <a:ea typeface="宋体" pitchFamily="2" charset="-122"/>
              </a:rPr>
              <a:t>e</a:t>
            </a:r>
            <a:r>
              <a:rPr lang="en-US" altLang="zh-CN" sz="2400" b="1" baseline="-25000">
                <a:solidFill>
                  <a:schemeClr val="tx1"/>
                </a:solidFill>
                <a:ea typeface="宋体" pitchFamily="2" charset="-122"/>
              </a:rPr>
              <a:t>r1</a:t>
            </a:r>
          </a:p>
        </p:txBody>
      </p:sp>
      <p:sp>
        <p:nvSpPr>
          <p:cNvPr id="86" name="Text Box 6"/>
          <p:cNvSpPr txBox="1">
            <a:spLocks noChangeArrowheads="1"/>
          </p:cNvSpPr>
          <p:nvPr/>
        </p:nvSpPr>
        <p:spPr bwMode="auto">
          <a:xfrm>
            <a:off x="5191125" y="5668963"/>
            <a:ext cx="1738313" cy="83343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9050">
                <a:solidFill>
                  <a:srgbClr val="3333FF"/>
                </a:solidFill>
                <a:prstDash val="lg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0"/>
              </a:spcBef>
            </a:pPr>
            <a:r>
              <a:rPr lang="zh-CN" altLang="en-US" sz="2400" b="1">
                <a:ea typeface="宋体" pitchFamily="2" charset="-122"/>
              </a:rPr>
              <a:t>这种情况下结果如何？</a:t>
            </a:r>
          </a:p>
        </p:txBody>
      </p:sp>
      <p:pic>
        <p:nvPicPr>
          <p:cNvPr id="30766" name="Picture 9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878638" y="2708275"/>
            <a:ext cx="1509712" cy="9382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8769" name="Picture 9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232650" y="5445125"/>
            <a:ext cx="1600200" cy="116522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9" name="Line 148"/>
          <p:cNvSpPr>
            <a:spLocks noChangeShapeType="1"/>
          </p:cNvSpPr>
          <p:nvPr/>
        </p:nvSpPr>
        <p:spPr bwMode="auto">
          <a:xfrm flipH="1">
            <a:off x="3603625" y="4522787"/>
            <a:ext cx="0" cy="1504950"/>
          </a:xfrm>
          <a:prstGeom prst="line">
            <a:avLst/>
          </a:prstGeom>
          <a:noFill/>
          <a:ln w="38100">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zh-CN" altLang="en-US"/>
          </a:p>
        </p:txBody>
      </p:sp>
      <p:grpSp>
        <p:nvGrpSpPr>
          <p:cNvPr id="90" name="Group 129"/>
          <p:cNvGrpSpPr>
            <a:grpSpLocks/>
          </p:cNvGrpSpPr>
          <p:nvPr/>
        </p:nvGrpSpPr>
        <p:grpSpPr bwMode="auto">
          <a:xfrm>
            <a:off x="784225" y="4267944"/>
            <a:ext cx="2971800" cy="457200"/>
            <a:chOff x="3312" y="1632"/>
            <a:chExt cx="1872" cy="288"/>
          </a:xfrm>
        </p:grpSpPr>
        <p:sp>
          <p:nvSpPr>
            <p:cNvPr id="91" name="Text Box 130"/>
            <p:cNvSpPr txBox="1">
              <a:spLocks noChangeArrowheads="1"/>
            </p:cNvSpPr>
            <p:nvPr/>
          </p:nvSpPr>
          <p:spPr bwMode="auto">
            <a:xfrm>
              <a:off x="3312" y="1632"/>
              <a:ext cx="18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en-US" altLang="zh-CN" sz="2400" b="1">
                  <a:solidFill>
                    <a:srgbClr val="CC3399"/>
                  </a:solidFill>
                  <a:ea typeface="隶书" pitchFamily="49" charset="-122"/>
                </a:rPr>
                <a:t>-</a:t>
              </a:r>
            </a:p>
          </p:txBody>
        </p:sp>
        <p:sp>
          <p:nvSpPr>
            <p:cNvPr id="92" name="Text Box 131"/>
            <p:cNvSpPr txBox="1">
              <a:spLocks noChangeArrowheads="1"/>
            </p:cNvSpPr>
            <p:nvPr/>
          </p:nvSpPr>
          <p:spPr bwMode="auto">
            <a:xfrm>
              <a:off x="3600" y="1632"/>
              <a:ext cx="18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en-US" altLang="zh-CN" sz="2400" b="1">
                  <a:solidFill>
                    <a:srgbClr val="CC3399"/>
                  </a:solidFill>
                  <a:ea typeface="隶书" pitchFamily="49" charset="-122"/>
                </a:rPr>
                <a:t>-</a:t>
              </a:r>
            </a:p>
          </p:txBody>
        </p:sp>
        <p:sp>
          <p:nvSpPr>
            <p:cNvPr id="93" name="Text Box 132"/>
            <p:cNvSpPr txBox="1">
              <a:spLocks noChangeArrowheads="1"/>
            </p:cNvSpPr>
            <p:nvPr/>
          </p:nvSpPr>
          <p:spPr bwMode="auto">
            <a:xfrm>
              <a:off x="3936" y="1632"/>
              <a:ext cx="18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en-US" altLang="zh-CN" sz="2400" b="1">
                  <a:solidFill>
                    <a:srgbClr val="CC3399"/>
                  </a:solidFill>
                  <a:ea typeface="隶书" pitchFamily="49" charset="-122"/>
                </a:rPr>
                <a:t>-</a:t>
              </a:r>
            </a:p>
          </p:txBody>
        </p:sp>
        <p:sp>
          <p:nvSpPr>
            <p:cNvPr id="94" name="Text Box 133"/>
            <p:cNvSpPr txBox="1">
              <a:spLocks noChangeArrowheads="1"/>
            </p:cNvSpPr>
            <p:nvPr/>
          </p:nvSpPr>
          <p:spPr bwMode="auto">
            <a:xfrm>
              <a:off x="4224" y="1632"/>
              <a:ext cx="18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en-US" altLang="zh-CN" sz="2400" b="1">
                  <a:solidFill>
                    <a:srgbClr val="CC3399"/>
                  </a:solidFill>
                  <a:ea typeface="隶书" pitchFamily="49" charset="-122"/>
                </a:rPr>
                <a:t>-</a:t>
              </a:r>
            </a:p>
          </p:txBody>
        </p:sp>
        <p:sp>
          <p:nvSpPr>
            <p:cNvPr id="95" name="Text Box 134"/>
            <p:cNvSpPr txBox="1">
              <a:spLocks noChangeArrowheads="1"/>
            </p:cNvSpPr>
            <p:nvPr/>
          </p:nvSpPr>
          <p:spPr bwMode="auto">
            <a:xfrm>
              <a:off x="4512" y="1632"/>
              <a:ext cx="14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en-US" altLang="zh-CN" sz="2400" b="1">
                  <a:solidFill>
                    <a:srgbClr val="CC3399"/>
                  </a:solidFill>
                  <a:ea typeface="隶书" pitchFamily="49" charset="-122"/>
                </a:rPr>
                <a:t>-</a:t>
              </a:r>
            </a:p>
          </p:txBody>
        </p:sp>
        <p:sp>
          <p:nvSpPr>
            <p:cNvPr id="96" name="Text Box 135"/>
            <p:cNvSpPr txBox="1">
              <a:spLocks noChangeArrowheads="1"/>
            </p:cNvSpPr>
            <p:nvPr/>
          </p:nvSpPr>
          <p:spPr bwMode="auto">
            <a:xfrm>
              <a:off x="4752" y="1632"/>
              <a:ext cx="14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en-US" altLang="zh-CN" sz="2400" b="1">
                  <a:solidFill>
                    <a:srgbClr val="CC3399"/>
                  </a:solidFill>
                  <a:ea typeface="隶书" pitchFamily="49" charset="-122"/>
                </a:rPr>
                <a:t>-</a:t>
              </a:r>
            </a:p>
          </p:txBody>
        </p:sp>
        <p:sp>
          <p:nvSpPr>
            <p:cNvPr id="97" name="Text Box 136"/>
            <p:cNvSpPr txBox="1">
              <a:spLocks noChangeArrowheads="1"/>
            </p:cNvSpPr>
            <p:nvPr/>
          </p:nvSpPr>
          <p:spPr bwMode="auto">
            <a:xfrm>
              <a:off x="5040" y="1632"/>
              <a:ext cx="14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en-US" altLang="zh-CN" sz="2400" b="1">
                  <a:solidFill>
                    <a:srgbClr val="CC3399"/>
                  </a:solidFill>
                  <a:ea typeface="隶书" pitchFamily="49" charset="-122"/>
                </a:rPr>
                <a:t>-</a:t>
              </a:r>
            </a:p>
          </p:txBody>
        </p:sp>
      </p:grpSp>
      <p:grpSp>
        <p:nvGrpSpPr>
          <p:cNvPr id="98" name="Group 120"/>
          <p:cNvGrpSpPr>
            <a:grpSpLocks/>
          </p:cNvGrpSpPr>
          <p:nvPr/>
        </p:nvGrpSpPr>
        <p:grpSpPr bwMode="auto">
          <a:xfrm>
            <a:off x="808038" y="5589240"/>
            <a:ext cx="3022600" cy="457200"/>
            <a:chOff x="3264" y="432"/>
            <a:chExt cx="1904" cy="288"/>
          </a:xfrm>
        </p:grpSpPr>
        <p:sp>
          <p:nvSpPr>
            <p:cNvPr id="99" name="Text Box 121"/>
            <p:cNvSpPr txBox="1">
              <a:spLocks noChangeArrowheads="1"/>
            </p:cNvSpPr>
            <p:nvPr/>
          </p:nvSpPr>
          <p:spPr bwMode="auto">
            <a:xfrm>
              <a:off x="3936" y="432"/>
              <a:ext cx="2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en-US" altLang="zh-CN" sz="2400">
                  <a:solidFill>
                    <a:srgbClr val="CC0000"/>
                  </a:solidFill>
                  <a:ea typeface="隶书" pitchFamily="49" charset="-122"/>
                </a:rPr>
                <a:t>+</a:t>
              </a:r>
            </a:p>
          </p:txBody>
        </p:sp>
        <p:sp>
          <p:nvSpPr>
            <p:cNvPr id="100" name="Text Box 122"/>
            <p:cNvSpPr txBox="1">
              <a:spLocks noChangeArrowheads="1"/>
            </p:cNvSpPr>
            <p:nvPr/>
          </p:nvSpPr>
          <p:spPr bwMode="auto">
            <a:xfrm>
              <a:off x="4128" y="432"/>
              <a:ext cx="2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en-US" altLang="zh-CN" sz="2400">
                  <a:solidFill>
                    <a:srgbClr val="CC0000"/>
                  </a:solidFill>
                  <a:ea typeface="隶书" pitchFamily="49" charset="-122"/>
                </a:rPr>
                <a:t>+</a:t>
              </a:r>
            </a:p>
          </p:txBody>
        </p:sp>
        <p:sp>
          <p:nvSpPr>
            <p:cNvPr id="101" name="Text Box 123"/>
            <p:cNvSpPr txBox="1">
              <a:spLocks noChangeArrowheads="1"/>
            </p:cNvSpPr>
            <p:nvPr/>
          </p:nvSpPr>
          <p:spPr bwMode="auto">
            <a:xfrm>
              <a:off x="4464" y="432"/>
              <a:ext cx="2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en-US" altLang="zh-CN" sz="2400">
                  <a:solidFill>
                    <a:srgbClr val="CC0000"/>
                  </a:solidFill>
                  <a:ea typeface="隶书" pitchFamily="49" charset="-122"/>
                </a:rPr>
                <a:t>+</a:t>
              </a:r>
            </a:p>
          </p:txBody>
        </p:sp>
        <p:sp>
          <p:nvSpPr>
            <p:cNvPr id="102" name="Text Box 124"/>
            <p:cNvSpPr txBox="1">
              <a:spLocks noChangeArrowheads="1"/>
            </p:cNvSpPr>
            <p:nvPr/>
          </p:nvSpPr>
          <p:spPr bwMode="auto">
            <a:xfrm>
              <a:off x="4752" y="432"/>
              <a:ext cx="2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en-US" altLang="zh-CN" sz="2400">
                  <a:solidFill>
                    <a:srgbClr val="CC0000"/>
                  </a:solidFill>
                  <a:ea typeface="隶书" pitchFamily="49" charset="-122"/>
                </a:rPr>
                <a:t>+</a:t>
              </a:r>
            </a:p>
          </p:txBody>
        </p:sp>
        <p:sp>
          <p:nvSpPr>
            <p:cNvPr id="103" name="Text Box 125"/>
            <p:cNvSpPr txBox="1">
              <a:spLocks noChangeArrowheads="1"/>
            </p:cNvSpPr>
            <p:nvPr/>
          </p:nvSpPr>
          <p:spPr bwMode="auto">
            <a:xfrm>
              <a:off x="4944" y="432"/>
              <a:ext cx="2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en-US" altLang="zh-CN" sz="2400">
                  <a:solidFill>
                    <a:srgbClr val="CC0000"/>
                  </a:solidFill>
                  <a:ea typeface="隶书" pitchFamily="49" charset="-122"/>
                </a:rPr>
                <a:t>+</a:t>
              </a:r>
            </a:p>
          </p:txBody>
        </p:sp>
        <p:sp>
          <p:nvSpPr>
            <p:cNvPr id="104" name="Text Box 126"/>
            <p:cNvSpPr txBox="1">
              <a:spLocks noChangeArrowheads="1"/>
            </p:cNvSpPr>
            <p:nvPr/>
          </p:nvSpPr>
          <p:spPr bwMode="auto">
            <a:xfrm>
              <a:off x="3744" y="432"/>
              <a:ext cx="2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en-US" altLang="zh-CN" sz="2400">
                  <a:solidFill>
                    <a:srgbClr val="CC0000"/>
                  </a:solidFill>
                  <a:ea typeface="隶书" pitchFamily="49" charset="-122"/>
                </a:rPr>
                <a:t>+</a:t>
              </a:r>
            </a:p>
          </p:txBody>
        </p:sp>
        <p:sp>
          <p:nvSpPr>
            <p:cNvPr id="105" name="Text Box 127"/>
            <p:cNvSpPr txBox="1">
              <a:spLocks noChangeArrowheads="1"/>
            </p:cNvSpPr>
            <p:nvPr/>
          </p:nvSpPr>
          <p:spPr bwMode="auto">
            <a:xfrm>
              <a:off x="3504" y="432"/>
              <a:ext cx="2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en-US" altLang="zh-CN" sz="2400">
                  <a:solidFill>
                    <a:srgbClr val="CC0000"/>
                  </a:solidFill>
                  <a:ea typeface="隶书" pitchFamily="49" charset="-122"/>
                </a:rPr>
                <a:t>+</a:t>
              </a:r>
            </a:p>
          </p:txBody>
        </p:sp>
        <p:sp>
          <p:nvSpPr>
            <p:cNvPr id="106" name="Text Box 128"/>
            <p:cNvSpPr txBox="1">
              <a:spLocks noChangeArrowheads="1"/>
            </p:cNvSpPr>
            <p:nvPr/>
          </p:nvSpPr>
          <p:spPr bwMode="auto">
            <a:xfrm>
              <a:off x="3264" y="432"/>
              <a:ext cx="2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en-US" altLang="zh-CN" sz="2400">
                  <a:solidFill>
                    <a:srgbClr val="CC0000"/>
                  </a:solidFill>
                  <a:ea typeface="隶书" pitchFamily="49" charset="-122"/>
                </a:rPr>
                <a:t>+</a:t>
              </a: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56706"/>
                                        </p:tgtEl>
                                        <p:attrNameLst>
                                          <p:attrName>style.visibility</p:attrName>
                                        </p:attrNameLst>
                                      </p:cBhvr>
                                      <p:to>
                                        <p:strVal val="visible"/>
                                      </p:to>
                                    </p:set>
                                    <p:animEffect transition="in" filter="wipe(left)">
                                      <p:cBhvr>
                                        <p:cTn id="7" dur="500"/>
                                        <p:tgtEl>
                                          <p:spTgt spid="45670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56860"/>
                                        </p:tgtEl>
                                        <p:attrNameLst>
                                          <p:attrName>style.visibility</p:attrName>
                                        </p:attrNameLst>
                                      </p:cBhvr>
                                      <p:to>
                                        <p:strVal val="visible"/>
                                      </p:to>
                                    </p:set>
                                    <p:animEffect transition="in" filter="wipe(left)">
                                      <p:cBhvr>
                                        <p:cTn id="12" dur="500"/>
                                        <p:tgtEl>
                                          <p:spTgt spid="45686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56873"/>
                                        </p:tgtEl>
                                        <p:attrNameLst>
                                          <p:attrName>style.visibility</p:attrName>
                                        </p:attrNameLst>
                                      </p:cBhvr>
                                      <p:to>
                                        <p:strVal val="visible"/>
                                      </p:to>
                                    </p:set>
                                    <p:animEffect transition="in" filter="wipe(up)">
                                      <p:cBhvr>
                                        <p:cTn id="17" dur="500"/>
                                        <p:tgtEl>
                                          <p:spTgt spid="45687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56874"/>
                                        </p:tgtEl>
                                        <p:attrNameLst>
                                          <p:attrName>style.visibility</p:attrName>
                                        </p:attrNameLst>
                                      </p:cBhvr>
                                      <p:to>
                                        <p:strVal val="visible"/>
                                      </p:to>
                                    </p:set>
                                    <p:animEffect transition="in" filter="wipe(up)">
                                      <p:cBhvr>
                                        <p:cTn id="22" dur="500"/>
                                        <p:tgtEl>
                                          <p:spTgt spid="45687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456875"/>
                                        </p:tgtEl>
                                        <p:attrNameLst>
                                          <p:attrName>style.visibility</p:attrName>
                                        </p:attrNameLst>
                                      </p:cBhvr>
                                      <p:to>
                                        <p:strVal val="visible"/>
                                      </p:to>
                                    </p:set>
                                    <p:animEffect transition="in" filter="wipe(up)">
                                      <p:cBhvr>
                                        <p:cTn id="27" dur="500"/>
                                        <p:tgtEl>
                                          <p:spTgt spid="45687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456876"/>
                                        </p:tgtEl>
                                        <p:attrNameLst>
                                          <p:attrName>style.visibility</p:attrName>
                                        </p:attrNameLst>
                                      </p:cBhvr>
                                      <p:to>
                                        <p:strVal val="visible"/>
                                      </p:to>
                                    </p:set>
                                    <p:animEffect transition="in" filter="wipe(up)">
                                      <p:cBhvr>
                                        <p:cTn id="32" dur="500"/>
                                        <p:tgtEl>
                                          <p:spTgt spid="45687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456877">
                                            <p:txEl>
                                              <p:pRg st="0" end="0"/>
                                            </p:txEl>
                                          </p:spTgt>
                                        </p:tgtEl>
                                        <p:attrNameLst>
                                          <p:attrName>style.visibility</p:attrName>
                                        </p:attrNameLst>
                                      </p:cBhvr>
                                      <p:to>
                                        <p:strVal val="visible"/>
                                      </p:to>
                                    </p:set>
                                    <p:animEffect transition="in" filter="dissolve">
                                      <p:cBhvr>
                                        <p:cTn id="37" dur="500"/>
                                        <p:tgtEl>
                                          <p:spTgt spid="456877">
                                            <p:txEl>
                                              <p:pRg st="0" end="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456707"/>
                                        </p:tgtEl>
                                        <p:attrNameLst>
                                          <p:attrName>style.visibility</p:attrName>
                                        </p:attrNameLst>
                                      </p:cBhvr>
                                      <p:to>
                                        <p:strVal val="visible"/>
                                      </p:to>
                                    </p:set>
                                    <p:animEffect transition="in" filter="wipe(left)">
                                      <p:cBhvr>
                                        <p:cTn id="42" dur="500"/>
                                        <p:tgtEl>
                                          <p:spTgt spid="45670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456708"/>
                                        </p:tgtEl>
                                        <p:attrNameLst>
                                          <p:attrName>style.visibility</p:attrName>
                                        </p:attrNameLst>
                                      </p:cBhvr>
                                      <p:to>
                                        <p:strVal val="visible"/>
                                      </p:to>
                                    </p:set>
                                    <p:animEffect transition="in" filter="wipe(left)">
                                      <p:cBhvr>
                                        <p:cTn id="47" dur="500"/>
                                        <p:tgtEl>
                                          <p:spTgt spid="456708"/>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456709"/>
                                        </p:tgtEl>
                                        <p:attrNameLst>
                                          <p:attrName>style.visibility</p:attrName>
                                        </p:attrNameLst>
                                      </p:cBhvr>
                                      <p:to>
                                        <p:strVal val="visible"/>
                                      </p:to>
                                    </p:set>
                                    <p:animEffect transition="in" filter="wipe(left)">
                                      <p:cBhvr>
                                        <p:cTn id="52" dur="500"/>
                                        <p:tgtEl>
                                          <p:spTgt spid="456709"/>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456710"/>
                                        </p:tgtEl>
                                        <p:attrNameLst>
                                          <p:attrName>style.visibility</p:attrName>
                                        </p:attrNameLst>
                                      </p:cBhvr>
                                      <p:to>
                                        <p:strVal val="visible"/>
                                      </p:to>
                                    </p:set>
                                    <p:animEffect transition="in" filter="wipe(left)">
                                      <p:cBhvr>
                                        <p:cTn id="57" dur="500"/>
                                        <p:tgtEl>
                                          <p:spTgt spid="456710"/>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456711"/>
                                        </p:tgtEl>
                                        <p:attrNameLst>
                                          <p:attrName>style.visibility</p:attrName>
                                        </p:attrNameLst>
                                      </p:cBhvr>
                                      <p:to>
                                        <p:strVal val="visible"/>
                                      </p:to>
                                    </p:set>
                                    <p:animEffect transition="in" filter="wipe(left)">
                                      <p:cBhvr>
                                        <p:cTn id="62" dur="500"/>
                                        <p:tgtEl>
                                          <p:spTgt spid="456711"/>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456804"/>
                                        </p:tgtEl>
                                        <p:attrNameLst>
                                          <p:attrName>style.visibility</p:attrName>
                                        </p:attrNameLst>
                                      </p:cBhvr>
                                      <p:to>
                                        <p:strVal val="visible"/>
                                      </p:to>
                                    </p:set>
                                    <p:animEffect transition="in" filter="dissolve">
                                      <p:cBhvr>
                                        <p:cTn id="67" dur="500"/>
                                        <p:tgtEl>
                                          <p:spTgt spid="456804"/>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456805"/>
                                        </p:tgtEl>
                                        <p:attrNameLst>
                                          <p:attrName>style.visibility</p:attrName>
                                        </p:attrNameLst>
                                      </p:cBhvr>
                                      <p:to>
                                        <p:strVal val="visible"/>
                                      </p:to>
                                    </p:set>
                                    <p:animEffect transition="in" filter="dissolve">
                                      <p:cBhvr>
                                        <p:cTn id="72" dur="500"/>
                                        <p:tgtEl>
                                          <p:spTgt spid="456805"/>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 presetClass="entr" presetSubtype="8" fill="hold" nodeType="clickEffect">
                                  <p:stCondLst>
                                    <p:cond delay="0"/>
                                  </p:stCondLst>
                                  <p:childTnLst>
                                    <p:set>
                                      <p:cBhvr>
                                        <p:cTn id="76" dur="1" fill="hold">
                                          <p:stCondLst>
                                            <p:cond delay="0"/>
                                          </p:stCondLst>
                                        </p:cTn>
                                        <p:tgtEl>
                                          <p:spTgt spid="456807"/>
                                        </p:tgtEl>
                                        <p:attrNameLst>
                                          <p:attrName>style.visibility</p:attrName>
                                        </p:attrNameLst>
                                      </p:cBhvr>
                                      <p:to>
                                        <p:strVal val="visible"/>
                                      </p:to>
                                    </p:set>
                                    <p:anim calcmode="lin" valueType="num">
                                      <p:cBhvr additive="base">
                                        <p:cTn id="77" dur="500" fill="hold"/>
                                        <p:tgtEl>
                                          <p:spTgt spid="456807"/>
                                        </p:tgtEl>
                                        <p:attrNameLst>
                                          <p:attrName>ppt_x</p:attrName>
                                        </p:attrNameLst>
                                      </p:cBhvr>
                                      <p:tavLst>
                                        <p:tav tm="0">
                                          <p:val>
                                            <p:strVal val="0-#ppt_w/2"/>
                                          </p:val>
                                        </p:tav>
                                        <p:tav tm="100000">
                                          <p:val>
                                            <p:strVal val="#ppt_x"/>
                                          </p:val>
                                        </p:tav>
                                      </p:tavLst>
                                    </p:anim>
                                    <p:anim calcmode="lin" valueType="num">
                                      <p:cBhvr additive="base">
                                        <p:cTn id="78" dur="500" fill="hold"/>
                                        <p:tgtEl>
                                          <p:spTgt spid="456807"/>
                                        </p:tgtEl>
                                        <p:attrNameLst>
                                          <p:attrName>ppt_y</p:attrName>
                                        </p:attrNameLst>
                                      </p:cBhvr>
                                      <p:tavLst>
                                        <p:tav tm="0">
                                          <p:val>
                                            <p:strVal val="#ppt_y"/>
                                          </p:val>
                                        </p:tav>
                                        <p:tav tm="100000">
                                          <p:val>
                                            <p:strVal val="#ppt_y"/>
                                          </p:val>
                                        </p:tav>
                                      </p:tavLst>
                                    </p:anim>
                                  </p:childTnLst>
                                </p:cTn>
                              </p:par>
                            </p:childTnLst>
                          </p:cTn>
                        </p:par>
                      </p:childTnLst>
                    </p:cTn>
                  </p:par>
                  <p:par>
                    <p:cTn id="79" fill="hold" nodeType="clickPar">
                      <p:stCondLst>
                        <p:cond delay="indefinite"/>
                      </p:stCondLst>
                      <p:childTnLst>
                        <p:par>
                          <p:cTn id="80" fill="hold" nodeType="withGroup">
                            <p:stCondLst>
                              <p:cond delay="0"/>
                            </p:stCondLst>
                            <p:childTnLst>
                              <p:par>
                                <p:cTn id="81" presetID="9" presetClass="entr" presetSubtype="0" fill="hold" nodeType="clickEffect">
                                  <p:stCondLst>
                                    <p:cond delay="0"/>
                                  </p:stCondLst>
                                  <p:childTnLst>
                                    <p:set>
                                      <p:cBhvr>
                                        <p:cTn id="82" dur="1" fill="hold">
                                          <p:stCondLst>
                                            <p:cond delay="0"/>
                                          </p:stCondLst>
                                        </p:cTn>
                                        <p:tgtEl>
                                          <p:spTgt spid="456816"/>
                                        </p:tgtEl>
                                        <p:attrNameLst>
                                          <p:attrName>style.visibility</p:attrName>
                                        </p:attrNameLst>
                                      </p:cBhvr>
                                      <p:to>
                                        <p:strVal val="visible"/>
                                      </p:to>
                                    </p:set>
                                    <p:animEffect transition="in" filter="dissolve">
                                      <p:cBhvr>
                                        <p:cTn id="83" dur="500"/>
                                        <p:tgtEl>
                                          <p:spTgt spid="456816"/>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9" presetClass="entr" presetSubtype="0" fill="hold" nodeType="clickEffect">
                                  <p:stCondLst>
                                    <p:cond delay="0"/>
                                  </p:stCondLst>
                                  <p:childTnLst>
                                    <p:set>
                                      <p:cBhvr>
                                        <p:cTn id="87" dur="1" fill="hold">
                                          <p:stCondLst>
                                            <p:cond delay="0"/>
                                          </p:stCondLst>
                                        </p:cTn>
                                        <p:tgtEl>
                                          <p:spTgt spid="90"/>
                                        </p:tgtEl>
                                        <p:attrNameLst>
                                          <p:attrName>style.visibility</p:attrName>
                                        </p:attrNameLst>
                                      </p:cBhvr>
                                      <p:to>
                                        <p:strVal val="visible"/>
                                      </p:to>
                                    </p:set>
                                    <p:animEffect transition="in" filter="dissolve">
                                      <p:cBhvr>
                                        <p:cTn id="88" dur="500"/>
                                        <p:tgtEl>
                                          <p:spTgt spid="90"/>
                                        </p:tgtEl>
                                      </p:cBhvr>
                                    </p:animEffect>
                                  </p:childTnLst>
                                </p:cTn>
                              </p:par>
                            </p:childTnLst>
                          </p:cTn>
                        </p:par>
                      </p:childTnLst>
                    </p:cTn>
                  </p:par>
                  <p:par>
                    <p:cTn id="89" fill="hold">
                      <p:stCondLst>
                        <p:cond delay="indefinite"/>
                      </p:stCondLst>
                      <p:childTnLst>
                        <p:par>
                          <p:cTn id="90" fill="hold">
                            <p:stCondLst>
                              <p:cond delay="0"/>
                            </p:stCondLst>
                            <p:childTnLst>
                              <p:par>
                                <p:cTn id="91" presetID="9" presetClass="entr" presetSubtype="0" fill="hold" nodeType="clickEffect">
                                  <p:stCondLst>
                                    <p:cond delay="0"/>
                                  </p:stCondLst>
                                  <p:childTnLst>
                                    <p:set>
                                      <p:cBhvr>
                                        <p:cTn id="92" dur="1" fill="hold">
                                          <p:stCondLst>
                                            <p:cond delay="0"/>
                                          </p:stCondLst>
                                        </p:cTn>
                                        <p:tgtEl>
                                          <p:spTgt spid="98"/>
                                        </p:tgtEl>
                                        <p:attrNameLst>
                                          <p:attrName>style.visibility</p:attrName>
                                        </p:attrNameLst>
                                      </p:cBhvr>
                                      <p:to>
                                        <p:strVal val="visible"/>
                                      </p:to>
                                    </p:set>
                                    <p:animEffect transition="in" filter="dissolve">
                                      <p:cBhvr>
                                        <p:cTn id="93" dur="500"/>
                                        <p:tgtEl>
                                          <p:spTgt spid="98"/>
                                        </p:tgtEl>
                                      </p:cBhvr>
                                    </p:animEffect>
                                  </p:childTnLst>
                                </p:cTn>
                              </p:par>
                            </p:childTnLst>
                          </p:cTn>
                        </p:par>
                      </p:childTnLst>
                    </p:cTn>
                  </p:par>
                  <p:par>
                    <p:cTn id="94" fill="hold">
                      <p:stCondLst>
                        <p:cond delay="indefinite"/>
                      </p:stCondLst>
                      <p:childTnLst>
                        <p:par>
                          <p:cTn id="95" fill="hold">
                            <p:stCondLst>
                              <p:cond delay="0"/>
                            </p:stCondLst>
                            <p:childTnLst>
                              <p:par>
                                <p:cTn id="96" presetID="9" presetClass="entr" presetSubtype="0" fill="hold" nodeType="clickEffect">
                                  <p:stCondLst>
                                    <p:cond delay="0"/>
                                  </p:stCondLst>
                                  <p:childTnLst>
                                    <p:set>
                                      <p:cBhvr>
                                        <p:cTn id="97" dur="1" fill="hold">
                                          <p:stCondLst>
                                            <p:cond delay="0"/>
                                          </p:stCondLst>
                                        </p:cTn>
                                        <p:tgtEl>
                                          <p:spTgt spid="456824"/>
                                        </p:tgtEl>
                                        <p:attrNameLst>
                                          <p:attrName>style.visibility</p:attrName>
                                        </p:attrNameLst>
                                      </p:cBhvr>
                                      <p:to>
                                        <p:strVal val="visible"/>
                                      </p:to>
                                    </p:set>
                                    <p:animEffect transition="in" filter="dissolve">
                                      <p:cBhvr>
                                        <p:cTn id="98" dur="500"/>
                                        <p:tgtEl>
                                          <p:spTgt spid="456824"/>
                                        </p:tgtEl>
                                      </p:cBhvr>
                                    </p:animEffect>
                                  </p:childTnLst>
                                </p:cTn>
                              </p:par>
                            </p:childTnLst>
                          </p:cTn>
                        </p:par>
                      </p:childTnLst>
                    </p:cTn>
                  </p:par>
                  <p:par>
                    <p:cTn id="99" fill="hold">
                      <p:stCondLst>
                        <p:cond delay="indefinite"/>
                      </p:stCondLst>
                      <p:childTnLst>
                        <p:par>
                          <p:cTn id="100" fill="hold">
                            <p:stCondLst>
                              <p:cond delay="0"/>
                            </p:stCondLst>
                            <p:childTnLst>
                              <p:par>
                                <p:cTn id="101" presetID="9" presetClass="entr" presetSubtype="0" fill="hold" nodeType="clickEffect">
                                  <p:stCondLst>
                                    <p:cond delay="0"/>
                                  </p:stCondLst>
                                  <p:childTnLst>
                                    <p:set>
                                      <p:cBhvr>
                                        <p:cTn id="102" dur="1" fill="hold">
                                          <p:stCondLst>
                                            <p:cond delay="0"/>
                                          </p:stCondLst>
                                        </p:cTn>
                                        <p:tgtEl>
                                          <p:spTgt spid="456833"/>
                                        </p:tgtEl>
                                        <p:attrNameLst>
                                          <p:attrName>style.visibility</p:attrName>
                                        </p:attrNameLst>
                                      </p:cBhvr>
                                      <p:to>
                                        <p:strVal val="visible"/>
                                      </p:to>
                                    </p:set>
                                    <p:animEffect transition="in" filter="dissolve">
                                      <p:cBhvr>
                                        <p:cTn id="103" dur="500"/>
                                        <p:tgtEl>
                                          <p:spTgt spid="456833"/>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1" fill="hold" grpId="0" nodeType="clickEffect">
                                  <p:stCondLst>
                                    <p:cond delay="0"/>
                                  </p:stCondLst>
                                  <p:childTnLst>
                                    <p:set>
                                      <p:cBhvr>
                                        <p:cTn id="107" dur="1" fill="hold">
                                          <p:stCondLst>
                                            <p:cond delay="0"/>
                                          </p:stCondLst>
                                        </p:cTn>
                                        <p:tgtEl>
                                          <p:spTgt spid="456841"/>
                                        </p:tgtEl>
                                        <p:attrNameLst>
                                          <p:attrName>style.visibility</p:attrName>
                                        </p:attrNameLst>
                                      </p:cBhvr>
                                      <p:to>
                                        <p:strVal val="visible"/>
                                      </p:to>
                                    </p:set>
                                    <p:animEffect transition="in" filter="wipe(up)">
                                      <p:cBhvr>
                                        <p:cTn id="108" dur="500"/>
                                        <p:tgtEl>
                                          <p:spTgt spid="456841"/>
                                        </p:tgtEl>
                                      </p:cBhvr>
                                    </p:animEffect>
                                  </p:childTnLst>
                                </p:cTn>
                              </p:par>
                            </p:childTnLst>
                          </p:cTn>
                        </p:par>
                      </p:childTnLst>
                    </p:cTn>
                  </p:par>
                  <p:par>
                    <p:cTn id="109" fill="hold">
                      <p:stCondLst>
                        <p:cond delay="indefinite"/>
                      </p:stCondLst>
                      <p:childTnLst>
                        <p:par>
                          <p:cTn id="110" fill="hold">
                            <p:stCondLst>
                              <p:cond delay="0"/>
                            </p:stCondLst>
                            <p:childTnLst>
                              <p:par>
                                <p:cTn id="111" presetID="22" presetClass="entr" presetSubtype="1" fill="hold" grpId="0" nodeType="clickEffect">
                                  <p:stCondLst>
                                    <p:cond delay="0"/>
                                  </p:stCondLst>
                                  <p:childTnLst>
                                    <p:set>
                                      <p:cBhvr>
                                        <p:cTn id="112" dur="1" fill="hold">
                                          <p:stCondLst>
                                            <p:cond delay="0"/>
                                          </p:stCondLst>
                                        </p:cTn>
                                        <p:tgtEl>
                                          <p:spTgt spid="456842"/>
                                        </p:tgtEl>
                                        <p:attrNameLst>
                                          <p:attrName>style.visibility</p:attrName>
                                        </p:attrNameLst>
                                      </p:cBhvr>
                                      <p:to>
                                        <p:strVal val="visible"/>
                                      </p:to>
                                    </p:set>
                                    <p:animEffect transition="in" filter="wipe(up)">
                                      <p:cBhvr>
                                        <p:cTn id="113" dur="500"/>
                                        <p:tgtEl>
                                          <p:spTgt spid="456842"/>
                                        </p:tgtEl>
                                      </p:cBhvr>
                                    </p:animEffect>
                                  </p:childTnLst>
                                </p:cTn>
                              </p:par>
                            </p:childTnLst>
                          </p:cTn>
                        </p:par>
                      </p:childTnLst>
                    </p:cTn>
                  </p:par>
                  <p:par>
                    <p:cTn id="114" fill="hold">
                      <p:stCondLst>
                        <p:cond delay="indefinite"/>
                      </p:stCondLst>
                      <p:childTnLst>
                        <p:par>
                          <p:cTn id="115" fill="hold">
                            <p:stCondLst>
                              <p:cond delay="0"/>
                            </p:stCondLst>
                            <p:childTnLst>
                              <p:par>
                                <p:cTn id="116" presetID="22" presetClass="entr" presetSubtype="1" fill="hold" grpId="0" nodeType="clickEffect">
                                  <p:stCondLst>
                                    <p:cond delay="0"/>
                                  </p:stCondLst>
                                  <p:childTnLst>
                                    <p:set>
                                      <p:cBhvr>
                                        <p:cTn id="117" dur="1" fill="hold">
                                          <p:stCondLst>
                                            <p:cond delay="0"/>
                                          </p:stCondLst>
                                        </p:cTn>
                                        <p:tgtEl>
                                          <p:spTgt spid="456843"/>
                                        </p:tgtEl>
                                        <p:attrNameLst>
                                          <p:attrName>style.visibility</p:attrName>
                                        </p:attrNameLst>
                                      </p:cBhvr>
                                      <p:to>
                                        <p:strVal val="visible"/>
                                      </p:to>
                                    </p:set>
                                    <p:animEffect transition="in" filter="wipe(up)">
                                      <p:cBhvr>
                                        <p:cTn id="118" dur="500"/>
                                        <p:tgtEl>
                                          <p:spTgt spid="456843"/>
                                        </p:tgtEl>
                                      </p:cBhvr>
                                    </p:animEffect>
                                  </p:childTnLst>
                                </p:cTn>
                              </p:par>
                            </p:childTnLst>
                          </p:cTn>
                        </p:par>
                      </p:childTnLst>
                    </p:cTn>
                  </p:par>
                  <p:par>
                    <p:cTn id="119" fill="hold">
                      <p:stCondLst>
                        <p:cond delay="indefinite"/>
                      </p:stCondLst>
                      <p:childTnLst>
                        <p:par>
                          <p:cTn id="120" fill="hold">
                            <p:stCondLst>
                              <p:cond delay="0"/>
                            </p:stCondLst>
                            <p:childTnLst>
                              <p:par>
                                <p:cTn id="121" presetID="22" presetClass="entr" presetSubtype="1" fill="hold" grpId="0" nodeType="clickEffect">
                                  <p:stCondLst>
                                    <p:cond delay="0"/>
                                  </p:stCondLst>
                                  <p:childTnLst>
                                    <p:set>
                                      <p:cBhvr>
                                        <p:cTn id="122" dur="1" fill="hold">
                                          <p:stCondLst>
                                            <p:cond delay="0"/>
                                          </p:stCondLst>
                                        </p:cTn>
                                        <p:tgtEl>
                                          <p:spTgt spid="456853"/>
                                        </p:tgtEl>
                                        <p:attrNameLst>
                                          <p:attrName>style.visibility</p:attrName>
                                        </p:attrNameLst>
                                      </p:cBhvr>
                                      <p:to>
                                        <p:strVal val="visible"/>
                                      </p:to>
                                    </p:set>
                                    <p:animEffect transition="in" filter="wipe(up)">
                                      <p:cBhvr>
                                        <p:cTn id="123" dur="500"/>
                                        <p:tgtEl>
                                          <p:spTgt spid="456853"/>
                                        </p:tgtEl>
                                      </p:cBhvr>
                                    </p:animEffect>
                                  </p:childTnLst>
                                </p:cTn>
                              </p:par>
                            </p:childTnLst>
                          </p:cTn>
                        </p:par>
                      </p:childTnLst>
                    </p:cTn>
                  </p:par>
                  <p:par>
                    <p:cTn id="124" fill="hold">
                      <p:stCondLst>
                        <p:cond delay="indefinite"/>
                      </p:stCondLst>
                      <p:childTnLst>
                        <p:par>
                          <p:cTn id="125" fill="hold">
                            <p:stCondLst>
                              <p:cond delay="0"/>
                            </p:stCondLst>
                            <p:childTnLst>
                              <p:par>
                                <p:cTn id="126" presetID="22" presetClass="entr" presetSubtype="1" fill="hold" grpId="0" nodeType="clickEffect">
                                  <p:stCondLst>
                                    <p:cond delay="0"/>
                                  </p:stCondLst>
                                  <p:childTnLst>
                                    <p:set>
                                      <p:cBhvr>
                                        <p:cTn id="127" dur="1" fill="hold">
                                          <p:stCondLst>
                                            <p:cond delay="0"/>
                                          </p:stCondLst>
                                        </p:cTn>
                                        <p:tgtEl>
                                          <p:spTgt spid="456854"/>
                                        </p:tgtEl>
                                        <p:attrNameLst>
                                          <p:attrName>style.visibility</p:attrName>
                                        </p:attrNameLst>
                                      </p:cBhvr>
                                      <p:to>
                                        <p:strVal val="visible"/>
                                      </p:to>
                                    </p:set>
                                    <p:animEffect transition="in" filter="wipe(up)">
                                      <p:cBhvr>
                                        <p:cTn id="128" dur="500"/>
                                        <p:tgtEl>
                                          <p:spTgt spid="456854"/>
                                        </p:tgtEl>
                                      </p:cBhvr>
                                    </p:animEffect>
                                  </p:childTnLst>
                                </p:cTn>
                              </p:par>
                            </p:childTnLst>
                          </p:cTn>
                        </p:par>
                      </p:childTnLst>
                    </p:cTn>
                  </p:par>
                  <p:par>
                    <p:cTn id="129" fill="hold">
                      <p:stCondLst>
                        <p:cond delay="indefinite"/>
                      </p:stCondLst>
                      <p:childTnLst>
                        <p:par>
                          <p:cTn id="130" fill="hold">
                            <p:stCondLst>
                              <p:cond delay="0"/>
                            </p:stCondLst>
                            <p:childTnLst>
                              <p:par>
                                <p:cTn id="131" presetID="9" presetClass="entr" presetSubtype="0" fill="hold" grpId="0" nodeType="clickEffect">
                                  <p:stCondLst>
                                    <p:cond delay="0"/>
                                  </p:stCondLst>
                                  <p:childTnLst>
                                    <p:set>
                                      <p:cBhvr>
                                        <p:cTn id="132" dur="1" fill="hold">
                                          <p:stCondLst>
                                            <p:cond delay="0"/>
                                          </p:stCondLst>
                                        </p:cTn>
                                        <p:tgtEl>
                                          <p:spTgt spid="456855">
                                            <p:txEl>
                                              <p:pRg st="0" end="0"/>
                                            </p:txEl>
                                          </p:spTgt>
                                        </p:tgtEl>
                                        <p:attrNameLst>
                                          <p:attrName>style.visibility</p:attrName>
                                        </p:attrNameLst>
                                      </p:cBhvr>
                                      <p:to>
                                        <p:strVal val="visible"/>
                                      </p:to>
                                    </p:set>
                                    <p:animEffect transition="in" filter="dissolve">
                                      <p:cBhvr>
                                        <p:cTn id="133" dur="500"/>
                                        <p:tgtEl>
                                          <p:spTgt spid="456855">
                                            <p:txEl>
                                              <p:pRg st="0" end="0"/>
                                            </p:txEl>
                                          </p:spTgt>
                                        </p:tgtEl>
                                      </p:cBhvr>
                                    </p:animEffect>
                                  </p:childTnLst>
                                </p:cTn>
                              </p:par>
                            </p:childTnLst>
                          </p:cTn>
                        </p:par>
                      </p:childTnLst>
                    </p:cTn>
                  </p:par>
                  <p:par>
                    <p:cTn id="134" fill="hold">
                      <p:stCondLst>
                        <p:cond delay="indefinite"/>
                      </p:stCondLst>
                      <p:childTnLst>
                        <p:par>
                          <p:cTn id="135" fill="hold">
                            <p:stCondLst>
                              <p:cond delay="0"/>
                            </p:stCondLst>
                            <p:childTnLst>
                              <p:par>
                                <p:cTn id="136" presetID="22" presetClass="entr" presetSubtype="1" fill="hold" grpId="0" nodeType="clickEffect">
                                  <p:stCondLst>
                                    <p:cond delay="0"/>
                                  </p:stCondLst>
                                  <p:childTnLst>
                                    <p:set>
                                      <p:cBhvr>
                                        <p:cTn id="137" dur="1" fill="hold">
                                          <p:stCondLst>
                                            <p:cond delay="0"/>
                                          </p:stCondLst>
                                        </p:cTn>
                                        <p:tgtEl>
                                          <p:spTgt spid="456844"/>
                                        </p:tgtEl>
                                        <p:attrNameLst>
                                          <p:attrName>style.visibility</p:attrName>
                                        </p:attrNameLst>
                                      </p:cBhvr>
                                      <p:to>
                                        <p:strVal val="visible"/>
                                      </p:to>
                                    </p:set>
                                    <p:animEffect transition="in" filter="wipe(up)">
                                      <p:cBhvr>
                                        <p:cTn id="138" dur="500"/>
                                        <p:tgtEl>
                                          <p:spTgt spid="456844"/>
                                        </p:tgtEl>
                                      </p:cBhvr>
                                    </p:animEffect>
                                  </p:childTnLst>
                                </p:cTn>
                              </p:par>
                            </p:childTnLst>
                          </p:cTn>
                        </p:par>
                      </p:childTnLst>
                    </p:cTn>
                  </p:par>
                  <p:par>
                    <p:cTn id="139" fill="hold">
                      <p:stCondLst>
                        <p:cond delay="indefinite"/>
                      </p:stCondLst>
                      <p:childTnLst>
                        <p:par>
                          <p:cTn id="140" fill="hold">
                            <p:stCondLst>
                              <p:cond delay="0"/>
                            </p:stCondLst>
                            <p:childTnLst>
                              <p:par>
                                <p:cTn id="141" presetID="22" presetClass="entr" presetSubtype="1" fill="hold" grpId="0" nodeType="clickEffect">
                                  <p:stCondLst>
                                    <p:cond delay="0"/>
                                  </p:stCondLst>
                                  <p:childTnLst>
                                    <p:set>
                                      <p:cBhvr>
                                        <p:cTn id="142" dur="1" fill="hold">
                                          <p:stCondLst>
                                            <p:cond delay="0"/>
                                          </p:stCondLst>
                                        </p:cTn>
                                        <p:tgtEl>
                                          <p:spTgt spid="456847"/>
                                        </p:tgtEl>
                                        <p:attrNameLst>
                                          <p:attrName>style.visibility</p:attrName>
                                        </p:attrNameLst>
                                      </p:cBhvr>
                                      <p:to>
                                        <p:strVal val="visible"/>
                                      </p:to>
                                    </p:set>
                                    <p:animEffect transition="in" filter="wipe(up)">
                                      <p:cBhvr>
                                        <p:cTn id="143" dur="500"/>
                                        <p:tgtEl>
                                          <p:spTgt spid="456847"/>
                                        </p:tgtEl>
                                      </p:cBhvr>
                                    </p:animEffect>
                                  </p:childTnLst>
                                </p:cTn>
                              </p:par>
                            </p:childTnLst>
                          </p:cTn>
                        </p:par>
                      </p:childTnLst>
                    </p:cTn>
                  </p:par>
                  <p:par>
                    <p:cTn id="144" fill="hold">
                      <p:stCondLst>
                        <p:cond delay="indefinite"/>
                      </p:stCondLst>
                      <p:childTnLst>
                        <p:par>
                          <p:cTn id="145" fill="hold">
                            <p:stCondLst>
                              <p:cond delay="0"/>
                            </p:stCondLst>
                            <p:childTnLst>
                              <p:par>
                                <p:cTn id="146" presetID="22" presetClass="entr" presetSubtype="1" fill="hold" grpId="0" nodeType="clickEffect">
                                  <p:stCondLst>
                                    <p:cond delay="0"/>
                                  </p:stCondLst>
                                  <p:childTnLst>
                                    <p:set>
                                      <p:cBhvr>
                                        <p:cTn id="147" dur="1" fill="hold">
                                          <p:stCondLst>
                                            <p:cond delay="0"/>
                                          </p:stCondLst>
                                        </p:cTn>
                                        <p:tgtEl>
                                          <p:spTgt spid="456845"/>
                                        </p:tgtEl>
                                        <p:attrNameLst>
                                          <p:attrName>style.visibility</p:attrName>
                                        </p:attrNameLst>
                                      </p:cBhvr>
                                      <p:to>
                                        <p:strVal val="visible"/>
                                      </p:to>
                                    </p:set>
                                    <p:animEffect transition="in" filter="wipe(up)">
                                      <p:cBhvr>
                                        <p:cTn id="148" dur="500"/>
                                        <p:tgtEl>
                                          <p:spTgt spid="456845"/>
                                        </p:tgtEl>
                                      </p:cBhvr>
                                    </p:animEffect>
                                  </p:childTnLst>
                                </p:cTn>
                              </p:par>
                            </p:childTnLst>
                          </p:cTn>
                        </p:par>
                      </p:childTnLst>
                    </p:cTn>
                  </p:par>
                  <p:par>
                    <p:cTn id="149" fill="hold">
                      <p:stCondLst>
                        <p:cond delay="indefinite"/>
                      </p:stCondLst>
                      <p:childTnLst>
                        <p:par>
                          <p:cTn id="150" fill="hold">
                            <p:stCondLst>
                              <p:cond delay="0"/>
                            </p:stCondLst>
                            <p:childTnLst>
                              <p:par>
                                <p:cTn id="151" presetID="22" presetClass="entr" presetSubtype="1" fill="hold" grpId="0" nodeType="clickEffect">
                                  <p:stCondLst>
                                    <p:cond delay="0"/>
                                  </p:stCondLst>
                                  <p:childTnLst>
                                    <p:set>
                                      <p:cBhvr>
                                        <p:cTn id="152" dur="1" fill="hold">
                                          <p:stCondLst>
                                            <p:cond delay="0"/>
                                          </p:stCondLst>
                                        </p:cTn>
                                        <p:tgtEl>
                                          <p:spTgt spid="456848"/>
                                        </p:tgtEl>
                                        <p:attrNameLst>
                                          <p:attrName>style.visibility</p:attrName>
                                        </p:attrNameLst>
                                      </p:cBhvr>
                                      <p:to>
                                        <p:strVal val="visible"/>
                                      </p:to>
                                    </p:set>
                                    <p:animEffect transition="in" filter="wipe(up)">
                                      <p:cBhvr>
                                        <p:cTn id="153" dur="500"/>
                                        <p:tgtEl>
                                          <p:spTgt spid="456848"/>
                                        </p:tgtEl>
                                      </p:cBhvr>
                                    </p:animEffect>
                                  </p:childTnLst>
                                </p:cTn>
                              </p:par>
                            </p:childTnLst>
                          </p:cTn>
                        </p:par>
                      </p:childTnLst>
                    </p:cTn>
                  </p:par>
                  <p:par>
                    <p:cTn id="154" fill="hold">
                      <p:stCondLst>
                        <p:cond delay="indefinite"/>
                      </p:stCondLst>
                      <p:childTnLst>
                        <p:par>
                          <p:cTn id="155" fill="hold">
                            <p:stCondLst>
                              <p:cond delay="0"/>
                            </p:stCondLst>
                            <p:childTnLst>
                              <p:par>
                                <p:cTn id="156" presetID="22" presetClass="entr" presetSubtype="1" fill="hold" grpId="0" nodeType="clickEffect">
                                  <p:stCondLst>
                                    <p:cond delay="0"/>
                                  </p:stCondLst>
                                  <p:childTnLst>
                                    <p:set>
                                      <p:cBhvr>
                                        <p:cTn id="157" dur="1" fill="hold">
                                          <p:stCondLst>
                                            <p:cond delay="0"/>
                                          </p:stCondLst>
                                        </p:cTn>
                                        <p:tgtEl>
                                          <p:spTgt spid="456846"/>
                                        </p:tgtEl>
                                        <p:attrNameLst>
                                          <p:attrName>style.visibility</p:attrName>
                                        </p:attrNameLst>
                                      </p:cBhvr>
                                      <p:to>
                                        <p:strVal val="visible"/>
                                      </p:to>
                                    </p:set>
                                    <p:animEffect transition="in" filter="wipe(up)">
                                      <p:cBhvr>
                                        <p:cTn id="158" dur="500"/>
                                        <p:tgtEl>
                                          <p:spTgt spid="456846"/>
                                        </p:tgtEl>
                                      </p:cBhvr>
                                    </p:animEffect>
                                  </p:childTnLst>
                                </p:cTn>
                              </p:par>
                            </p:childTnLst>
                          </p:cTn>
                        </p:par>
                      </p:childTnLst>
                    </p:cTn>
                  </p:par>
                  <p:par>
                    <p:cTn id="159" fill="hold">
                      <p:stCondLst>
                        <p:cond delay="indefinite"/>
                      </p:stCondLst>
                      <p:childTnLst>
                        <p:par>
                          <p:cTn id="160" fill="hold">
                            <p:stCondLst>
                              <p:cond delay="0"/>
                            </p:stCondLst>
                            <p:childTnLst>
                              <p:par>
                                <p:cTn id="161" presetID="9" presetClass="entr" presetSubtype="0" fill="hold" grpId="0" nodeType="clickEffect">
                                  <p:stCondLst>
                                    <p:cond delay="0"/>
                                  </p:stCondLst>
                                  <p:childTnLst>
                                    <p:set>
                                      <p:cBhvr>
                                        <p:cTn id="162" dur="1" fill="hold">
                                          <p:stCondLst>
                                            <p:cond delay="0"/>
                                          </p:stCondLst>
                                        </p:cTn>
                                        <p:tgtEl>
                                          <p:spTgt spid="456856">
                                            <p:txEl>
                                              <p:pRg st="0" end="0"/>
                                            </p:txEl>
                                          </p:spTgt>
                                        </p:tgtEl>
                                        <p:attrNameLst>
                                          <p:attrName>style.visibility</p:attrName>
                                        </p:attrNameLst>
                                      </p:cBhvr>
                                      <p:to>
                                        <p:strVal val="visible"/>
                                      </p:to>
                                    </p:set>
                                    <p:animEffect transition="in" filter="dissolve">
                                      <p:cBhvr>
                                        <p:cTn id="163" dur="500"/>
                                        <p:tgtEl>
                                          <p:spTgt spid="456856">
                                            <p:txEl>
                                              <p:pRg st="0" end="0"/>
                                            </p:txEl>
                                          </p:spTgt>
                                        </p:tgtEl>
                                      </p:cBhvr>
                                    </p:animEffect>
                                  </p:childTnLst>
                                </p:cTn>
                              </p:par>
                            </p:childTnLst>
                          </p:cTn>
                        </p:par>
                      </p:childTnLst>
                    </p:cTn>
                  </p:par>
                  <p:par>
                    <p:cTn id="164" fill="hold">
                      <p:stCondLst>
                        <p:cond delay="indefinite"/>
                      </p:stCondLst>
                      <p:childTnLst>
                        <p:par>
                          <p:cTn id="165" fill="hold">
                            <p:stCondLst>
                              <p:cond delay="0"/>
                            </p:stCondLst>
                            <p:childTnLst>
                              <p:par>
                                <p:cTn id="166" presetID="22" presetClass="entr" presetSubtype="1" fill="hold" grpId="0" nodeType="clickEffect">
                                  <p:stCondLst>
                                    <p:cond delay="0"/>
                                  </p:stCondLst>
                                  <p:childTnLst>
                                    <p:set>
                                      <p:cBhvr>
                                        <p:cTn id="167" dur="1" fill="hold">
                                          <p:stCondLst>
                                            <p:cond delay="0"/>
                                          </p:stCondLst>
                                        </p:cTn>
                                        <p:tgtEl>
                                          <p:spTgt spid="456851"/>
                                        </p:tgtEl>
                                        <p:attrNameLst>
                                          <p:attrName>style.visibility</p:attrName>
                                        </p:attrNameLst>
                                      </p:cBhvr>
                                      <p:to>
                                        <p:strVal val="visible"/>
                                      </p:to>
                                    </p:set>
                                    <p:animEffect transition="in" filter="wipe(up)">
                                      <p:cBhvr>
                                        <p:cTn id="168" dur="500"/>
                                        <p:tgtEl>
                                          <p:spTgt spid="456851"/>
                                        </p:tgtEl>
                                      </p:cBhvr>
                                    </p:animEffect>
                                  </p:childTnLst>
                                </p:cTn>
                              </p:par>
                            </p:childTnLst>
                          </p:cTn>
                        </p:par>
                      </p:childTnLst>
                    </p:cTn>
                  </p:par>
                  <p:par>
                    <p:cTn id="169" fill="hold">
                      <p:stCondLst>
                        <p:cond delay="indefinite"/>
                      </p:stCondLst>
                      <p:childTnLst>
                        <p:par>
                          <p:cTn id="170" fill="hold">
                            <p:stCondLst>
                              <p:cond delay="0"/>
                            </p:stCondLst>
                            <p:childTnLst>
                              <p:par>
                                <p:cTn id="171" presetID="22" presetClass="entr" presetSubtype="1" fill="hold" grpId="0" nodeType="clickEffect">
                                  <p:stCondLst>
                                    <p:cond delay="0"/>
                                  </p:stCondLst>
                                  <p:childTnLst>
                                    <p:set>
                                      <p:cBhvr>
                                        <p:cTn id="172" dur="1" fill="hold">
                                          <p:stCondLst>
                                            <p:cond delay="0"/>
                                          </p:stCondLst>
                                        </p:cTn>
                                        <p:tgtEl>
                                          <p:spTgt spid="456852"/>
                                        </p:tgtEl>
                                        <p:attrNameLst>
                                          <p:attrName>style.visibility</p:attrName>
                                        </p:attrNameLst>
                                      </p:cBhvr>
                                      <p:to>
                                        <p:strVal val="visible"/>
                                      </p:to>
                                    </p:set>
                                    <p:animEffect transition="in" filter="wipe(up)">
                                      <p:cBhvr>
                                        <p:cTn id="173" dur="500"/>
                                        <p:tgtEl>
                                          <p:spTgt spid="456852"/>
                                        </p:tgtEl>
                                      </p:cBhvr>
                                    </p:animEffect>
                                  </p:childTnLst>
                                </p:cTn>
                              </p:par>
                            </p:childTnLst>
                          </p:cTn>
                        </p:par>
                      </p:childTnLst>
                    </p:cTn>
                  </p:par>
                  <p:par>
                    <p:cTn id="174" fill="hold">
                      <p:stCondLst>
                        <p:cond delay="indefinite"/>
                      </p:stCondLst>
                      <p:childTnLst>
                        <p:par>
                          <p:cTn id="175" fill="hold">
                            <p:stCondLst>
                              <p:cond delay="0"/>
                            </p:stCondLst>
                            <p:childTnLst>
                              <p:par>
                                <p:cTn id="176" presetID="9" presetClass="entr" presetSubtype="0" fill="hold" grpId="0" nodeType="clickEffect">
                                  <p:stCondLst>
                                    <p:cond delay="0"/>
                                  </p:stCondLst>
                                  <p:childTnLst>
                                    <p:set>
                                      <p:cBhvr>
                                        <p:cTn id="177" dur="1" fill="hold">
                                          <p:stCondLst>
                                            <p:cond delay="0"/>
                                          </p:stCondLst>
                                        </p:cTn>
                                        <p:tgtEl>
                                          <p:spTgt spid="456857">
                                            <p:txEl>
                                              <p:pRg st="0" end="0"/>
                                            </p:txEl>
                                          </p:spTgt>
                                        </p:tgtEl>
                                        <p:attrNameLst>
                                          <p:attrName>style.visibility</p:attrName>
                                        </p:attrNameLst>
                                      </p:cBhvr>
                                      <p:to>
                                        <p:strVal val="visible"/>
                                      </p:to>
                                    </p:set>
                                    <p:animEffect transition="in" filter="dissolve">
                                      <p:cBhvr>
                                        <p:cTn id="178" dur="500"/>
                                        <p:tgtEl>
                                          <p:spTgt spid="456857">
                                            <p:txEl>
                                              <p:pRg st="0" end="0"/>
                                            </p:txEl>
                                          </p:spTgt>
                                        </p:tgtEl>
                                      </p:cBhvr>
                                    </p:animEffect>
                                  </p:childTnLst>
                                </p:cTn>
                              </p:par>
                            </p:childTnLst>
                          </p:cTn>
                        </p:par>
                      </p:childTnLst>
                    </p:cTn>
                  </p:par>
                  <p:par>
                    <p:cTn id="179" fill="hold">
                      <p:stCondLst>
                        <p:cond delay="indefinite"/>
                      </p:stCondLst>
                      <p:childTnLst>
                        <p:par>
                          <p:cTn id="180" fill="hold">
                            <p:stCondLst>
                              <p:cond delay="0"/>
                            </p:stCondLst>
                            <p:childTnLst>
                              <p:par>
                                <p:cTn id="181" presetID="22" presetClass="entr" presetSubtype="1" fill="hold" grpId="0" nodeType="clickEffect">
                                  <p:stCondLst>
                                    <p:cond delay="0"/>
                                  </p:stCondLst>
                                  <p:childTnLst>
                                    <p:set>
                                      <p:cBhvr>
                                        <p:cTn id="182" dur="1" fill="hold">
                                          <p:stCondLst>
                                            <p:cond delay="0"/>
                                          </p:stCondLst>
                                        </p:cTn>
                                        <p:tgtEl>
                                          <p:spTgt spid="89"/>
                                        </p:tgtEl>
                                        <p:attrNameLst>
                                          <p:attrName>style.visibility</p:attrName>
                                        </p:attrNameLst>
                                      </p:cBhvr>
                                      <p:to>
                                        <p:strVal val="visible"/>
                                      </p:to>
                                    </p:set>
                                    <p:animEffect transition="in" filter="wipe(up)">
                                      <p:cBhvr>
                                        <p:cTn id="183" dur="500"/>
                                        <p:tgtEl>
                                          <p:spTgt spid="89"/>
                                        </p:tgtEl>
                                      </p:cBhvr>
                                    </p:animEffect>
                                  </p:childTnLst>
                                </p:cTn>
                              </p:par>
                            </p:childTnLst>
                          </p:cTn>
                        </p:par>
                      </p:childTnLst>
                    </p:cTn>
                  </p:par>
                  <p:par>
                    <p:cTn id="184" fill="hold">
                      <p:stCondLst>
                        <p:cond delay="indefinite"/>
                      </p:stCondLst>
                      <p:childTnLst>
                        <p:par>
                          <p:cTn id="185" fill="hold">
                            <p:stCondLst>
                              <p:cond delay="0"/>
                            </p:stCondLst>
                            <p:childTnLst>
                              <p:par>
                                <p:cTn id="186" presetID="1" presetClass="entr" presetSubtype="0" fill="hold" nodeType="clickEffect">
                                  <p:stCondLst>
                                    <p:cond delay="0"/>
                                  </p:stCondLst>
                                  <p:childTnLst>
                                    <p:set>
                                      <p:cBhvr>
                                        <p:cTn id="187" dur="1" fill="hold">
                                          <p:stCondLst>
                                            <p:cond delay="0"/>
                                          </p:stCondLst>
                                        </p:cTn>
                                        <p:tgtEl>
                                          <p:spTgt spid="28763"/>
                                        </p:tgtEl>
                                        <p:attrNameLst>
                                          <p:attrName>style.visibility</p:attrName>
                                        </p:attrNameLst>
                                      </p:cBhvr>
                                      <p:to>
                                        <p:strVal val="visible"/>
                                      </p:to>
                                    </p:set>
                                  </p:childTnLst>
                                </p:cTn>
                              </p:par>
                              <p:par>
                                <p:cTn id="188" presetID="1" presetClass="entr" presetSubtype="0" fill="hold" grpId="0" nodeType="withEffect">
                                  <p:stCondLst>
                                    <p:cond delay="0"/>
                                  </p:stCondLst>
                                  <p:childTnLst>
                                    <p:set>
                                      <p:cBhvr>
                                        <p:cTn id="189" dur="1" fill="hold">
                                          <p:stCondLst>
                                            <p:cond delay="0"/>
                                          </p:stCondLst>
                                        </p:cTn>
                                        <p:tgtEl>
                                          <p:spTgt spid="84"/>
                                        </p:tgtEl>
                                        <p:attrNameLst>
                                          <p:attrName>style.visibility</p:attrName>
                                        </p:attrNameLst>
                                      </p:cBhvr>
                                      <p:to>
                                        <p:strVal val="visible"/>
                                      </p:to>
                                    </p:set>
                                  </p:childTnLst>
                                </p:cTn>
                              </p:par>
                              <p:par>
                                <p:cTn id="190" presetID="1" presetClass="entr" presetSubtype="0" fill="hold" grpId="0" nodeType="withEffect">
                                  <p:stCondLst>
                                    <p:cond delay="0"/>
                                  </p:stCondLst>
                                  <p:childTnLst>
                                    <p:set>
                                      <p:cBhvr>
                                        <p:cTn id="191" dur="1" fill="hold">
                                          <p:stCondLst>
                                            <p:cond delay="0"/>
                                          </p:stCondLst>
                                        </p:cTn>
                                        <p:tgtEl>
                                          <p:spTgt spid="85"/>
                                        </p:tgtEl>
                                        <p:attrNameLst>
                                          <p:attrName>style.visibility</p:attrName>
                                        </p:attrNameLst>
                                      </p:cBhvr>
                                      <p:to>
                                        <p:strVal val="visible"/>
                                      </p:to>
                                    </p:set>
                                  </p:childTnLst>
                                </p:cTn>
                              </p:par>
                            </p:childTnLst>
                          </p:cTn>
                        </p:par>
                      </p:childTnLst>
                    </p:cTn>
                  </p:par>
                  <p:par>
                    <p:cTn id="192" fill="hold">
                      <p:stCondLst>
                        <p:cond delay="indefinite"/>
                      </p:stCondLst>
                      <p:childTnLst>
                        <p:par>
                          <p:cTn id="193" fill="hold">
                            <p:stCondLst>
                              <p:cond delay="0"/>
                            </p:stCondLst>
                            <p:childTnLst>
                              <p:par>
                                <p:cTn id="194" presetID="22" presetClass="entr" presetSubtype="8" fill="hold" grpId="0" nodeType="clickEffect">
                                  <p:stCondLst>
                                    <p:cond delay="0"/>
                                  </p:stCondLst>
                                  <p:childTnLst>
                                    <p:set>
                                      <p:cBhvr>
                                        <p:cTn id="195" dur="1" fill="hold">
                                          <p:stCondLst>
                                            <p:cond delay="0"/>
                                          </p:stCondLst>
                                        </p:cTn>
                                        <p:tgtEl>
                                          <p:spTgt spid="86"/>
                                        </p:tgtEl>
                                        <p:attrNameLst>
                                          <p:attrName>style.visibility</p:attrName>
                                        </p:attrNameLst>
                                      </p:cBhvr>
                                      <p:to>
                                        <p:strVal val="visible"/>
                                      </p:to>
                                    </p:set>
                                    <p:animEffect transition="in" filter="wipe(left)">
                                      <p:cBhvr>
                                        <p:cTn id="196" dur="500"/>
                                        <p:tgtEl>
                                          <p:spTgt spid="86"/>
                                        </p:tgtEl>
                                      </p:cBhvr>
                                    </p:animEffect>
                                  </p:childTnLst>
                                </p:cTn>
                              </p:par>
                            </p:childTnLst>
                          </p:cTn>
                        </p:par>
                      </p:childTnLst>
                    </p:cTn>
                  </p:par>
                  <p:par>
                    <p:cTn id="197" fill="hold">
                      <p:stCondLst>
                        <p:cond delay="indefinite"/>
                      </p:stCondLst>
                      <p:childTnLst>
                        <p:par>
                          <p:cTn id="198" fill="hold">
                            <p:stCondLst>
                              <p:cond delay="0"/>
                            </p:stCondLst>
                            <p:childTnLst>
                              <p:par>
                                <p:cTn id="199" presetID="1" presetClass="entr" presetSubtype="0" fill="hold" nodeType="clickEffect">
                                  <p:stCondLst>
                                    <p:cond delay="0"/>
                                  </p:stCondLst>
                                  <p:childTnLst>
                                    <p:set>
                                      <p:cBhvr>
                                        <p:cTn id="200" dur="1" fill="hold">
                                          <p:stCondLst>
                                            <p:cond delay="0"/>
                                          </p:stCondLst>
                                        </p:cTn>
                                        <p:tgtEl>
                                          <p:spTgt spid="287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6706" grpId="0" autoUpdateAnimBg="0"/>
      <p:bldP spid="456708" grpId="0" autoUpdateAnimBg="0"/>
      <p:bldP spid="456710" grpId="0" autoUpdateAnimBg="0"/>
      <p:bldP spid="456804" grpId="0" animBg="1"/>
      <p:bldP spid="456805" grpId="0" animBg="1"/>
      <p:bldP spid="456841" grpId="0" animBg="1"/>
      <p:bldP spid="456842" grpId="0" animBg="1"/>
      <p:bldP spid="456843" grpId="0" animBg="1"/>
      <p:bldP spid="456844" grpId="0" animBg="1"/>
      <p:bldP spid="456845" grpId="0" animBg="1"/>
      <p:bldP spid="456846" grpId="0" animBg="1"/>
      <p:bldP spid="456847" grpId="0" animBg="1"/>
      <p:bldP spid="456848" grpId="0" animBg="1"/>
      <p:bldP spid="456851" grpId="0" animBg="1"/>
      <p:bldP spid="456852" grpId="0" animBg="1"/>
      <p:bldP spid="456853" grpId="0" animBg="1"/>
      <p:bldP spid="456854" grpId="0" animBg="1"/>
      <p:bldP spid="456855" grpId="0" build="p" autoUpdateAnimBg="0"/>
      <p:bldP spid="456856" grpId="0" build="p" autoUpdateAnimBg="0"/>
      <p:bldP spid="456857" grpId="0" build="p" autoUpdateAnimBg="0"/>
      <p:bldP spid="456873" grpId="0" animBg="1"/>
      <p:bldP spid="456874" grpId="0" animBg="1"/>
      <p:bldP spid="456875" grpId="0" animBg="1"/>
      <p:bldP spid="456876" grpId="0" animBg="1"/>
      <p:bldP spid="456877" grpId="0" build="p" autoUpdateAnimBg="0"/>
      <p:bldP spid="84" grpId="0"/>
      <p:bldP spid="85" grpId="0" animBg="1"/>
      <p:bldP spid="86" grpId="0" autoUpdateAnimBg="0"/>
      <p:bldP spid="8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2"/>
          <a:srcRect l="13775" t="30099" r="36219" b="24021"/>
          <a:stretch/>
        </p:blipFill>
        <p:spPr>
          <a:xfrm>
            <a:off x="18689" y="1844824"/>
            <a:ext cx="9145016" cy="4719581"/>
          </a:xfrm>
          <a:prstGeom prst="rect">
            <a:avLst/>
          </a:prstGeom>
        </p:spPr>
      </p:pic>
      <p:sp>
        <p:nvSpPr>
          <p:cNvPr id="4" name="Text Box 6"/>
          <p:cNvSpPr txBox="1">
            <a:spLocks noChangeArrowheads="1"/>
          </p:cNvSpPr>
          <p:nvPr/>
        </p:nvSpPr>
        <p:spPr bwMode="auto">
          <a:xfrm>
            <a:off x="4591197" y="310962"/>
            <a:ext cx="1738313" cy="83343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9050">
                <a:solidFill>
                  <a:srgbClr val="3333FF"/>
                </a:solidFill>
                <a:prstDash val="lg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0"/>
              </a:spcBef>
            </a:pPr>
            <a:r>
              <a:rPr lang="zh-CN" altLang="en-US" sz="2400" b="1">
                <a:ea typeface="宋体" pitchFamily="2" charset="-122"/>
              </a:rPr>
              <a:t>这种情况下结果如何？</a:t>
            </a:r>
          </a:p>
        </p:txBody>
      </p:sp>
      <p:pic>
        <p:nvPicPr>
          <p:cNvPr id="5" name="Picture 9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4248" y="260648"/>
            <a:ext cx="1600200" cy="116522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91"/>
          <p:cNvPicPr>
            <a:picLocks noChangeAspect="1" noChangeArrowheads="1"/>
          </p:cNvPicPr>
          <p:nvPr/>
        </p:nvPicPr>
        <p:blipFill>
          <a:blip r:embed="rId4">
            <a:extLst>
              <a:ext uri="{28A0092B-C50C-407E-A947-70E740481C1C}">
                <a14:useLocalDpi xmlns:a14="http://schemas.microsoft.com/office/drawing/2010/main" val="0"/>
              </a:ext>
            </a:extLst>
          </a:blip>
          <a:srcRect l="59637"/>
          <a:stretch>
            <a:fillRect/>
          </a:stretch>
        </p:blipFill>
        <p:spPr bwMode="auto">
          <a:xfrm>
            <a:off x="539552" y="57483"/>
            <a:ext cx="3357562"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161"/>
          <p:cNvSpPr txBox="1">
            <a:spLocks noChangeArrowheads="1"/>
          </p:cNvSpPr>
          <p:nvPr/>
        </p:nvSpPr>
        <p:spPr bwMode="auto">
          <a:xfrm>
            <a:off x="2555677" y="633745"/>
            <a:ext cx="709612"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r>
              <a:rPr lang="en-US" altLang="zh-CN" sz="2400" b="1">
                <a:solidFill>
                  <a:schemeClr val="tx1"/>
                </a:solidFill>
                <a:latin typeface="Symbol" pitchFamily="18" charset="2"/>
                <a:ea typeface="宋体" pitchFamily="2" charset="-122"/>
              </a:rPr>
              <a:t>e</a:t>
            </a:r>
            <a:r>
              <a:rPr lang="en-US" altLang="zh-CN" sz="2400" b="1" baseline="-25000">
                <a:solidFill>
                  <a:schemeClr val="tx1"/>
                </a:solidFill>
                <a:ea typeface="宋体" pitchFamily="2" charset="-122"/>
              </a:rPr>
              <a:t>r2</a:t>
            </a:r>
          </a:p>
        </p:txBody>
      </p:sp>
      <p:sp>
        <p:nvSpPr>
          <p:cNvPr id="8" name="Text Box 160"/>
          <p:cNvSpPr txBox="1">
            <a:spLocks noChangeArrowheads="1"/>
          </p:cNvSpPr>
          <p:nvPr/>
        </p:nvSpPr>
        <p:spPr bwMode="auto">
          <a:xfrm>
            <a:off x="1330127" y="706770"/>
            <a:ext cx="506412" cy="457200"/>
          </a:xfrm>
          <a:prstGeom prst="rect">
            <a:avLst/>
          </a:prstGeom>
          <a:pattFill prst="pct75">
            <a:fgClr>
              <a:schemeClr val="accent1"/>
            </a:fgClr>
            <a:bgClr>
              <a:schemeClr val="bg1"/>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r>
              <a:rPr lang="en-US" altLang="zh-CN" sz="2400" b="1">
                <a:solidFill>
                  <a:schemeClr val="tx1"/>
                </a:solidFill>
                <a:latin typeface="Symbol" pitchFamily="18" charset="2"/>
                <a:ea typeface="宋体" pitchFamily="2" charset="-122"/>
              </a:rPr>
              <a:t>e</a:t>
            </a:r>
            <a:r>
              <a:rPr lang="en-US" altLang="zh-CN" sz="2400" b="1" baseline="-25000">
                <a:solidFill>
                  <a:schemeClr val="tx1"/>
                </a:solidFill>
                <a:ea typeface="宋体" pitchFamily="2" charset="-122"/>
              </a:rPr>
              <a:t>r1</a:t>
            </a:r>
          </a:p>
        </p:txBody>
      </p:sp>
    </p:spTree>
    <p:extLst>
      <p:ext uri="{BB962C8B-B14F-4D97-AF65-F5344CB8AC3E}">
        <p14:creationId xmlns:p14="http://schemas.microsoft.com/office/powerpoint/2010/main" val="472873424"/>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left)">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7" grpId="0"/>
      <p:bldP spid="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770" name="Group 2"/>
          <p:cNvGrpSpPr>
            <a:grpSpLocks/>
          </p:cNvGrpSpPr>
          <p:nvPr/>
        </p:nvGrpSpPr>
        <p:grpSpPr bwMode="auto">
          <a:xfrm>
            <a:off x="6096000" y="381000"/>
            <a:ext cx="2743200" cy="2667000"/>
            <a:chOff x="1200" y="1488"/>
            <a:chExt cx="1728" cy="1680"/>
          </a:xfrm>
        </p:grpSpPr>
        <p:sp>
          <p:nvSpPr>
            <p:cNvPr id="32789" name="Oval 3" descr="瓦形"/>
            <p:cNvSpPr>
              <a:spLocks noChangeArrowheads="1"/>
            </p:cNvSpPr>
            <p:nvPr/>
          </p:nvSpPr>
          <p:spPr bwMode="auto">
            <a:xfrm>
              <a:off x="1200" y="1488"/>
              <a:ext cx="1728" cy="1680"/>
            </a:xfrm>
            <a:prstGeom prst="ellipse">
              <a:avLst/>
            </a:prstGeom>
            <a:pattFill prst="shingle">
              <a:fgClr>
                <a:srgbClr val="FF0066"/>
              </a:fgClr>
              <a:bgClr>
                <a:schemeClr val="bg1"/>
              </a:bgClr>
            </a:pattFill>
            <a:ln w="76200">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90" name="Oval 4"/>
            <p:cNvSpPr>
              <a:spLocks noChangeArrowheads="1"/>
            </p:cNvSpPr>
            <p:nvPr/>
          </p:nvSpPr>
          <p:spPr bwMode="auto">
            <a:xfrm>
              <a:off x="1584" y="1872"/>
              <a:ext cx="1008" cy="960"/>
            </a:xfrm>
            <a:prstGeom prst="ellipse">
              <a:avLst/>
            </a:prstGeom>
            <a:solidFill>
              <a:schemeClr val="accent1"/>
            </a:solidFill>
            <a:ln w="38100">
              <a:solidFill>
                <a:srgbClr val="CC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2771" name="Text Box 5"/>
          <p:cNvSpPr txBox="1">
            <a:spLocks noChangeArrowheads="1"/>
          </p:cNvSpPr>
          <p:nvPr/>
        </p:nvSpPr>
        <p:spPr bwMode="auto">
          <a:xfrm>
            <a:off x="0" y="228600"/>
            <a:ext cx="6035675" cy="193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0"/>
              </a:spcBef>
            </a:pPr>
            <a:r>
              <a:rPr lang="zh-CN" altLang="en-US" sz="2400" b="1">
                <a:solidFill>
                  <a:schemeClr val="folHlink"/>
                </a:solidFill>
                <a:ea typeface="宋体" pitchFamily="2" charset="-122"/>
              </a:rPr>
              <a:t>例</a:t>
            </a:r>
            <a:r>
              <a:rPr lang="en-US" altLang="zh-CN" sz="2400" b="1">
                <a:solidFill>
                  <a:schemeClr val="folHlink"/>
                </a:solidFill>
                <a:ea typeface="宋体" pitchFamily="2" charset="-122"/>
              </a:rPr>
              <a:t>3</a:t>
            </a:r>
            <a:r>
              <a:rPr lang="zh-CN" altLang="en-US" sz="2400" b="1">
                <a:solidFill>
                  <a:schemeClr val="folHlink"/>
                </a:solidFill>
                <a:ea typeface="宋体" pitchFamily="2" charset="-122"/>
              </a:rPr>
              <a:t>、</a:t>
            </a:r>
            <a:r>
              <a:rPr lang="zh-CN" altLang="en-US" sz="2400" b="1">
                <a:solidFill>
                  <a:schemeClr val="tx1"/>
                </a:solidFill>
                <a:ea typeface="宋体" pitchFamily="2" charset="-122"/>
              </a:rPr>
              <a:t>设内外半径为</a:t>
            </a:r>
            <a:r>
              <a:rPr lang="en-US" altLang="zh-CN" sz="2400" b="1">
                <a:solidFill>
                  <a:schemeClr val="tx1"/>
                </a:solidFill>
                <a:ea typeface="宋体" pitchFamily="2" charset="-122"/>
              </a:rPr>
              <a:t>R</a:t>
            </a:r>
            <a:r>
              <a:rPr lang="en-US" altLang="zh-CN" sz="2400" b="1" baseline="-25000">
                <a:solidFill>
                  <a:schemeClr val="tx1"/>
                </a:solidFill>
                <a:ea typeface="宋体" pitchFamily="2" charset="-122"/>
              </a:rPr>
              <a:t>1</a:t>
            </a:r>
            <a:r>
              <a:rPr lang="zh-CN" altLang="en-US" sz="2400" b="1">
                <a:solidFill>
                  <a:schemeClr val="tx1"/>
                </a:solidFill>
                <a:ea typeface="宋体" pitchFamily="2" charset="-122"/>
              </a:rPr>
              <a:t>、</a:t>
            </a:r>
            <a:r>
              <a:rPr lang="en-US" altLang="zh-CN" sz="2400" b="1">
                <a:solidFill>
                  <a:schemeClr val="tx1"/>
                </a:solidFill>
                <a:ea typeface="宋体" pitchFamily="2" charset="-122"/>
              </a:rPr>
              <a:t>R</a:t>
            </a:r>
            <a:r>
              <a:rPr lang="en-US" altLang="zh-CN" sz="2400" b="1" baseline="-25000">
                <a:solidFill>
                  <a:schemeClr val="tx1"/>
                </a:solidFill>
                <a:ea typeface="宋体" pitchFamily="2" charset="-122"/>
              </a:rPr>
              <a:t>3</a:t>
            </a:r>
            <a:r>
              <a:rPr lang="zh-CN" altLang="en-US" sz="2400" b="1">
                <a:solidFill>
                  <a:schemeClr val="tx1"/>
                </a:solidFill>
                <a:ea typeface="宋体" pitchFamily="2" charset="-122"/>
              </a:rPr>
              <a:t>的同心球面组成的球形电容器，中间充以相对介电常数分</a:t>
            </a:r>
          </a:p>
          <a:p>
            <a:pPr eaLnBrk="1" hangingPunct="1">
              <a:spcBef>
                <a:spcPct val="0"/>
              </a:spcBef>
            </a:pPr>
            <a:r>
              <a:rPr lang="zh-CN" altLang="en-US" sz="2400" b="1">
                <a:solidFill>
                  <a:schemeClr val="tx1"/>
                </a:solidFill>
                <a:ea typeface="宋体" pitchFamily="2" charset="-122"/>
              </a:rPr>
              <a:t>别为</a:t>
            </a:r>
            <a:r>
              <a:rPr lang="zh-CN" altLang="en-US" sz="2400" b="1">
                <a:solidFill>
                  <a:schemeClr val="tx1"/>
                </a:solidFill>
                <a:ea typeface="宋体" pitchFamily="2" charset="-122"/>
                <a:sym typeface="Symbol" pitchFamily="18" charset="2"/>
              </a:rPr>
              <a:t></a:t>
            </a:r>
            <a:r>
              <a:rPr lang="en-US" altLang="zh-CN" sz="2400" b="1" baseline="-25000">
                <a:solidFill>
                  <a:schemeClr val="tx1"/>
                </a:solidFill>
                <a:ea typeface="宋体" pitchFamily="2" charset="-122"/>
                <a:sym typeface="Symbol" pitchFamily="18" charset="2"/>
              </a:rPr>
              <a:t>r1</a:t>
            </a:r>
            <a:r>
              <a:rPr lang="zh-CN" altLang="en-US" sz="2400" b="1">
                <a:solidFill>
                  <a:schemeClr val="tx1"/>
                </a:solidFill>
                <a:ea typeface="宋体" pitchFamily="2" charset="-122"/>
                <a:sym typeface="Symbol" pitchFamily="18" charset="2"/>
              </a:rPr>
              <a:t>、</a:t>
            </a:r>
            <a:r>
              <a:rPr lang="en-US" altLang="zh-CN" sz="2400" b="1" baseline="-25000">
                <a:solidFill>
                  <a:schemeClr val="tx1"/>
                </a:solidFill>
                <a:ea typeface="宋体" pitchFamily="2" charset="-122"/>
                <a:sym typeface="Symbol" pitchFamily="18" charset="2"/>
              </a:rPr>
              <a:t>r2</a:t>
            </a:r>
            <a:r>
              <a:rPr lang="zh-CN" altLang="en-US" sz="2400" b="1">
                <a:solidFill>
                  <a:schemeClr val="tx1"/>
                </a:solidFill>
                <a:ea typeface="宋体" pitchFamily="2" charset="-122"/>
              </a:rPr>
              <a:t>的电介质，分界面为半径为</a:t>
            </a:r>
            <a:r>
              <a:rPr lang="en-US" altLang="zh-CN" sz="2400" b="1">
                <a:solidFill>
                  <a:schemeClr val="tx1"/>
                </a:solidFill>
                <a:ea typeface="宋体" pitchFamily="2" charset="-122"/>
              </a:rPr>
              <a:t>R</a:t>
            </a:r>
            <a:r>
              <a:rPr lang="en-US" altLang="zh-CN" sz="2400" b="1" baseline="-25000">
                <a:solidFill>
                  <a:schemeClr val="tx1"/>
                </a:solidFill>
                <a:ea typeface="宋体" pitchFamily="2" charset="-122"/>
              </a:rPr>
              <a:t>2</a:t>
            </a:r>
          </a:p>
          <a:p>
            <a:pPr eaLnBrk="1" hangingPunct="1">
              <a:spcBef>
                <a:spcPct val="0"/>
              </a:spcBef>
            </a:pPr>
            <a:r>
              <a:rPr lang="zh-CN" altLang="en-US" sz="2400" b="1">
                <a:solidFill>
                  <a:schemeClr val="tx1"/>
                </a:solidFill>
                <a:ea typeface="宋体" pitchFamily="2" charset="-122"/>
              </a:rPr>
              <a:t>的球面，求此电容器的电容、介质内的极化强度及界面处的极化电荷面密度</a:t>
            </a:r>
          </a:p>
        </p:txBody>
      </p:sp>
      <p:sp>
        <p:nvSpPr>
          <p:cNvPr id="32772" name="Oval 6"/>
          <p:cNvSpPr>
            <a:spLocks noChangeArrowheads="1"/>
          </p:cNvSpPr>
          <p:nvPr/>
        </p:nvSpPr>
        <p:spPr bwMode="auto">
          <a:xfrm>
            <a:off x="7086600" y="1295400"/>
            <a:ext cx="914400" cy="914400"/>
          </a:xfrm>
          <a:prstGeom prst="ellipse">
            <a:avLst/>
          </a:prstGeom>
          <a:solidFill>
            <a:schemeClr val="bg1"/>
          </a:solidFill>
          <a:ln w="76200">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73" name="Rectangle 7"/>
          <p:cNvSpPr>
            <a:spLocks noChangeArrowheads="1"/>
          </p:cNvSpPr>
          <p:nvPr/>
        </p:nvSpPr>
        <p:spPr bwMode="auto">
          <a:xfrm>
            <a:off x="6705600" y="1752600"/>
            <a:ext cx="4873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lang="en-US" altLang="zh-CN" sz="2400">
                <a:solidFill>
                  <a:schemeClr val="tx1"/>
                </a:solidFill>
                <a:ea typeface="宋体" pitchFamily="2" charset="-122"/>
                <a:sym typeface="Symbol" pitchFamily="18" charset="2"/>
              </a:rPr>
              <a:t></a:t>
            </a:r>
            <a:r>
              <a:rPr lang="en-US" altLang="zh-CN" sz="2400" baseline="-25000">
                <a:solidFill>
                  <a:schemeClr val="tx1"/>
                </a:solidFill>
                <a:ea typeface="宋体" pitchFamily="2" charset="-122"/>
                <a:sym typeface="Symbol" pitchFamily="18" charset="2"/>
              </a:rPr>
              <a:t>r1</a:t>
            </a:r>
          </a:p>
        </p:txBody>
      </p:sp>
      <p:sp>
        <p:nvSpPr>
          <p:cNvPr id="32774" name="Rectangle 8"/>
          <p:cNvSpPr>
            <a:spLocks noChangeArrowheads="1"/>
          </p:cNvSpPr>
          <p:nvPr/>
        </p:nvSpPr>
        <p:spPr bwMode="auto">
          <a:xfrm>
            <a:off x="6882549" y="2477442"/>
            <a:ext cx="513282" cy="461665"/>
          </a:xfrm>
          <a:prstGeom prst="rect">
            <a:avLst/>
          </a:prstGeom>
          <a:solidFill>
            <a:schemeClr val="bg1"/>
          </a:solidFill>
          <a:ln>
            <a:noFill/>
          </a:ln>
          <a:effectLst/>
          <a:extLst/>
        </p:spPr>
        <p:txBody>
          <a:bodyPr wrap="none">
            <a:spAutoFit/>
          </a:bodyPr>
          <a:lstStyle/>
          <a:p>
            <a:pPr>
              <a:spcBef>
                <a:spcPct val="0"/>
              </a:spcBef>
            </a:pPr>
            <a:r>
              <a:rPr lang="en-US" altLang="zh-CN" sz="2400" b="1">
                <a:solidFill>
                  <a:srgbClr val="3333FF"/>
                </a:solidFill>
                <a:ea typeface="宋体" pitchFamily="2" charset="-122"/>
                <a:sym typeface="Symbol" pitchFamily="18" charset="2"/>
              </a:rPr>
              <a:t></a:t>
            </a:r>
            <a:r>
              <a:rPr lang="en-US" altLang="zh-CN" sz="2400" b="1" baseline="-25000">
                <a:solidFill>
                  <a:srgbClr val="3333FF"/>
                </a:solidFill>
                <a:ea typeface="宋体" pitchFamily="2" charset="-122"/>
                <a:sym typeface="Symbol" pitchFamily="18" charset="2"/>
              </a:rPr>
              <a:t>r2</a:t>
            </a:r>
          </a:p>
        </p:txBody>
      </p:sp>
      <p:sp>
        <p:nvSpPr>
          <p:cNvPr id="32775" name="Line 9"/>
          <p:cNvSpPr>
            <a:spLocks noChangeShapeType="1"/>
          </p:cNvSpPr>
          <p:nvPr/>
        </p:nvSpPr>
        <p:spPr bwMode="auto">
          <a:xfrm flipV="1">
            <a:off x="7467600" y="1447800"/>
            <a:ext cx="381000" cy="3048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76" name="Line 10"/>
          <p:cNvSpPr>
            <a:spLocks noChangeShapeType="1"/>
          </p:cNvSpPr>
          <p:nvPr/>
        </p:nvSpPr>
        <p:spPr bwMode="auto">
          <a:xfrm flipH="1" flipV="1">
            <a:off x="7315200" y="990600"/>
            <a:ext cx="152400" cy="7620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77" name="Line 11"/>
          <p:cNvSpPr>
            <a:spLocks noChangeShapeType="1"/>
          </p:cNvSpPr>
          <p:nvPr/>
        </p:nvSpPr>
        <p:spPr bwMode="auto">
          <a:xfrm flipH="1" flipV="1">
            <a:off x="6324600" y="990600"/>
            <a:ext cx="1143000" cy="7620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78" name="Text Box 12"/>
          <p:cNvSpPr txBox="1">
            <a:spLocks noChangeArrowheads="1"/>
          </p:cNvSpPr>
          <p:nvPr/>
        </p:nvSpPr>
        <p:spPr bwMode="auto">
          <a:xfrm>
            <a:off x="7524328" y="1484313"/>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0"/>
              </a:spcBef>
            </a:pPr>
            <a:r>
              <a:rPr lang="en-US" altLang="zh-CN" sz="2400">
                <a:solidFill>
                  <a:schemeClr val="tx1"/>
                </a:solidFill>
                <a:ea typeface="宋体" pitchFamily="2" charset="-122"/>
              </a:rPr>
              <a:t>R</a:t>
            </a:r>
            <a:r>
              <a:rPr lang="en-US" altLang="zh-CN" sz="2400" baseline="-25000">
                <a:solidFill>
                  <a:schemeClr val="tx1"/>
                </a:solidFill>
                <a:ea typeface="宋体" pitchFamily="2" charset="-122"/>
              </a:rPr>
              <a:t>1</a:t>
            </a:r>
            <a:endParaRPr lang="en-US" altLang="zh-CN" sz="2400">
              <a:solidFill>
                <a:schemeClr val="tx1"/>
              </a:solidFill>
              <a:ea typeface="宋体" pitchFamily="2" charset="-122"/>
            </a:endParaRPr>
          </a:p>
        </p:txBody>
      </p:sp>
      <p:sp>
        <p:nvSpPr>
          <p:cNvPr id="32779" name="AutoShape 13"/>
          <p:cNvSpPr>
            <a:spLocks/>
          </p:cNvSpPr>
          <p:nvPr/>
        </p:nvSpPr>
        <p:spPr bwMode="auto">
          <a:xfrm>
            <a:off x="6515100" y="0"/>
            <a:ext cx="723900" cy="466725"/>
          </a:xfrm>
          <a:prstGeom prst="callout1">
            <a:avLst>
              <a:gd name="adj1" fmla="val 24491"/>
              <a:gd name="adj2" fmla="val -10528"/>
              <a:gd name="adj3" fmla="val 198301"/>
              <a:gd name="adj4" fmla="val -22148"/>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en-US" altLang="zh-CN" sz="2400">
                <a:solidFill>
                  <a:schemeClr val="tx1"/>
                </a:solidFill>
                <a:ea typeface="宋体" pitchFamily="2" charset="-122"/>
              </a:rPr>
              <a:t>R</a:t>
            </a:r>
            <a:r>
              <a:rPr lang="en-US" altLang="zh-CN" sz="2400" baseline="-25000">
                <a:solidFill>
                  <a:schemeClr val="tx1"/>
                </a:solidFill>
                <a:ea typeface="宋体" pitchFamily="2" charset="-122"/>
              </a:rPr>
              <a:t>3</a:t>
            </a:r>
            <a:endParaRPr lang="en-US" altLang="zh-CN" sz="2400">
              <a:solidFill>
                <a:schemeClr val="tx1"/>
              </a:solidFill>
              <a:ea typeface="宋体" pitchFamily="2" charset="-122"/>
            </a:endParaRPr>
          </a:p>
        </p:txBody>
      </p:sp>
      <p:sp>
        <p:nvSpPr>
          <p:cNvPr id="32781" name="Text Box 15"/>
          <p:cNvSpPr txBox="1">
            <a:spLocks noChangeArrowheads="1"/>
          </p:cNvSpPr>
          <p:nvPr/>
        </p:nvSpPr>
        <p:spPr bwMode="auto">
          <a:xfrm>
            <a:off x="7315200" y="1752600"/>
            <a:ext cx="35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0"/>
              </a:spcBef>
            </a:pPr>
            <a:r>
              <a:rPr lang="en-US" altLang="zh-CN" sz="2400">
                <a:solidFill>
                  <a:schemeClr val="tx1"/>
                </a:solidFill>
                <a:ea typeface="宋体" pitchFamily="2" charset="-122"/>
              </a:rPr>
              <a:t>+</a:t>
            </a:r>
          </a:p>
        </p:txBody>
      </p:sp>
      <p:sp>
        <p:nvSpPr>
          <p:cNvPr id="32782" name="Oval 16"/>
          <p:cNvSpPr>
            <a:spLocks noChangeArrowheads="1"/>
          </p:cNvSpPr>
          <p:nvPr/>
        </p:nvSpPr>
        <p:spPr bwMode="auto">
          <a:xfrm>
            <a:off x="6400800" y="762000"/>
            <a:ext cx="2133600" cy="1981200"/>
          </a:xfrm>
          <a:prstGeom prst="ellipse">
            <a:avLst/>
          </a:prstGeom>
          <a:noFill/>
          <a:ln w="38100">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9793" name="Text Box 17"/>
          <p:cNvSpPr txBox="1">
            <a:spLocks noChangeArrowheads="1"/>
          </p:cNvSpPr>
          <p:nvPr/>
        </p:nvSpPr>
        <p:spPr bwMode="auto">
          <a:xfrm>
            <a:off x="0" y="2157413"/>
            <a:ext cx="41132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0"/>
              </a:spcBef>
            </a:pPr>
            <a:r>
              <a:rPr lang="zh-CN" altLang="en-US" sz="2800" b="1">
                <a:ea typeface="宋体" pitchFamily="2" charset="-122"/>
              </a:rPr>
              <a:t>解：先求电场的空间分布</a:t>
            </a:r>
          </a:p>
        </p:txBody>
      </p:sp>
      <p:graphicFrame>
        <p:nvGraphicFramePr>
          <p:cNvPr id="459794" name="Object 18"/>
          <p:cNvGraphicFramePr>
            <a:graphicFrameLocks noChangeAspect="1"/>
          </p:cNvGraphicFramePr>
          <p:nvPr/>
        </p:nvGraphicFramePr>
        <p:xfrm>
          <a:off x="4067175" y="2228850"/>
          <a:ext cx="1878013" cy="479425"/>
        </p:xfrm>
        <a:graphic>
          <a:graphicData uri="http://schemas.openxmlformats.org/presentationml/2006/ole">
            <mc:AlternateContent xmlns:mc="http://schemas.openxmlformats.org/markup-compatibility/2006">
              <mc:Choice xmlns:v="urn:schemas-microsoft-com:vml" Requires="v">
                <p:oleObj spid="_x0000_s33083" name="公式" r:id="rId3" imgW="714363" imgH="95287" progId="Equation.3">
                  <p:embed/>
                </p:oleObj>
              </mc:Choice>
              <mc:Fallback>
                <p:oleObj name="公式" r:id="rId3" imgW="714363" imgH="95287" progId="Equation.3">
                  <p:embed/>
                  <p:pic>
                    <p:nvPicPr>
                      <p:cNvPr id="0" name="Object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7175" y="2228850"/>
                        <a:ext cx="1878013" cy="479425"/>
                      </a:xfrm>
                      <a:prstGeom prst="rect">
                        <a:avLst/>
                      </a:prstGeom>
                      <a:solidFill>
                        <a:srgbClr val="FFCC00"/>
                      </a:solidFill>
                      <a:ln>
                        <a:noFill/>
                      </a:ln>
                      <a:effectLst/>
                      <a:extLst>
                        <a:ext uri="{91240B29-F687-4F45-9708-019B960494DF}">
                          <a14:hiddenLine xmlns:a14="http://schemas.microsoft.com/office/drawing/2010/main" w="95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9795" name="Object 19"/>
          <p:cNvGraphicFramePr>
            <a:graphicFrameLocks noChangeAspect="1"/>
          </p:cNvGraphicFramePr>
          <p:nvPr>
            <p:extLst>
              <p:ext uri="{D42A27DB-BD31-4B8C-83A1-F6EECF244321}">
                <p14:modId xmlns:p14="http://schemas.microsoft.com/office/powerpoint/2010/main" val="2123446441"/>
              </p:ext>
            </p:extLst>
          </p:nvPr>
        </p:nvGraphicFramePr>
        <p:xfrm>
          <a:off x="405607" y="2772469"/>
          <a:ext cx="5073650" cy="944563"/>
        </p:xfrm>
        <a:graphic>
          <a:graphicData uri="http://schemas.openxmlformats.org/presentationml/2006/ole">
            <mc:AlternateContent xmlns:mc="http://schemas.openxmlformats.org/markup-compatibility/2006">
              <mc:Choice xmlns:v="urn:schemas-microsoft-com:vml" Requires="v">
                <p:oleObj spid="_x0000_s33084" name="公式" r:id="rId5" imgW="2108200" imgH="393700" progId="Equation.3">
                  <p:embed/>
                </p:oleObj>
              </mc:Choice>
              <mc:Fallback>
                <p:oleObj name="公式" r:id="rId5" imgW="2108200" imgH="393700" progId="Equation.3">
                  <p:embed/>
                  <p:pic>
                    <p:nvPicPr>
                      <p:cNvPr id="0" name="Object 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5607" y="2772469"/>
                        <a:ext cx="5073650" cy="944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6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9796" name="Object 20"/>
          <p:cNvGraphicFramePr>
            <a:graphicFrameLocks noChangeAspect="1"/>
          </p:cNvGraphicFramePr>
          <p:nvPr/>
        </p:nvGraphicFramePr>
        <p:xfrm>
          <a:off x="382588" y="3778250"/>
          <a:ext cx="6337300" cy="2973388"/>
        </p:xfrm>
        <a:graphic>
          <a:graphicData uri="http://schemas.openxmlformats.org/presentationml/2006/ole">
            <mc:AlternateContent xmlns:mc="http://schemas.openxmlformats.org/markup-compatibility/2006">
              <mc:Choice xmlns:v="urn:schemas-microsoft-com:vml" Requires="v">
                <p:oleObj spid="_x0000_s33085" name="Equation" r:id="rId7" imgW="2628879" imgH="1324024" progId="Equation.DSMT4">
                  <p:embed/>
                </p:oleObj>
              </mc:Choice>
              <mc:Fallback>
                <p:oleObj name="Equation" r:id="rId7" imgW="2628879" imgH="1324024" progId="Equation.DSMT4">
                  <p:embed/>
                  <p:pic>
                    <p:nvPicPr>
                      <p:cNvPr id="0" name="Object 2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2588" y="3778250"/>
                        <a:ext cx="6337300" cy="297338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2788" name="Rectangle 24"/>
          <p:cNvSpPr>
            <a:spLocks noChangeArrowheads="1"/>
          </p:cNvSpPr>
          <p:nvPr/>
        </p:nvSpPr>
        <p:spPr bwMode="auto">
          <a:xfrm>
            <a:off x="7308850" y="884238"/>
            <a:ext cx="485775"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US" altLang="zh-CN" sz="2400">
                <a:solidFill>
                  <a:schemeClr val="tx1"/>
                </a:solidFill>
              </a:rPr>
              <a:t>R</a:t>
            </a:r>
            <a:r>
              <a:rPr lang="en-US" altLang="zh-CN" sz="2400" baseline="-25000">
                <a:solidFill>
                  <a:schemeClr val="tx1"/>
                </a:solidFill>
              </a:rPr>
              <a:t>2</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59793"/>
                                        </p:tgtEl>
                                        <p:attrNameLst>
                                          <p:attrName>style.visibility</p:attrName>
                                        </p:attrNameLst>
                                      </p:cBhvr>
                                      <p:to>
                                        <p:strVal val="visible"/>
                                      </p:to>
                                    </p:set>
                                    <p:animEffect transition="in" filter="box(in)">
                                      <p:cBhvr>
                                        <p:cTn id="7" dur="500"/>
                                        <p:tgtEl>
                                          <p:spTgt spid="45979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459794"/>
                                        </p:tgtEl>
                                        <p:attrNameLst>
                                          <p:attrName>style.visibility</p:attrName>
                                        </p:attrNameLst>
                                      </p:cBhvr>
                                      <p:to>
                                        <p:strVal val="visible"/>
                                      </p:to>
                                    </p:set>
                                    <p:animEffect transition="in" filter="dissolve">
                                      <p:cBhvr>
                                        <p:cTn id="12" dur="500"/>
                                        <p:tgtEl>
                                          <p:spTgt spid="45979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5" fill="hold" nodeType="clickEffect">
                                  <p:stCondLst>
                                    <p:cond delay="0"/>
                                  </p:stCondLst>
                                  <p:childTnLst>
                                    <p:set>
                                      <p:cBhvr>
                                        <p:cTn id="16" dur="1" fill="hold">
                                          <p:stCondLst>
                                            <p:cond delay="0"/>
                                          </p:stCondLst>
                                        </p:cTn>
                                        <p:tgtEl>
                                          <p:spTgt spid="459795"/>
                                        </p:tgtEl>
                                        <p:attrNameLst>
                                          <p:attrName>style.visibility</p:attrName>
                                        </p:attrNameLst>
                                      </p:cBhvr>
                                      <p:to>
                                        <p:strVal val="visible"/>
                                      </p:to>
                                    </p:set>
                                    <p:animEffect transition="in" filter="blinds(vertical)">
                                      <p:cBhvr>
                                        <p:cTn id="17" dur="500"/>
                                        <p:tgtEl>
                                          <p:spTgt spid="45979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nodeType="clickEffect">
                                  <p:stCondLst>
                                    <p:cond delay="0"/>
                                  </p:stCondLst>
                                  <p:childTnLst>
                                    <p:set>
                                      <p:cBhvr>
                                        <p:cTn id="21" dur="1" fill="hold">
                                          <p:stCondLst>
                                            <p:cond delay="0"/>
                                          </p:stCondLst>
                                        </p:cTn>
                                        <p:tgtEl>
                                          <p:spTgt spid="459796"/>
                                        </p:tgtEl>
                                        <p:attrNameLst>
                                          <p:attrName>style.visibility</p:attrName>
                                        </p:attrNameLst>
                                      </p:cBhvr>
                                      <p:to>
                                        <p:strVal val="visible"/>
                                      </p:to>
                                    </p:set>
                                    <p:animEffect transition="in" filter="strips(downRight)">
                                      <p:cBhvr>
                                        <p:cTn id="22" dur="500"/>
                                        <p:tgtEl>
                                          <p:spTgt spid="4597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9793"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nvGraphicFramePr>
        <p:xfrm>
          <a:off x="317500" y="107950"/>
          <a:ext cx="5213350" cy="2609850"/>
        </p:xfrm>
        <a:graphic>
          <a:graphicData uri="http://schemas.openxmlformats.org/presentationml/2006/ole">
            <mc:AlternateContent xmlns:mc="http://schemas.openxmlformats.org/markup-compatibility/2006">
              <mc:Choice xmlns:v="urn:schemas-microsoft-com:vml" Requires="v">
                <p:oleObj spid="_x0000_s91158" name="Equation" r:id="rId3" imgW="2648062" imgH="1324024" progId="Equation.DSMT4">
                  <p:embed/>
                </p:oleObj>
              </mc:Choice>
              <mc:Fallback>
                <p:oleObj name="Equation" r:id="rId3" imgW="2648062" imgH="1324024" progId="Equation.DSMT4">
                  <p:embed/>
                  <p:pic>
                    <p:nvPicPr>
                      <p:cNvPr id="2"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7500" y="107950"/>
                        <a:ext cx="5213350" cy="2609850"/>
                      </a:xfrm>
                      <a:prstGeom prst="rect">
                        <a:avLst/>
                      </a:prstGeom>
                      <a:solidFill>
                        <a:srgbClr val="66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对象 2"/>
          <p:cNvGraphicFramePr>
            <a:graphicFrameLocks noChangeAspect="1"/>
          </p:cNvGraphicFramePr>
          <p:nvPr/>
        </p:nvGraphicFramePr>
        <p:xfrm>
          <a:off x="468313" y="3141663"/>
          <a:ext cx="7127875" cy="1943100"/>
        </p:xfrm>
        <a:graphic>
          <a:graphicData uri="http://schemas.openxmlformats.org/presentationml/2006/ole">
            <mc:AlternateContent xmlns:mc="http://schemas.openxmlformats.org/markup-compatibility/2006">
              <mc:Choice xmlns:v="urn:schemas-microsoft-com:vml" Requires="v">
                <p:oleObj spid="_x0000_s91159" name="Equation" r:id="rId5" imgW="2409761" imgH="809531" progId="Equation.DSMT4">
                  <p:embed/>
                </p:oleObj>
              </mc:Choice>
              <mc:Fallback>
                <p:oleObj name="Equation" r:id="rId5" imgW="2409761" imgH="809531" progId="Equation.DSMT4">
                  <p:embed/>
                  <p:pic>
                    <p:nvPicPr>
                      <p:cNvPr id="3" name="对象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8313" y="3141663"/>
                        <a:ext cx="7127875" cy="194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对象 3"/>
          <p:cNvGraphicFramePr>
            <a:graphicFrameLocks noChangeAspect="1"/>
          </p:cNvGraphicFramePr>
          <p:nvPr>
            <p:extLst/>
          </p:nvPr>
        </p:nvGraphicFramePr>
        <p:xfrm>
          <a:off x="7668344" y="3645024"/>
          <a:ext cx="1284288" cy="1230313"/>
        </p:xfrm>
        <a:graphic>
          <a:graphicData uri="http://schemas.openxmlformats.org/presentationml/2006/ole">
            <mc:AlternateContent xmlns:mc="http://schemas.openxmlformats.org/markup-compatibility/2006">
              <mc:Choice xmlns:v="urn:schemas-microsoft-com:vml" Requires="v">
                <p:oleObj spid="_x0000_s91160" name="公式" r:id="rId7" imgW="400141" imgH="352533" progId="Equation.3">
                  <p:embed/>
                </p:oleObj>
              </mc:Choice>
              <mc:Fallback>
                <p:oleObj name="公式" r:id="rId7" imgW="400141" imgH="352533" progId="Equation.3">
                  <p:embed/>
                  <p:pic>
                    <p:nvPicPr>
                      <p:cNvPr id="4" name="对象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68344" y="3645024"/>
                        <a:ext cx="1284288" cy="1230313"/>
                      </a:xfrm>
                      <a:prstGeom prst="rect">
                        <a:avLst/>
                      </a:prstGeom>
                      <a:noFill/>
                      <a:ln w="9525">
                        <a:solidFill>
                          <a:srgbClr val="FF0066"/>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 name="对象 5"/>
          <p:cNvGraphicFramePr>
            <a:graphicFrameLocks noChangeAspect="1"/>
          </p:cNvGraphicFramePr>
          <p:nvPr/>
        </p:nvGraphicFramePr>
        <p:xfrm>
          <a:off x="395288" y="5110163"/>
          <a:ext cx="6432550" cy="1084262"/>
        </p:xfrm>
        <a:graphic>
          <a:graphicData uri="http://schemas.openxmlformats.org/presentationml/2006/ole">
            <mc:AlternateContent xmlns:mc="http://schemas.openxmlformats.org/markup-compatibility/2006">
              <mc:Choice xmlns:v="urn:schemas-microsoft-com:vml" Requires="v">
                <p:oleObj spid="_x0000_s91161" name="公式" r:id="rId9" imgW="2552700" imgH="431800" progId="Equation.3">
                  <p:embed/>
                </p:oleObj>
              </mc:Choice>
              <mc:Fallback>
                <p:oleObj name="公式" r:id="rId9" imgW="2552700" imgH="431800" progId="Equation.3">
                  <p:embed/>
                  <p:pic>
                    <p:nvPicPr>
                      <p:cNvPr id="6" name="对象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5288" y="5110163"/>
                        <a:ext cx="6432550" cy="1084262"/>
                      </a:xfrm>
                      <a:prstGeom prst="rect">
                        <a:avLst/>
                      </a:prstGeom>
                      <a:solidFill>
                        <a:srgbClr val="FFCCCC"/>
                      </a:solidFill>
                      <a:ln>
                        <a:noFill/>
                      </a:ln>
                      <a:effectLst>
                        <a:outerShdw dist="35921" dir="27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Text Box 5"/>
          <p:cNvSpPr txBox="1">
            <a:spLocks noChangeArrowheads="1"/>
          </p:cNvSpPr>
          <p:nvPr/>
        </p:nvSpPr>
        <p:spPr bwMode="auto">
          <a:xfrm>
            <a:off x="-803275" y="6292850"/>
            <a:ext cx="5375275"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9050">
                <a:solidFill>
                  <a:srgbClr val="3333FF"/>
                </a:solidFill>
                <a:prstDash val="lg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r>
              <a:rPr lang="zh-CN" altLang="en-US" sz="2400" b="1">
                <a:ea typeface="宋体" pitchFamily="2" charset="-122"/>
              </a:rPr>
              <a:t>相当于两球形电容器串联</a:t>
            </a:r>
          </a:p>
        </p:txBody>
      </p:sp>
      <p:pic>
        <p:nvPicPr>
          <p:cNvPr id="33799" name="Picture 9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164388" y="5462588"/>
            <a:ext cx="1509712" cy="93821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1" name="Group 2"/>
          <p:cNvGrpSpPr>
            <a:grpSpLocks/>
          </p:cNvGrpSpPr>
          <p:nvPr/>
        </p:nvGrpSpPr>
        <p:grpSpPr bwMode="auto">
          <a:xfrm>
            <a:off x="6096000" y="381000"/>
            <a:ext cx="2743200" cy="2667000"/>
            <a:chOff x="1200" y="1488"/>
            <a:chExt cx="1728" cy="1680"/>
          </a:xfrm>
        </p:grpSpPr>
        <p:sp>
          <p:nvSpPr>
            <p:cNvPr id="12" name="Oval 3" descr="瓦形"/>
            <p:cNvSpPr>
              <a:spLocks noChangeArrowheads="1"/>
            </p:cNvSpPr>
            <p:nvPr/>
          </p:nvSpPr>
          <p:spPr bwMode="auto">
            <a:xfrm>
              <a:off x="1200" y="1488"/>
              <a:ext cx="1728" cy="1680"/>
            </a:xfrm>
            <a:prstGeom prst="ellipse">
              <a:avLst/>
            </a:prstGeom>
            <a:pattFill prst="shingle">
              <a:fgClr>
                <a:srgbClr val="FF0066"/>
              </a:fgClr>
              <a:bgClr>
                <a:schemeClr val="bg1"/>
              </a:bgClr>
            </a:pattFill>
            <a:ln w="76200">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Oval 4"/>
            <p:cNvSpPr>
              <a:spLocks noChangeArrowheads="1"/>
            </p:cNvSpPr>
            <p:nvPr/>
          </p:nvSpPr>
          <p:spPr bwMode="auto">
            <a:xfrm>
              <a:off x="1584" y="1872"/>
              <a:ext cx="1008" cy="960"/>
            </a:xfrm>
            <a:prstGeom prst="ellipse">
              <a:avLst/>
            </a:prstGeom>
            <a:solidFill>
              <a:schemeClr val="accent1"/>
            </a:solidFill>
            <a:ln w="38100">
              <a:solidFill>
                <a:srgbClr val="CC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4" name="Oval 6"/>
          <p:cNvSpPr>
            <a:spLocks noChangeArrowheads="1"/>
          </p:cNvSpPr>
          <p:nvPr/>
        </p:nvSpPr>
        <p:spPr bwMode="auto">
          <a:xfrm>
            <a:off x="7086600" y="1295400"/>
            <a:ext cx="914400" cy="914400"/>
          </a:xfrm>
          <a:prstGeom prst="ellipse">
            <a:avLst/>
          </a:prstGeom>
          <a:solidFill>
            <a:schemeClr val="bg1"/>
          </a:solidFill>
          <a:ln w="76200">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Rectangle 7"/>
          <p:cNvSpPr>
            <a:spLocks noChangeArrowheads="1"/>
          </p:cNvSpPr>
          <p:nvPr/>
        </p:nvSpPr>
        <p:spPr bwMode="auto">
          <a:xfrm>
            <a:off x="6705600" y="1752600"/>
            <a:ext cx="4873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lang="en-US" altLang="zh-CN" sz="2400">
                <a:solidFill>
                  <a:schemeClr val="tx1"/>
                </a:solidFill>
                <a:ea typeface="宋体" pitchFamily="2" charset="-122"/>
                <a:sym typeface="Symbol" pitchFamily="18" charset="2"/>
              </a:rPr>
              <a:t></a:t>
            </a:r>
            <a:r>
              <a:rPr lang="en-US" altLang="zh-CN" sz="2400" baseline="-25000">
                <a:solidFill>
                  <a:schemeClr val="tx1"/>
                </a:solidFill>
                <a:ea typeface="宋体" pitchFamily="2" charset="-122"/>
                <a:sym typeface="Symbol" pitchFamily="18" charset="2"/>
              </a:rPr>
              <a:t>r1</a:t>
            </a:r>
          </a:p>
        </p:txBody>
      </p:sp>
      <p:sp>
        <p:nvSpPr>
          <p:cNvPr id="16" name="Rectangle 8"/>
          <p:cNvSpPr>
            <a:spLocks noChangeArrowheads="1"/>
          </p:cNvSpPr>
          <p:nvPr/>
        </p:nvSpPr>
        <p:spPr bwMode="auto">
          <a:xfrm>
            <a:off x="7010400" y="2514600"/>
            <a:ext cx="487363" cy="457200"/>
          </a:xfrm>
          <a:prstGeom prst="rect">
            <a:avLst/>
          </a:prstGeom>
          <a:solidFill>
            <a:srgbClr val="FFFF00"/>
          </a:solidFill>
          <a:ln>
            <a:noFill/>
          </a:ln>
          <a:effectLst/>
          <a:extLst/>
        </p:spPr>
        <p:txBody>
          <a:bodyPr wrap="none">
            <a:spAutoFit/>
          </a:bodyPr>
          <a:lstStyle/>
          <a:p>
            <a:pPr>
              <a:spcBef>
                <a:spcPct val="0"/>
              </a:spcBef>
            </a:pPr>
            <a:r>
              <a:rPr lang="en-US" altLang="zh-CN" sz="2400">
                <a:solidFill>
                  <a:schemeClr val="tx1"/>
                </a:solidFill>
                <a:ea typeface="宋体" pitchFamily="2" charset="-122"/>
                <a:sym typeface="Symbol" pitchFamily="18" charset="2"/>
              </a:rPr>
              <a:t></a:t>
            </a:r>
            <a:r>
              <a:rPr lang="en-US" altLang="zh-CN" sz="2400" baseline="-25000">
                <a:solidFill>
                  <a:schemeClr val="tx1"/>
                </a:solidFill>
                <a:ea typeface="宋体" pitchFamily="2" charset="-122"/>
                <a:sym typeface="Symbol" pitchFamily="18" charset="2"/>
              </a:rPr>
              <a:t>r2</a:t>
            </a:r>
          </a:p>
        </p:txBody>
      </p:sp>
      <p:sp>
        <p:nvSpPr>
          <p:cNvPr id="17" name="Line 9"/>
          <p:cNvSpPr>
            <a:spLocks noChangeShapeType="1"/>
          </p:cNvSpPr>
          <p:nvPr/>
        </p:nvSpPr>
        <p:spPr bwMode="auto">
          <a:xfrm flipV="1">
            <a:off x="7467600" y="1447800"/>
            <a:ext cx="381000" cy="3048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Line 10"/>
          <p:cNvSpPr>
            <a:spLocks noChangeShapeType="1"/>
          </p:cNvSpPr>
          <p:nvPr/>
        </p:nvSpPr>
        <p:spPr bwMode="auto">
          <a:xfrm flipH="1" flipV="1">
            <a:off x="7315200" y="990600"/>
            <a:ext cx="152400" cy="7620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11"/>
          <p:cNvSpPr>
            <a:spLocks noChangeShapeType="1"/>
          </p:cNvSpPr>
          <p:nvPr/>
        </p:nvSpPr>
        <p:spPr bwMode="auto">
          <a:xfrm flipH="1" flipV="1">
            <a:off x="6324600" y="990600"/>
            <a:ext cx="1143000" cy="7620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Text Box 12"/>
          <p:cNvSpPr txBox="1">
            <a:spLocks noChangeArrowheads="1"/>
          </p:cNvSpPr>
          <p:nvPr/>
        </p:nvSpPr>
        <p:spPr bwMode="auto">
          <a:xfrm>
            <a:off x="7452320" y="1484313"/>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0"/>
              </a:spcBef>
            </a:pPr>
            <a:r>
              <a:rPr lang="en-US" altLang="zh-CN" sz="2400">
                <a:solidFill>
                  <a:schemeClr val="tx1"/>
                </a:solidFill>
                <a:ea typeface="宋体" pitchFamily="2" charset="-122"/>
              </a:rPr>
              <a:t>R</a:t>
            </a:r>
            <a:r>
              <a:rPr lang="en-US" altLang="zh-CN" sz="2400" baseline="-25000">
                <a:solidFill>
                  <a:schemeClr val="tx1"/>
                </a:solidFill>
                <a:ea typeface="宋体" pitchFamily="2" charset="-122"/>
              </a:rPr>
              <a:t>1</a:t>
            </a:r>
            <a:endParaRPr lang="en-US" altLang="zh-CN" sz="2400">
              <a:solidFill>
                <a:schemeClr val="tx1"/>
              </a:solidFill>
              <a:ea typeface="宋体" pitchFamily="2" charset="-122"/>
            </a:endParaRPr>
          </a:p>
        </p:txBody>
      </p:sp>
      <p:sp>
        <p:nvSpPr>
          <p:cNvPr id="21" name="AutoShape 13"/>
          <p:cNvSpPr>
            <a:spLocks/>
          </p:cNvSpPr>
          <p:nvPr/>
        </p:nvSpPr>
        <p:spPr bwMode="auto">
          <a:xfrm>
            <a:off x="6515100" y="0"/>
            <a:ext cx="723900" cy="466725"/>
          </a:xfrm>
          <a:prstGeom prst="callout1">
            <a:avLst>
              <a:gd name="adj1" fmla="val 24491"/>
              <a:gd name="adj2" fmla="val -10528"/>
              <a:gd name="adj3" fmla="val 198301"/>
              <a:gd name="adj4" fmla="val -22148"/>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en-US" altLang="zh-CN" sz="2400">
                <a:solidFill>
                  <a:schemeClr val="tx1"/>
                </a:solidFill>
                <a:ea typeface="宋体" pitchFamily="2" charset="-122"/>
              </a:rPr>
              <a:t>R</a:t>
            </a:r>
            <a:r>
              <a:rPr lang="en-US" altLang="zh-CN" sz="2400" baseline="-25000">
                <a:solidFill>
                  <a:schemeClr val="tx1"/>
                </a:solidFill>
                <a:ea typeface="宋体" pitchFamily="2" charset="-122"/>
              </a:rPr>
              <a:t>3</a:t>
            </a:r>
            <a:endParaRPr lang="en-US" altLang="zh-CN" sz="2400">
              <a:solidFill>
                <a:schemeClr val="tx1"/>
              </a:solidFill>
              <a:ea typeface="宋体" pitchFamily="2" charset="-122"/>
            </a:endParaRPr>
          </a:p>
        </p:txBody>
      </p:sp>
      <p:sp>
        <p:nvSpPr>
          <p:cNvPr id="22" name="Text Box 14"/>
          <p:cNvSpPr txBox="1">
            <a:spLocks noChangeArrowheads="1"/>
          </p:cNvSpPr>
          <p:nvPr/>
        </p:nvSpPr>
        <p:spPr bwMode="auto">
          <a:xfrm>
            <a:off x="7848600" y="2819400"/>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0"/>
              </a:spcBef>
            </a:pPr>
            <a:r>
              <a:rPr lang="en-US" altLang="zh-CN" sz="2400" b="1" dirty="0">
                <a:solidFill>
                  <a:schemeClr val="tx1"/>
                </a:solidFill>
                <a:ea typeface="宋体" pitchFamily="2" charset="-122"/>
              </a:rPr>
              <a:t>—</a:t>
            </a:r>
          </a:p>
        </p:txBody>
      </p:sp>
      <p:sp>
        <p:nvSpPr>
          <p:cNvPr id="23" name="Text Box 15"/>
          <p:cNvSpPr txBox="1">
            <a:spLocks noChangeArrowheads="1"/>
          </p:cNvSpPr>
          <p:nvPr/>
        </p:nvSpPr>
        <p:spPr bwMode="auto">
          <a:xfrm>
            <a:off x="7315200" y="1752600"/>
            <a:ext cx="35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0"/>
              </a:spcBef>
            </a:pPr>
            <a:r>
              <a:rPr lang="en-US" altLang="zh-CN" sz="2400">
                <a:solidFill>
                  <a:schemeClr val="tx1"/>
                </a:solidFill>
                <a:ea typeface="宋体" pitchFamily="2" charset="-122"/>
              </a:rPr>
              <a:t>+</a:t>
            </a:r>
          </a:p>
        </p:txBody>
      </p:sp>
      <p:sp>
        <p:nvSpPr>
          <p:cNvPr id="24" name="Oval 16"/>
          <p:cNvSpPr>
            <a:spLocks noChangeArrowheads="1"/>
          </p:cNvSpPr>
          <p:nvPr/>
        </p:nvSpPr>
        <p:spPr bwMode="auto">
          <a:xfrm>
            <a:off x="6400800" y="746027"/>
            <a:ext cx="2133600" cy="1981200"/>
          </a:xfrm>
          <a:prstGeom prst="ellipse">
            <a:avLst/>
          </a:prstGeom>
          <a:noFill/>
          <a:ln w="38100">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Rectangle 24"/>
          <p:cNvSpPr>
            <a:spLocks noChangeArrowheads="1"/>
          </p:cNvSpPr>
          <p:nvPr/>
        </p:nvSpPr>
        <p:spPr bwMode="auto">
          <a:xfrm>
            <a:off x="7308850" y="884238"/>
            <a:ext cx="485775"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US" altLang="zh-CN" sz="2400">
                <a:solidFill>
                  <a:schemeClr val="tx1"/>
                </a:solidFill>
              </a:rPr>
              <a:t>R</a:t>
            </a:r>
            <a:r>
              <a:rPr lang="en-US" altLang="zh-CN" sz="2400" baseline="-25000">
                <a:solidFill>
                  <a:schemeClr val="tx1"/>
                </a:solidFill>
              </a:rPr>
              <a:t>2</a:t>
            </a:r>
          </a:p>
        </p:txBody>
      </p:sp>
      <p:pic>
        <p:nvPicPr>
          <p:cNvPr id="5" name="图片 4">
            <a:extLst>
              <a:ext uri="{FF2B5EF4-FFF2-40B4-BE49-F238E27FC236}">
                <a16:creationId xmlns:a16="http://schemas.microsoft.com/office/drawing/2014/main" id="{594180F3-DEF0-4104-832B-216BB0266E83}"/>
              </a:ext>
            </a:extLst>
          </p:cNvPr>
          <p:cNvPicPr>
            <a:picLocks noChangeAspect="1"/>
          </p:cNvPicPr>
          <p:nvPr/>
        </p:nvPicPr>
        <p:blipFill>
          <a:blip r:embed="rId12"/>
          <a:stretch>
            <a:fillRect/>
          </a:stretch>
        </p:blipFill>
        <p:spPr>
          <a:xfrm>
            <a:off x="3851920" y="6284871"/>
            <a:ext cx="1261293" cy="523302"/>
          </a:xfrm>
          <a:prstGeom prst="rect">
            <a:avLst/>
          </a:prstGeom>
        </p:spPr>
      </p:pic>
      <p:sp>
        <p:nvSpPr>
          <p:cNvPr id="26" name="Text Box 5">
            <a:extLst>
              <a:ext uri="{FF2B5EF4-FFF2-40B4-BE49-F238E27FC236}">
                <a16:creationId xmlns:a16="http://schemas.microsoft.com/office/drawing/2014/main" id="{E29A95BF-9DBF-4AC2-9925-8F976FFB593E}"/>
              </a:ext>
            </a:extLst>
          </p:cNvPr>
          <p:cNvSpPr txBox="1">
            <a:spLocks noChangeArrowheads="1"/>
          </p:cNvSpPr>
          <p:nvPr/>
        </p:nvSpPr>
        <p:spPr bwMode="auto">
          <a:xfrm>
            <a:off x="5201456" y="6329312"/>
            <a:ext cx="4025739" cy="463846"/>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9050">
                <a:solidFill>
                  <a:srgbClr val="3333FF"/>
                </a:solidFill>
                <a:prstDash val="lg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r>
              <a:rPr lang="zh-CN" altLang="en-US" sz="2400" b="1">
                <a:ea typeface="宋体" pitchFamily="2" charset="-122"/>
              </a:rPr>
              <a:t>如果换成两个同心圆柱哪？</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27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strVal val="2/3*#ppt_w"/>
                                          </p:val>
                                        </p:tav>
                                        <p:tav tm="100000">
                                          <p:val>
                                            <p:strVal val="#ppt_w"/>
                                          </p:val>
                                        </p:tav>
                                      </p:tavLst>
                                    </p:anim>
                                    <p:anim calcmode="lin" valueType="num">
                                      <p:cBhvr>
                                        <p:cTn id="8" dur="500" fill="hold"/>
                                        <p:tgtEl>
                                          <p:spTgt spid="2"/>
                                        </p:tgtEl>
                                        <p:attrNameLst>
                                          <p:attrName>ppt_h</p:attrName>
                                        </p:attrNameLst>
                                      </p:cBhvr>
                                      <p:tavLst>
                                        <p:tav tm="0">
                                          <p:val>
                                            <p:strVal val="2/3*#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9"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dissolve">
                                      <p:cBhvr>
                                        <p:cTn id="13" dur="500"/>
                                        <p:tgtEl>
                                          <p:spTgt spid="3"/>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3" presetClass="entr" presetSubtype="16"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p:cTn id="18" dur="500" fill="hold"/>
                                        <p:tgtEl>
                                          <p:spTgt spid="4"/>
                                        </p:tgtEl>
                                        <p:attrNameLst>
                                          <p:attrName>ppt_w</p:attrName>
                                        </p:attrNameLst>
                                      </p:cBhvr>
                                      <p:tavLst>
                                        <p:tav tm="0">
                                          <p:val>
                                            <p:fltVal val="0"/>
                                          </p:val>
                                        </p:tav>
                                        <p:tav tm="100000">
                                          <p:val>
                                            <p:strVal val="#ppt_w"/>
                                          </p:val>
                                        </p:tav>
                                      </p:tavLst>
                                    </p:anim>
                                    <p:anim calcmode="lin" valueType="num">
                                      <p:cBhvr>
                                        <p:cTn id="19" dur="500" fill="hold"/>
                                        <p:tgtEl>
                                          <p:spTgt spid="4"/>
                                        </p:tgtEl>
                                        <p:attrNameLst>
                                          <p:attrName>ppt_h</p:attrName>
                                        </p:attrNameLst>
                                      </p:cBhvr>
                                      <p:tavLst>
                                        <p:tav tm="0">
                                          <p:val>
                                            <p:fltVal val="0"/>
                                          </p:val>
                                        </p:tav>
                                        <p:tav tm="100000">
                                          <p:val>
                                            <p:strVal val="#ppt_h"/>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18" presetClass="entr" presetSubtype="3"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strips(upRight)">
                                      <p:cBhvr>
                                        <p:cTn id="24" dur="500"/>
                                        <p:tgtEl>
                                          <p:spTgt spid="6"/>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left)">
                                      <p:cBhvr>
                                        <p:cTn id="29" dur="500"/>
                                        <p:tgtEl>
                                          <p:spTgt spid="7"/>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5"/>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6"/>
                                        </p:tgtEl>
                                        <p:attrNameLst>
                                          <p:attrName>style.visibility</p:attrName>
                                        </p:attrNameLst>
                                      </p:cBhvr>
                                      <p:to>
                                        <p:strVal val="visible"/>
                                      </p:to>
                                    </p:set>
                                    <p:animEffect transition="in" filter="wipe(left)">
                                      <p:cBhvr>
                                        <p:cTn id="38"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P spid="26"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ctrTitle"/>
          </p:nvPr>
        </p:nvSpPr>
        <p:spPr>
          <a:xfrm>
            <a:off x="323850" y="0"/>
            <a:ext cx="7848600" cy="762000"/>
          </a:xfrm>
          <a:effectLst>
            <a:outerShdw dist="35921" dir="2700000" algn="ctr" rotWithShape="0">
              <a:schemeClr val="bg2"/>
            </a:outerShdw>
          </a:effectLst>
        </p:spPr>
        <p:txBody>
          <a:bodyPr/>
          <a:lstStyle/>
          <a:p>
            <a:r>
              <a:rPr kumimoji="0" lang="en-US" altLang="zh-CN" sz="2800" b="1">
                <a:solidFill>
                  <a:srgbClr val="CC3300"/>
                </a:solidFill>
                <a:latin typeface="华文细黑" pitchFamily="2" charset="-122"/>
              </a:rPr>
              <a:t>§7-10</a:t>
            </a:r>
            <a:r>
              <a:rPr kumimoji="0" lang="en-US" altLang="zh-CN" sz="2800" b="1">
                <a:solidFill>
                  <a:schemeClr val="bg2"/>
                </a:solidFill>
                <a:latin typeface="华文细黑" pitchFamily="2" charset="-122"/>
              </a:rPr>
              <a:t>  </a:t>
            </a:r>
            <a:r>
              <a:rPr kumimoji="0" lang="zh-CN" altLang="en-US" sz="2800" b="1">
                <a:solidFill>
                  <a:schemeClr val="tx1"/>
                </a:solidFill>
                <a:latin typeface="宋体" pitchFamily="2" charset="-122"/>
              </a:rPr>
              <a:t>静电场的能量</a:t>
            </a:r>
          </a:p>
        </p:txBody>
      </p:sp>
      <p:sp>
        <p:nvSpPr>
          <p:cNvPr id="2052" name="Text Box 4"/>
          <p:cNvSpPr txBox="1">
            <a:spLocks noChangeArrowheads="1"/>
          </p:cNvSpPr>
          <p:nvPr/>
        </p:nvSpPr>
        <p:spPr bwMode="auto">
          <a:xfrm>
            <a:off x="179512" y="838200"/>
            <a:ext cx="8812088" cy="978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lnSpc>
                <a:spcPct val="120000"/>
              </a:lnSpc>
              <a:spcBef>
                <a:spcPct val="50000"/>
              </a:spcBef>
            </a:pPr>
            <a:r>
              <a:rPr lang="en-US" altLang="zh-CN" sz="2400" b="1" dirty="0">
                <a:solidFill>
                  <a:schemeClr val="tx1"/>
                </a:solidFill>
              </a:rPr>
              <a:t>       </a:t>
            </a:r>
            <a:r>
              <a:rPr lang="zh-CN" altLang="en-US" sz="2400" b="1" dirty="0">
                <a:solidFill>
                  <a:schemeClr val="tx1"/>
                </a:solidFill>
              </a:rPr>
              <a:t>电荷之间具有相互作用能（电势能），当电荷间相对位置发生变化或系统电荷量发生变化时，静电能转化为其它形式的能量。</a:t>
            </a:r>
          </a:p>
        </p:txBody>
      </p:sp>
      <p:sp>
        <p:nvSpPr>
          <p:cNvPr id="2053" name="Text Box 5"/>
          <p:cNvSpPr txBox="1">
            <a:spLocks noChangeArrowheads="1"/>
          </p:cNvSpPr>
          <p:nvPr/>
        </p:nvSpPr>
        <p:spPr bwMode="auto">
          <a:xfrm>
            <a:off x="524091" y="1988840"/>
            <a:ext cx="6781800" cy="641350"/>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50000"/>
              </a:spcBef>
            </a:pPr>
            <a:r>
              <a:rPr lang="zh-CN" altLang="en-US" sz="3600" b="1" dirty="0">
                <a:solidFill>
                  <a:srgbClr val="FF0000"/>
                </a:solidFill>
              </a:rPr>
              <a:t>一、</a:t>
            </a:r>
            <a:r>
              <a:rPr lang="en-US" altLang="zh-CN" sz="3600" b="1" dirty="0">
                <a:solidFill>
                  <a:srgbClr val="FF0000"/>
                </a:solidFill>
              </a:rPr>
              <a:t> </a:t>
            </a:r>
            <a:r>
              <a:rPr lang="zh-CN" altLang="en-US" sz="3600" b="1" dirty="0">
                <a:solidFill>
                  <a:srgbClr val="FF0000"/>
                </a:solidFill>
              </a:rPr>
              <a:t>点电荷间的相互作用能</a:t>
            </a:r>
          </a:p>
        </p:txBody>
      </p:sp>
      <p:sp>
        <p:nvSpPr>
          <p:cNvPr id="2054" name="Text Box 6"/>
          <p:cNvSpPr txBox="1">
            <a:spLocks noChangeArrowheads="1"/>
          </p:cNvSpPr>
          <p:nvPr/>
        </p:nvSpPr>
        <p:spPr bwMode="auto">
          <a:xfrm>
            <a:off x="556501" y="2677928"/>
            <a:ext cx="4724400" cy="579438"/>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50000"/>
              </a:spcBef>
            </a:pPr>
            <a:r>
              <a:rPr lang="en-US" altLang="zh-CN" sz="3200" b="1" dirty="0">
                <a:solidFill>
                  <a:srgbClr val="FF0000"/>
                </a:solidFill>
              </a:rPr>
              <a:t>1.  </a:t>
            </a:r>
            <a:r>
              <a:rPr lang="zh-CN" altLang="en-US" sz="3200" b="1" dirty="0">
                <a:solidFill>
                  <a:srgbClr val="FF0000"/>
                </a:solidFill>
              </a:rPr>
              <a:t>两个点电荷</a:t>
            </a:r>
          </a:p>
        </p:txBody>
      </p:sp>
      <p:sp>
        <p:nvSpPr>
          <p:cNvPr id="16" name="Oval 4"/>
          <p:cNvSpPr>
            <a:spLocks noChangeArrowheads="1"/>
          </p:cNvSpPr>
          <p:nvPr/>
        </p:nvSpPr>
        <p:spPr bwMode="auto">
          <a:xfrm>
            <a:off x="4962996" y="4719339"/>
            <a:ext cx="304800" cy="304800"/>
          </a:xfrm>
          <a:prstGeom prst="ellipse">
            <a:avLst/>
          </a:prstGeom>
          <a:gradFill rotWithShape="0">
            <a:gsLst>
              <a:gs pos="0">
                <a:srgbClr val="FF0000"/>
              </a:gs>
              <a:gs pos="100000">
                <a:srgbClr val="760000"/>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solidFill>
            </a:endParaRPr>
          </a:p>
        </p:txBody>
      </p:sp>
      <p:sp>
        <p:nvSpPr>
          <p:cNvPr id="17" name="Oval 5"/>
          <p:cNvSpPr>
            <a:spLocks noChangeArrowheads="1"/>
          </p:cNvSpPr>
          <p:nvPr/>
        </p:nvSpPr>
        <p:spPr bwMode="auto">
          <a:xfrm>
            <a:off x="8443664" y="4738216"/>
            <a:ext cx="304800" cy="304800"/>
          </a:xfrm>
          <a:prstGeom prst="ellipse">
            <a:avLst/>
          </a:prstGeom>
          <a:gradFill rotWithShape="0">
            <a:gsLst>
              <a:gs pos="0">
                <a:schemeClr val="accent2"/>
              </a:gs>
              <a:gs pos="100000">
                <a:schemeClr val="accent2">
                  <a:gamma/>
                  <a:shade val="46275"/>
                  <a:invGamma/>
                </a:schemeClr>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solidFill>
                <a:schemeClr val="tx1"/>
              </a:solidFill>
            </a:endParaRPr>
          </a:p>
        </p:txBody>
      </p:sp>
      <p:graphicFrame>
        <p:nvGraphicFramePr>
          <p:cNvPr id="19" name="Object 7"/>
          <p:cNvGraphicFramePr>
            <a:graphicFrameLocks noChangeAspect="1"/>
          </p:cNvGraphicFramePr>
          <p:nvPr>
            <p:extLst>
              <p:ext uri="{D42A27DB-BD31-4B8C-83A1-F6EECF244321}">
                <p14:modId xmlns:p14="http://schemas.microsoft.com/office/powerpoint/2010/main" val="1899431143"/>
              </p:ext>
            </p:extLst>
          </p:nvPr>
        </p:nvGraphicFramePr>
        <p:xfrm>
          <a:off x="5267796" y="4262139"/>
          <a:ext cx="330200" cy="368300"/>
        </p:xfrm>
        <a:graphic>
          <a:graphicData uri="http://schemas.openxmlformats.org/presentationml/2006/ole">
            <mc:AlternateContent xmlns:mc="http://schemas.openxmlformats.org/markup-compatibility/2006">
              <mc:Choice xmlns:v="urn:schemas-microsoft-com:vml" Requires="v">
                <p:oleObj spid="_x0000_s36695" name="Equation" r:id="rId3" imgW="330200" imgH="368300" progId="Equation.3">
                  <p:embed/>
                </p:oleObj>
              </mc:Choice>
              <mc:Fallback>
                <p:oleObj name="Equation" r:id="rId3" imgW="330200" imgH="3683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67796" y="4262139"/>
                        <a:ext cx="330200" cy="368300"/>
                      </a:xfrm>
                      <a:prstGeom prst="rect">
                        <a:avLst/>
                      </a:prstGeom>
                      <a:noFill/>
                      <a:ln>
                        <a:noFill/>
                      </a:ln>
                      <a:effectLst/>
                      <a:extLst/>
                    </p:spPr>
                  </p:pic>
                </p:oleObj>
              </mc:Fallback>
            </mc:AlternateContent>
          </a:graphicData>
        </a:graphic>
      </p:graphicFrame>
      <p:graphicFrame>
        <p:nvGraphicFramePr>
          <p:cNvPr id="20" name="Object 8"/>
          <p:cNvGraphicFramePr>
            <a:graphicFrameLocks noChangeAspect="1"/>
          </p:cNvGraphicFramePr>
          <p:nvPr>
            <p:extLst>
              <p:ext uri="{D42A27DB-BD31-4B8C-83A1-F6EECF244321}">
                <p14:modId xmlns:p14="http://schemas.microsoft.com/office/powerpoint/2010/main" val="513428476"/>
              </p:ext>
            </p:extLst>
          </p:nvPr>
        </p:nvGraphicFramePr>
        <p:xfrm>
          <a:off x="5343996" y="4871739"/>
          <a:ext cx="342900" cy="508000"/>
        </p:xfrm>
        <a:graphic>
          <a:graphicData uri="http://schemas.openxmlformats.org/presentationml/2006/ole">
            <mc:AlternateContent xmlns:mc="http://schemas.openxmlformats.org/markup-compatibility/2006">
              <mc:Choice xmlns:v="urn:schemas-microsoft-com:vml" Requires="v">
                <p:oleObj spid="_x0000_s36696" name="Equation" r:id="rId5" imgW="342751" imgH="507780" progId="Equation.3">
                  <p:embed/>
                </p:oleObj>
              </mc:Choice>
              <mc:Fallback>
                <p:oleObj name="Equation" r:id="rId5" imgW="342751" imgH="50778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43996" y="4871739"/>
                        <a:ext cx="342900" cy="508000"/>
                      </a:xfrm>
                      <a:prstGeom prst="rect">
                        <a:avLst/>
                      </a:prstGeom>
                      <a:noFill/>
                      <a:ln>
                        <a:noFill/>
                      </a:ln>
                      <a:effectLst/>
                      <a:extLst/>
                    </p:spPr>
                  </p:pic>
                </p:oleObj>
              </mc:Fallback>
            </mc:AlternateContent>
          </a:graphicData>
        </a:graphic>
      </p:graphicFrame>
      <p:graphicFrame>
        <p:nvGraphicFramePr>
          <p:cNvPr id="21" name="Object 9"/>
          <p:cNvGraphicFramePr>
            <a:graphicFrameLocks noChangeAspect="1"/>
          </p:cNvGraphicFramePr>
          <p:nvPr>
            <p:extLst>
              <p:ext uri="{D42A27DB-BD31-4B8C-83A1-F6EECF244321}">
                <p14:modId xmlns:p14="http://schemas.microsoft.com/office/powerpoint/2010/main" val="3207950"/>
              </p:ext>
            </p:extLst>
          </p:nvPr>
        </p:nvGraphicFramePr>
        <p:xfrm>
          <a:off x="8138864" y="4865216"/>
          <a:ext cx="393700" cy="508000"/>
        </p:xfrm>
        <a:graphic>
          <a:graphicData uri="http://schemas.openxmlformats.org/presentationml/2006/ole">
            <mc:AlternateContent xmlns:mc="http://schemas.openxmlformats.org/markup-compatibility/2006">
              <mc:Choice xmlns:v="urn:schemas-microsoft-com:vml" Requires="v">
                <p:oleObj spid="_x0000_s36697" name="Equation" r:id="rId7" imgW="393529" imgH="507780" progId="Equation.3">
                  <p:embed/>
                </p:oleObj>
              </mc:Choice>
              <mc:Fallback>
                <p:oleObj name="Equation" r:id="rId7" imgW="393529" imgH="50778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138864" y="4865216"/>
                        <a:ext cx="393700"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 name="Oval 11"/>
          <p:cNvSpPr>
            <a:spLocks noChangeArrowheads="1"/>
          </p:cNvSpPr>
          <p:nvPr/>
        </p:nvSpPr>
        <p:spPr bwMode="auto">
          <a:xfrm>
            <a:off x="6931496" y="4770139"/>
            <a:ext cx="304800" cy="304800"/>
          </a:xfrm>
          <a:prstGeom prst="ellipse">
            <a:avLst/>
          </a:prstGeom>
          <a:gradFill rotWithShape="0">
            <a:gsLst>
              <a:gs pos="0">
                <a:schemeClr val="accent2"/>
              </a:gs>
              <a:gs pos="100000">
                <a:schemeClr val="accent2">
                  <a:gamma/>
                  <a:shade val="46275"/>
                  <a:invGamma/>
                </a:schemeClr>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solidFill>
                <a:schemeClr val="tx1"/>
              </a:solidFill>
            </a:endParaRPr>
          </a:p>
        </p:txBody>
      </p:sp>
      <p:graphicFrame>
        <p:nvGraphicFramePr>
          <p:cNvPr id="23" name="Object 12"/>
          <p:cNvGraphicFramePr>
            <a:graphicFrameLocks noChangeAspect="1"/>
          </p:cNvGraphicFramePr>
          <p:nvPr>
            <p:extLst>
              <p:ext uri="{D42A27DB-BD31-4B8C-83A1-F6EECF244321}">
                <p14:modId xmlns:p14="http://schemas.microsoft.com/office/powerpoint/2010/main" val="4003177012"/>
              </p:ext>
            </p:extLst>
          </p:nvPr>
        </p:nvGraphicFramePr>
        <p:xfrm>
          <a:off x="6563196" y="4871739"/>
          <a:ext cx="393700" cy="508000"/>
        </p:xfrm>
        <a:graphic>
          <a:graphicData uri="http://schemas.openxmlformats.org/presentationml/2006/ole">
            <mc:AlternateContent xmlns:mc="http://schemas.openxmlformats.org/markup-compatibility/2006">
              <mc:Choice xmlns:v="urn:schemas-microsoft-com:vml" Requires="v">
                <p:oleObj spid="_x0000_s36698" name="Equation" r:id="rId9" imgW="393529" imgH="507780" progId="Equation.3">
                  <p:embed/>
                </p:oleObj>
              </mc:Choice>
              <mc:Fallback>
                <p:oleObj name="Equation" r:id="rId9" imgW="393529" imgH="50778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63196" y="4871739"/>
                        <a:ext cx="393700" cy="508000"/>
                      </a:xfrm>
                      <a:prstGeom prst="rect">
                        <a:avLst/>
                      </a:prstGeom>
                      <a:noFill/>
                      <a:ln>
                        <a:noFill/>
                      </a:ln>
                      <a:effectLst/>
                      <a:extLst/>
                    </p:spPr>
                  </p:pic>
                </p:oleObj>
              </mc:Fallback>
            </mc:AlternateContent>
          </a:graphicData>
        </a:graphic>
      </p:graphicFrame>
      <p:graphicFrame>
        <p:nvGraphicFramePr>
          <p:cNvPr id="24" name="Object 14"/>
          <p:cNvGraphicFramePr>
            <a:graphicFrameLocks noChangeAspect="1"/>
          </p:cNvGraphicFramePr>
          <p:nvPr>
            <p:extLst>
              <p:ext uri="{D42A27DB-BD31-4B8C-83A1-F6EECF244321}">
                <p14:modId xmlns:p14="http://schemas.microsoft.com/office/powerpoint/2010/main" val="950227994"/>
              </p:ext>
            </p:extLst>
          </p:nvPr>
        </p:nvGraphicFramePr>
        <p:xfrm>
          <a:off x="6867996" y="4236739"/>
          <a:ext cx="330200" cy="355600"/>
        </p:xfrm>
        <a:graphic>
          <a:graphicData uri="http://schemas.openxmlformats.org/presentationml/2006/ole">
            <mc:AlternateContent xmlns:mc="http://schemas.openxmlformats.org/markup-compatibility/2006">
              <mc:Choice xmlns:v="urn:schemas-microsoft-com:vml" Requires="v">
                <p:oleObj spid="_x0000_s36699" name="Equation" r:id="rId10" imgW="330057" imgH="355446" progId="Equation.3">
                  <p:embed/>
                </p:oleObj>
              </mc:Choice>
              <mc:Fallback>
                <p:oleObj name="Equation" r:id="rId10" imgW="330057" imgH="355446"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867996" y="4236739"/>
                        <a:ext cx="330200" cy="355600"/>
                      </a:xfrm>
                      <a:prstGeom prst="rect">
                        <a:avLst/>
                      </a:prstGeom>
                      <a:noFill/>
                      <a:ln>
                        <a:noFill/>
                      </a:ln>
                      <a:effectLst/>
                      <a:extLst/>
                    </p:spPr>
                  </p:pic>
                </p:oleObj>
              </mc:Fallback>
            </mc:AlternateContent>
          </a:graphicData>
        </a:graphic>
      </p:graphicFrame>
      <p:sp>
        <p:nvSpPr>
          <p:cNvPr id="25" name="Line 15"/>
          <p:cNvSpPr>
            <a:spLocks noChangeShapeType="1"/>
          </p:cNvSpPr>
          <p:nvPr/>
        </p:nvSpPr>
        <p:spPr bwMode="auto">
          <a:xfrm flipH="1">
            <a:off x="5343996" y="4922539"/>
            <a:ext cx="1600200" cy="0"/>
          </a:xfrm>
          <a:prstGeom prst="line">
            <a:avLst/>
          </a:prstGeom>
          <a:noFill/>
          <a:ln w="2857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26" name="Object 16"/>
          <p:cNvGraphicFramePr>
            <a:graphicFrameLocks noChangeAspect="1"/>
          </p:cNvGraphicFramePr>
          <p:nvPr>
            <p:extLst>
              <p:ext uri="{D42A27DB-BD31-4B8C-83A1-F6EECF244321}">
                <p14:modId xmlns:p14="http://schemas.microsoft.com/office/powerpoint/2010/main" val="2175615086"/>
              </p:ext>
            </p:extLst>
          </p:nvPr>
        </p:nvGraphicFramePr>
        <p:xfrm>
          <a:off x="6029796" y="4541539"/>
          <a:ext cx="228600" cy="254000"/>
        </p:xfrm>
        <a:graphic>
          <a:graphicData uri="http://schemas.openxmlformats.org/presentationml/2006/ole">
            <mc:AlternateContent xmlns:mc="http://schemas.openxmlformats.org/markup-compatibility/2006">
              <mc:Choice xmlns:v="urn:schemas-microsoft-com:vml" Requires="v">
                <p:oleObj spid="_x0000_s36700" name="Equation" r:id="rId12" imgW="228501" imgH="253890" progId="Equation.3">
                  <p:embed/>
                </p:oleObj>
              </mc:Choice>
              <mc:Fallback>
                <p:oleObj name="Equation" r:id="rId12" imgW="228501" imgH="25389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029796" y="4541539"/>
                        <a:ext cx="228600" cy="254000"/>
                      </a:xfrm>
                      <a:prstGeom prst="rect">
                        <a:avLst/>
                      </a:prstGeom>
                      <a:noFill/>
                      <a:ln>
                        <a:noFill/>
                      </a:ln>
                      <a:effectLst/>
                      <a:extLst/>
                    </p:spPr>
                  </p:pic>
                </p:oleObj>
              </mc:Fallback>
            </mc:AlternateContent>
          </a:graphicData>
        </a:graphic>
      </p:graphicFrame>
      <p:sp>
        <p:nvSpPr>
          <p:cNvPr id="27" name="Text Box 20"/>
          <p:cNvSpPr txBox="1">
            <a:spLocks noChangeArrowheads="1"/>
          </p:cNvSpPr>
          <p:nvPr/>
        </p:nvSpPr>
        <p:spPr bwMode="auto">
          <a:xfrm>
            <a:off x="-84885" y="4268355"/>
            <a:ext cx="25908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50000"/>
              </a:spcBef>
            </a:pPr>
            <a:r>
              <a:rPr lang="zh-CN" altLang="en-US" b="1" dirty="0">
                <a:solidFill>
                  <a:schemeClr val="tx1"/>
                </a:solidFill>
              </a:rPr>
              <a:t>所以电场力的功</a:t>
            </a:r>
          </a:p>
        </p:txBody>
      </p:sp>
      <p:graphicFrame>
        <p:nvGraphicFramePr>
          <p:cNvPr id="28" name="Object 21"/>
          <p:cNvGraphicFramePr>
            <a:graphicFrameLocks noChangeAspect="1"/>
          </p:cNvGraphicFramePr>
          <p:nvPr>
            <p:extLst>
              <p:ext uri="{D42A27DB-BD31-4B8C-83A1-F6EECF244321}">
                <p14:modId xmlns:p14="http://schemas.microsoft.com/office/powerpoint/2010/main" val="2482185542"/>
              </p:ext>
            </p:extLst>
          </p:nvPr>
        </p:nvGraphicFramePr>
        <p:xfrm>
          <a:off x="1875060" y="4150449"/>
          <a:ext cx="2960936" cy="459616"/>
        </p:xfrm>
        <a:graphic>
          <a:graphicData uri="http://schemas.openxmlformats.org/presentationml/2006/ole">
            <mc:AlternateContent xmlns:mc="http://schemas.openxmlformats.org/markup-compatibility/2006">
              <mc:Choice xmlns:v="urn:schemas-microsoft-com:vml" Requires="v">
                <p:oleObj spid="_x0000_s36701" name="Equation" r:id="rId14" imgW="1473120" imgH="228600" progId="Equation.DSMT4">
                  <p:embed/>
                </p:oleObj>
              </mc:Choice>
              <mc:Fallback>
                <p:oleObj name="Equation" r:id="rId14" imgW="1473120" imgH="228600" progId="Equation.DSMT4">
                  <p:embed/>
                  <p:pic>
                    <p:nvPicPr>
                      <p:cNvPr id="0" name=""/>
                      <p:cNvPicPr>
                        <a:picLocks noChangeAspect="1" noChangeArrowheads="1"/>
                      </p:cNvPicPr>
                      <p:nvPr/>
                    </p:nvPicPr>
                    <p:blipFill>
                      <a:blip r:embed="rId15"/>
                      <a:srcRect/>
                      <a:stretch>
                        <a:fillRect/>
                      </a:stretch>
                    </p:blipFill>
                    <p:spPr bwMode="auto">
                      <a:xfrm>
                        <a:off x="1875060" y="4150449"/>
                        <a:ext cx="2960936" cy="459616"/>
                      </a:xfrm>
                      <a:prstGeom prst="rect">
                        <a:avLst/>
                      </a:prstGeom>
                      <a:noFill/>
                      <a:ln>
                        <a:noFill/>
                      </a:ln>
                      <a:extLst/>
                    </p:spPr>
                  </p:pic>
                </p:oleObj>
              </mc:Fallback>
            </mc:AlternateContent>
          </a:graphicData>
        </a:graphic>
      </p:graphicFrame>
      <p:graphicFrame>
        <p:nvGraphicFramePr>
          <p:cNvPr id="29" name="Object 22"/>
          <p:cNvGraphicFramePr>
            <a:graphicFrameLocks noChangeAspect="1"/>
          </p:cNvGraphicFramePr>
          <p:nvPr>
            <p:extLst>
              <p:ext uri="{D42A27DB-BD31-4B8C-83A1-F6EECF244321}">
                <p14:modId xmlns:p14="http://schemas.microsoft.com/office/powerpoint/2010/main" val="995799587"/>
              </p:ext>
            </p:extLst>
          </p:nvPr>
        </p:nvGraphicFramePr>
        <p:xfrm>
          <a:off x="2110905" y="4568963"/>
          <a:ext cx="1765300" cy="857250"/>
        </p:xfrm>
        <a:graphic>
          <a:graphicData uri="http://schemas.openxmlformats.org/presentationml/2006/ole">
            <mc:AlternateContent xmlns:mc="http://schemas.openxmlformats.org/markup-compatibility/2006">
              <mc:Choice xmlns:v="urn:schemas-microsoft-com:vml" Requires="v">
                <p:oleObj spid="_x0000_s36702" name="公式" r:id="rId16" imgW="888840" imgH="431640" progId="Equation.3">
                  <p:embed/>
                </p:oleObj>
              </mc:Choice>
              <mc:Fallback>
                <p:oleObj name="公式" r:id="rId16" imgW="888840" imgH="431640" progId="Equation.3">
                  <p:embed/>
                  <p:pic>
                    <p:nvPicPr>
                      <p:cNvPr id="0" name=""/>
                      <p:cNvPicPr>
                        <a:picLocks noChangeAspect="1" noChangeArrowheads="1"/>
                      </p:cNvPicPr>
                      <p:nvPr/>
                    </p:nvPicPr>
                    <p:blipFill>
                      <a:blip r:embed="rId17"/>
                      <a:srcRect/>
                      <a:stretch>
                        <a:fillRect/>
                      </a:stretch>
                    </p:blipFill>
                    <p:spPr bwMode="auto">
                      <a:xfrm>
                        <a:off x="2110905" y="4568963"/>
                        <a:ext cx="17653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矩形 1"/>
          <p:cNvSpPr/>
          <p:nvPr/>
        </p:nvSpPr>
        <p:spPr>
          <a:xfrm>
            <a:off x="304800" y="3274382"/>
            <a:ext cx="8534400" cy="707886"/>
          </a:xfrm>
          <a:prstGeom prst="rect">
            <a:avLst/>
          </a:prstGeom>
        </p:spPr>
        <p:txBody>
          <a:bodyPr wrap="square">
            <a:spAutoFit/>
          </a:bodyPr>
          <a:lstStyle/>
          <a:p>
            <a:r>
              <a:rPr lang="en-US" altLang="zh-CN" b="1" dirty="0">
                <a:solidFill>
                  <a:schemeClr val="tx1"/>
                </a:solidFill>
              </a:rPr>
              <a:t> </a:t>
            </a:r>
            <a:r>
              <a:rPr lang="zh-CN" altLang="en-US" b="1" dirty="0">
                <a:solidFill>
                  <a:schemeClr val="tx1"/>
                </a:solidFill>
              </a:rPr>
              <a:t>把两个相距无限远的点电荷，把</a:t>
            </a:r>
            <a:r>
              <a:rPr lang="en-US" altLang="zh-CN" b="1" i="1" dirty="0">
                <a:solidFill>
                  <a:schemeClr val="tx1"/>
                </a:solidFill>
              </a:rPr>
              <a:t>q</a:t>
            </a:r>
            <a:r>
              <a:rPr lang="en-US" altLang="zh-CN" b="1" baseline="-25000" dirty="0">
                <a:solidFill>
                  <a:schemeClr val="tx1"/>
                </a:solidFill>
              </a:rPr>
              <a:t>2</a:t>
            </a:r>
            <a:r>
              <a:rPr lang="zh-CN" altLang="en-US" b="1" dirty="0">
                <a:solidFill>
                  <a:schemeClr val="tx1"/>
                </a:solidFill>
              </a:rPr>
              <a:t>从无限远移相距</a:t>
            </a:r>
            <a:r>
              <a:rPr lang="en-US" altLang="zh-CN" b="1" i="1" dirty="0">
                <a:solidFill>
                  <a:schemeClr val="tx1"/>
                </a:solidFill>
              </a:rPr>
              <a:t>r</a:t>
            </a:r>
            <a:r>
              <a:rPr lang="zh-CN" altLang="en-US" b="1" dirty="0">
                <a:solidFill>
                  <a:schemeClr val="tx1"/>
                </a:solidFill>
              </a:rPr>
              <a:t>，要克服</a:t>
            </a:r>
            <a:r>
              <a:rPr lang="en-US" altLang="zh-CN" b="1" i="1" dirty="0">
                <a:solidFill>
                  <a:schemeClr val="tx1"/>
                </a:solidFill>
              </a:rPr>
              <a:t>q</a:t>
            </a:r>
            <a:r>
              <a:rPr lang="en-US" altLang="zh-CN" b="1" baseline="-25000" dirty="0">
                <a:solidFill>
                  <a:schemeClr val="tx1"/>
                </a:solidFill>
              </a:rPr>
              <a:t>1</a:t>
            </a:r>
            <a:r>
              <a:rPr lang="zh-CN" altLang="en-US" b="1" dirty="0">
                <a:solidFill>
                  <a:schemeClr val="tx1"/>
                </a:solidFill>
              </a:rPr>
              <a:t>的电场力做功，其大小等于系统电势能的增量。</a:t>
            </a:r>
            <a:endParaRPr lang="zh-CN" altLang="en-US" dirty="0"/>
          </a:p>
        </p:txBody>
      </p:sp>
      <p:sp>
        <p:nvSpPr>
          <p:cNvPr id="31" name="Text Box 19"/>
          <p:cNvSpPr txBox="1">
            <a:spLocks noChangeArrowheads="1"/>
          </p:cNvSpPr>
          <p:nvPr/>
        </p:nvSpPr>
        <p:spPr bwMode="auto">
          <a:xfrm>
            <a:off x="94795" y="5430539"/>
            <a:ext cx="87630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50000"/>
              </a:spcBef>
            </a:pPr>
            <a:r>
              <a:rPr lang="zh-CN" altLang="en-US" b="1" dirty="0">
                <a:solidFill>
                  <a:schemeClr val="tx1"/>
                </a:solidFill>
              </a:rPr>
              <a:t>根据功能原理，外力做功等于电场力做功的负值，外力做的功储存在两个电荷的系统内，即为两电荷的的相互作用能</a:t>
            </a:r>
            <a:r>
              <a:rPr lang="en-US" altLang="zh-CN" b="1" i="1" dirty="0">
                <a:solidFill>
                  <a:schemeClr val="tx1"/>
                </a:solidFill>
              </a:rPr>
              <a:t>W</a:t>
            </a:r>
            <a:endParaRPr lang="zh-CN" altLang="en-US" b="1" dirty="0">
              <a:solidFill>
                <a:schemeClr val="tx1"/>
              </a:solidFill>
            </a:endParaRPr>
          </a:p>
        </p:txBody>
      </p:sp>
      <p:graphicFrame>
        <p:nvGraphicFramePr>
          <p:cNvPr id="32" name="Object 20"/>
          <p:cNvGraphicFramePr>
            <a:graphicFrameLocks noChangeAspect="1"/>
          </p:cNvGraphicFramePr>
          <p:nvPr>
            <p:extLst>
              <p:ext uri="{D42A27DB-BD31-4B8C-83A1-F6EECF244321}">
                <p14:modId xmlns:p14="http://schemas.microsoft.com/office/powerpoint/2010/main" val="2461335243"/>
              </p:ext>
            </p:extLst>
          </p:nvPr>
        </p:nvGraphicFramePr>
        <p:xfrm>
          <a:off x="5097839" y="5841299"/>
          <a:ext cx="3352800" cy="1117600"/>
        </p:xfrm>
        <a:graphic>
          <a:graphicData uri="http://schemas.openxmlformats.org/presentationml/2006/ole">
            <mc:AlternateContent xmlns:mc="http://schemas.openxmlformats.org/markup-compatibility/2006">
              <mc:Choice xmlns:v="urn:schemas-microsoft-com:vml" Requires="v">
                <p:oleObj spid="_x0000_s36703" name="公式" r:id="rId18" imgW="1333500" imgH="444500" progId="Equation.3">
                  <p:embed/>
                </p:oleObj>
              </mc:Choice>
              <mc:Fallback>
                <p:oleObj name="公式" r:id="rId18" imgW="1333500" imgH="444500"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097839" y="5841299"/>
                        <a:ext cx="335280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rand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
          <p:cNvSpPr txBox="1">
            <a:spLocks noChangeArrowheads="1"/>
          </p:cNvSpPr>
          <p:nvPr/>
        </p:nvSpPr>
        <p:spPr bwMode="auto">
          <a:xfrm>
            <a:off x="4599203" y="321012"/>
            <a:ext cx="3744416"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50000"/>
              </a:spcBef>
            </a:pPr>
            <a:r>
              <a:rPr lang="zh-CN" altLang="en-US" sz="2800" b="1" dirty="0">
                <a:solidFill>
                  <a:schemeClr val="tx1"/>
                </a:solidFill>
              </a:rPr>
              <a:t>可改写为</a:t>
            </a:r>
          </a:p>
        </p:txBody>
      </p:sp>
      <p:graphicFrame>
        <p:nvGraphicFramePr>
          <p:cNvPr id="5123" name="Object 3"/>
          <p:cNvGraphicFramePr>
            <a:graphicFrameLocks noChangeAspect="1"/>
          </p:cNvGraphicFramePr>
          <p:nvPr/>
        </p:nvGraphicFramePr>
        <p:xfrm>
          <a:off x="457200" y="1231900"/>
          <a:ext cx="5372100" cy="1130300"/>
        </p:xfrm>
        <a:graphic>
          <a:graphicData uri="http://schemas.openxmlformats.org/presentationml/2006/ole">
            <mc:AlternateContent xmlns:mc="http://schemas.openxmlformats.org/markup-compatibility/2006">
              <mc:Choice xmlns:v="urn:schemas-microsoft-com:vml" Requires="v">
                <p:oleObj spid="_x0000_s39676" name="Equation" r:id="rId3" imgW="5372100" imgH="1130300" progId="Equation.3">
                  <p:embed/>
                </p:oleObj>
              </mc:Choice>
              <mc:Fallback>
                <p:oleObj name="Equation" r:id="rId3" imgW="5372100" imgH="11303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1231900"/>
                        <a:ext cx="5372100" cy="1130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4" name="Object 4"/>
          <p:cNvGraphicFramePr>
            <a:graphicFrameLocks noChangeAspect="1"/>
          </p:cNvGraphicFramePr>
          <p:nvPr/>
        </p:nvGraphicFramePr>
        <p:xfrm>
          <a:off x="5943600" y="1219200"/>
          <a:ext cx="2794000" cy="1016000"/>
        </p:xfrm>
        <a:graphic>
          <a:graphicData uri="http://schemas.openxmlformats.org/presentationml/2006/ole">
            <mc:AlternateContent xmlns:mc="http://schemas.openxmlformats.org/markup-compatibility/2006">
              <mc:Choice xmlns:v="urn:schemas-microsoft-com:vml" Requires="v">
                <p:oleObj spid="_x0000_s39677" name="Equation" r:id="rId5" imgW="2794000" imgH="1016000" progId="Equation.3">
                  <p:embed/>
                </p:oleObj>
              </mc:Choice>
              <mc:Fallback>
                <p:oleObj name="Equation" r:id="rId5" imgW="2794000" imgH="10160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43600" y="1219200"/>
                        <a:ext cx="2794000" cy="1016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5" name="Object 5"/>
          <p:cNvGraphicFramePr>
            <a:graphicFrameLocks noChangeAspect="1"/>
          </p:cNvGraphicFramePr>
          <p:nvPr/>
        </p:nvGraphicFramePr>
        <p:xfrm>
          <a:off x="990600" y="2514600"/>
          <a:ext cx="1739900" cy="1028700"/>
        </p:xfrm>
        <a:graphic>
          <a:graphicData uri="http://schemas.openxmlformats.org/presentationml/2006/ole">
            <mc:AlternateContent xmlns:mc="http://schemas.openxmlformats.org/markup-compatibility/2006">
              <mc:Choice xmlns:v="urn:schemas-microsoft-com:vml" Requires="v">
                <p:oleObj spid="_x0000_s39678" name="Equation" r:id="rId7" imgW="1739900" imgH="1028700" progId="Equation.3">
                  <p:embed/>
                </p:oleObj>
              </mc:Choice>
              <mc:Fallback>
                <p:oleObj name="Equation" r:id="rId7" imgW="1739900" imgH="10287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90600" y="2514600"/>
                        <a:ext cx="1739900" cy="1028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26" name="Text Box 6"/>
          <p:cNvSpPr txBox="1">
            <a:spLocks noChangeArrowheads="1"/>
          </p:cNvSpPr>
          <p:nvPr/>
        </p:nvSpPr>
        <p:spPr bwMode="auto">
          <a:xfrm>
            <a:off x="457200" y="3733800"/>
            <a:ext cx="8229600" cy="163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lnSpc>
                <a:spcPct val="120000"/>
              </a:lnSpc>
              <a:spcBef>
                <a:spcPct val="50000"/>
              </a:spcBef>
            </a:pPr>
            <a:r>
              <a:rPr lang="en-US" altLang="zh-CN" sz="2800" b="1">
                <a:solidFill>
                  <a:schemeClr val="tx1"/>
                </a:solidFill>
              </a:rPr>
              <a:t>        </a:t>
            </a:r>
            <a:r>
              <a:rPr lang="zh-CN" altLang="en-US" sz="2800" b="1">
                <a:solidFill>
                  <a:schemeClr val="tx1"/>
                </a:solidFill>
              </a:rPr>
              <a:t>两个点电荷组成的系统的相互作用能（电势能）等于每个电荷在另外的电荷所产生的电场中的电势能的代数和的一半。</a:t>
            </a:r>
          </a:p>
        </p:txBody>
      </p:sp>
      <p:graphicFrame>
        <p:nvGraphicFramePr>
          <p:cNvPr id="2" name="对象 1"/>
          <p:cNvGraphicFramePr>
            <a:graphicFrameLocks noChangeAspect="1"/>
          </p:cNvGraphicFramePr>
          <p:nvPr>
            <p:extLst>
              <p:ext uri="{D42A27DB-BD31-4B8C-83A1-F6EECF244321}">
                <p14:modId xmlns:p14="http://schemas.microsoft.com/office/powerpoint/2010/main" val="1377763138"/>
              </p:ext>
            </p:extLst>
          </p:nvPr>
        </p:nvGraphicFramePr>
        <p:xfrm>
          <a:off x="482419" y="21768"/>
          <a:ext cx="3352800" cy="1117600"/>
        </p:xfrm>
        <a:graphic>
          <a:graphicData uri="http://schemas.openxmlformats.org/presentationml/2006/ole">
            <mc:AlternateContent xmlns:mc="http://schemas.openxmlformats.org/markup-compatibility/2006">
              <mc:Choice xmlns:v="urn:schemas-microsoft-com:vml" Requires="v">
                <p:oleObj spid="_x0000_s39679" name="公式" r:id="rId9" imgW="1333500" imgH="444500" progId="Equation.3">
                  <p:embed/>
                </p:oleObj>
              </mc:Choice>
              <mc:Fallback>
                <p:oleObj name="公式" r:id="rId9" imgW="1333500" imgH="444500" progId="Equation.3">
                  <p:embed/>
                  <p:pic>
                    <p:nvPicPr>
                      <p:cNvPr id="0" name="Object 2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2419" y="21768"/>
                        <a:ext cx="335280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Oval 4"/>
          <p:cNvSpPr>
            <a:spLocks noChangeArrowheads="1"/>
          </p:cNvSpPr>
          <p:nvPr/>
        </p:nvSpPr>
        <p:spPr bwMode="auto">
          <a:xfrm>
            <a:off x="4157309" y="5652864"/>
            <a:ext cx="304800" cy="304800"/>
          </a:xfrm>
          <a:prstGeom prst="ellipse">
            <a:avLst/>
          </a:prstGeom>
          <a:gradFill rotWithShape="0">
            <a:gsLst>
              <a:gs pos="0">
                <a:srgbClr val="FF0000"/>
              </a:gs>
              <a:gs pos="100000">
                <a:srgbClr val="760000"/>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solidFill>
            </a:endParaRPr>
          </a:p>
        </p:txBody>
      </p:sp>
      <p:sp>
        <p:nvSpPr>
          <p:cNvPr id="9" name="Oval 5"/>
          <p:cNvSpPr>
            <a:spLocks noChangeArrowheads="1"/>
          </p:cNvSpPr>
          <p:nvPr/>
        </p:nvSpPr>
        <p:spPr bwMode="auto">
          <a:xfrm>
            <a:off x="8461021" y="5671741"/>
            <a:ext cx="304800" cy="304800"/>
          </a:xfrm>
          <a:prstGeom prst="ellipse">
            <a:avLst/>
          </a:prstGeom>
          <a:gradFill rotWithShape="0">
            <a:gsLst>
              <a:gs pos="0">
                <a:schemeClr val="accent2"/>
              </a:gs>
              <a:gs pos="100000">
                <a:schemeClr val="accent2">
                  <a:gamma/>
                  <a:shade val="46275"/>
                  <a:invGamma/>
                </a:schemeClr>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solidFill>
                <a:schemeClr val="tx1"/>
              </a:solidFill>
            </a:endParaRPr>
          </a:p>
        </p:txBody>
      </p:sp>
      <p:graphicFrame>
        <p:nvGraphicFramePr>
          <p:cNvPr id="10" name="Object 7"/>
          <p:cNvGraphicFramePr>
            <a:graphicFrameLocks noChangeAspect="1"/>
          </p:cNvGraphicFramePr>
          <p:nvPr>
            <p:extLst>
              <p:ext uri="{D42A27DB-BD31-4B8C-83A1-F6EECF244321}">
                <p14:modId xmlns:p14="http://schemas.microsoft.com/office/powerpoint/2010/main" val="2575834352"/>
              </p:ext>
            </p:extLst>
          </p:nvPr>
        </p:nvGraphicFramePr>
        <p:xfrm>
          <a:off x="4462109" y="5195664"/>
          <a:ext cx="330200" cy="368300"/>
        </p:xfrm>
        <a:graphic>
          <a:graphicData uri="http://schemas.openxmlformats.org/presentationml/2006/ole">
            <mc:AlternateContent xmlns:mc="http://schemas.openxmlformats.org/markup-compatibility/2006">
              <mc:Choice xmlns:v="urn:schemas-microsoft-com:vml" Requires="v">
                <p:oleObj spid="_x0000_s39680" name="Equation" r:id="rId11" imgW="330200" imgH="368300" progId="Equation.3">
                  <p:embed/>
                </p:oleObj>
              </mc:Choice>
              <mc:Fallback>
                <p:oleObj name="Equation" r:id="rId11" imgW="330200" imgH="368300" progId="Equation.3">
                  <p:embed/>
                  <p:pic>
                    <p:nvPicPr>
                      <p:cNvPr id="19"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462109" y="5195664"/>
                        <a:ext cx="3302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8"/>
          <p:cNvGraphicFramePr>
            <a:graphicFrameLocks noChangeAspect="1"/>
          </p:cNvGraphicFramePr>
          <p:nvPr>
            <p:extLst>
              <p:ext uri="{D42A27DB-BD31-4B8C-83A1-F6EECF244321}">
                <p14:modId xmlns:p14="http://schemas.microsoft.com/office/powerpoint/2010/main" val="3070654105"/>
              </p:ext>
            </p:extLst>
          </p:nvPr>
        </p:nvGraphicFramePr>
        <p:xfrm>
          <a:off x="4538309" y="5805264"/>
          <a:ext cx="342900" cy="508000"/>
        </p:xfrm>
        <a:graphic>
          <a:graphicData uri="http://schemas.openxmlformats.org/presentationml/2006/ole">
            <mc:AlternateContent xmlns:mc="http://schemas.openxmlformats.org/markup-compatibility/2006">
              <mc:Choice xmlns:v="urn:schemas-microsoft-com:vml" Requires="v">
                <p:oleObj spid="_x0000_s39681" name="Equation" r:id="rId13" imgW="342751" imgH="507780" progId="Equation.3">
                  <p:embed/>
                </p:oleObj>
              </mc:Choice>
              <mc:Fallback>
                <p:oleObj name="Equation" r:id="rId13" imgW="342751" imgH="507780" progId="Equation.3">
                  <p:embed/>
                  <p:pic>
                    <p:nvPicPr>
                      <p:cNvPr id="2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538309" y="5805264"/>
                        <a:ext cx="342900"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 name="Object 9"/>
          <p:cNvGraphicFramePr>
            <a:graphicFrameLocks noChangeAspect="1"/>
          </p:cNvGraphicFramePr>
          <p:nvPr>
            <p:extLst>
              <p:ext uri="{D42A27DB-BD31-4B8C-83A1-F6EECF244321}">
                <p14:modId xmlns:p14="http://schemas.microsoft.com/office/powerpoint/2010/main" val="3709557766"/>
              </p:ext>
            </p:extLst>
          </p:nvPr>
        </p:nvGraphicFramePr>
        <p:xfrm>
          <a:off x="8156221" y="5798741"/>
          <a:ext cx="393700" cy="508000"/>
        </p:xfrm>
        <a:graphic>
          <a:graphicData uri="http://schemas.openxmlformats.org/presentationml/2006/ole">
            <mc:AlternateContent xmlns:mc="http://schemas.openxmlformats.org/markup-compatibility/2006">
              <mc:Choice xmlns:v="urn:schemas-microsoft-com:vml" Requires="v">
                <p:oleObj spid="_x0000_s39682" name="Equation" r:id="rId15" imgW="393529" imgH="507780" progId="Equation.3">
                  <p:embed/>
                </p:oleObj>
              </mc:Choice>
              <mc:Fallback>
                <p:oleObj name="Equation" r:id="rId15" imgW="393529" imgH="507780" progId="Equation.3">
                  <p:embed/>
                  <p:pic>
                    <p:nvPicPr>
                      <p:cNvPr id="21" name="Object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156221" y="5798741"/>
                        <a:ext cx="393700"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 name="Oval 11"/>
          <p:cNvSpPr>
            <a:spLocks noChangeArrowheads="1"/>
          </p:cNvSpPr>
          <p:nvPr/>
        </p:nvSpPr>
        <p:spPr bwMode="auto">
          <a:xfrm>
            <a:off x="6125809" y="5703664"/>
            <a:ext cx="304800" cy="304800"/>
          </a:xfrm>
          <a:prstGeom prst="ellipse">
            <a:avLst/>
          </a:prstGeom>
          <a:gradFill rotWithShape="0">
            <a:gsLst>
              <a:gs pos="0">
                <a:schemeClr val="accent2"/>
              </a:gs>
              <a:gs pos="100000">
                <a:schemeClr val="accent2">
                  <a:gamma/>
                  <a:shade val="46275"/>
                  <a:invGamma/>
                </a:schemeClr>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solidFill>
                <a:schemeClr val="tx1"/>
              </a:solidFill>
            </a:endParaRPr>
          </a:p>
        </p:txBody>
      </p:sp>
      <p:graphicFrame>
        <p:nvGraphicFramePr>
          <p:cNvPr id="14" name="Object 12"/>
          <p:cNvGraphicFramePr>
            <a:graphicFrameLocks noChangeAspect="1"/>
          </p:cNvGraphicFramePr>
          <p:nvPr>
            <p:extLst>
              <p:ext uri="{D42A27DB-BD31-4B8C-83A1-F6EECF244321}">
                <p14:modId xmlns:p14="http://schemas.microsoft.com/office/powerpoint/2010/main" val="410130717"/>
              </p:ext>
            </p:extLst>
          </p:nvPr>
        </p:nvGraphicFramePr>
        <p:xfrm>
          <a:off x="5757509" y="5805264"/>
          <a:ext cx="393700" cy="508000"/>
        </p:xfrm>
        <a:graphic>
          <a:graphicData uri="http://schemas.openxmlformats.org/presentationml/2006/ole">
            <mc:AlternateContent xmlns:mc="http://schemas.openxmlformats.org/markup-compatibility/2006">
              <mc:Choice xmlns:v="urn:schemas-microsoft-com:vml" Requires="v">
                <p:oleObj spid="_x0000_s39683" name="Equation" r:id="rId17" imgW="393529" imgH="507780" progId="Equation.3">
                  <p:embed/>
                </p:oleObj>
              </mc:Choice>
              <mc:Fallback>
                <p:oleObj name="Equation" r:id="rId17" imgW="393529" imgH="507780" progId="Equation.3">
                  <p:embed/>
                  <p:pic>
                    <p:nvPicPr>
                      <p:cNvPr id="23" name="Object 1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757509" y="5805264"/>
                        <a:ext cx="393700"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 name="Object 14"/>
          <p:cNvGraphicFramePr>
            <a:graphicFrameLocks noChangeAspect="1"/>
          </p:cNvGraphicFramePr>
          <p:nvPr>
            <p:extLst>
              <p:ext uri="{D42A27DB-BD31-4B8C-83A1-F6EECF244321}">
                <p14:modId xmlns:p14="http://schemas.microsoft.com/office/powerpoint/2010/main" val="3296229993"/>
              </p:ext>
            </p:extLst>
          </p:nvPr>
        </p:nvGraphicFramePr>
        <p:xfrm>
          <a:off x="6062309" y="5170264"/>
          <a:ext cx="330200" cy="355600"/>
        </p:xfrm>
        <a:graphic>
          <a:graphicData uri="http://schemas.openxmlformats.org/presentationml/2006/ole">
            <mc:AlternateContent xmlns:mc="http://schemas.openxmlformats.org/markup-compatibility/2006">
              <mc:Choice xmlns:v="urn:schemas-microsoft-com:vml" Requires="v">
                <p:oleObj spid="_x0000_s39684" name="Equation" r:id="rId18" imgW="330057" imgH="355446" progId="Equation.3">
                  <p:embed/>
                </p:oleObj>
              </mc:Choice>
              <mc:Fallback>
                <p:oleObj name="Equation" r:id="rId18" imgW="330057" imgH="355446" progId="Equation.3">
                  <p:embed/>
                  <p:pic>
                    <p:nvPicPr>
                      <p:cNvPr id="24" name="Object 1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062309" y="5170264"/>
                        <a:ext cx="330200" cy="35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 name="Line 15"/>
          <p:cNvSpPr>
            <a:spLocks noChangeShapeType="1"/>
          </p:cNvSpPr>
          <p:nvPr/>
        </p:nvSpPr>
        <p:spPr bwMode="auto">
          <a:xfrm flipH="1">
            <a:off x="4538309" y="5856064"/>
            <a:ext cx="1600200" cy="0"/>
          </a:xfrm>
          <a:prstGeom prst="line">
            <a:avLst/>
          </a:prstGeom>
          <a:noFill/>
          <a:ln w="2857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7" name="Object 16"/>
          <p:cNvGraphicFramePr>
            <a:graphicFrameLocks noChangeAspect="1"/>
          </p:cNvGraphicFramePr>
          <p:nvPr>
            <p:extLst>
              <p:ext uri="{D42A27DB-BD31-4B8C-83A1-F6EECF244321}">
                <p14:modId xmlns:p14="http://schemas.microsoft.com/office/powerpoint/2010/main" val="3683920071"/>
              </p:ext>
            </p:extLst>
          </p:nvPr>
        </p:nvGraphicFramePr>
        <p:xfrm>
          <a:off x="5224109" y="5475064"/>
          <a:ext cx="228600" cy="254000"/>
        </p:xfrm>
        <a:graphic>
          <a:graphicData uri="http://schemas.openxmlformats.org/presentationml/2006/ole">
            <mc:AlternateContent xmlns:mc="http://schemas.openxmlformats.org/markup-compatibility/2006">
              <mc:Choice xmlns:v="urn:schemas-microsoft-com:vml" Requires="v">
                <p:oleObj spid="_x0000_s39685" name="Equation" r:id="rId20" imgW="228501" imgH="253890" progId="Equation.3">
                  <p:embed/>
                </p:oleObj>
              </mc:Choice>
              <mc:Fallback>
                <p:oleObj name="Equation" r:id="rId20" imgW="228501" imgH="253890" progId="Equation.3">
                  <p:embed/>
                  <p:pic>
                    <p:nvPicPr>
                      <p:cNvPr id="26" name="Object 16"/>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224109" y="5475064"/>
                        <a:ext cx="228600" cy="254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Text Box 3"/>
          <p:cNvSpPr txBox="1">
            <a:spLocks noChangeArrowheads="1"/>
          </p:cNvSpPr>
          <p:nvPr/>
        </p:nvSpPr>
        <p:spPr bwMode="auto">
          <a:xfrm>
            <a:off x="838200" y="-63500"/>
            <a:ext cx="4724400" cy="579438"/>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50000"/>
              </a:spcBef>
            </a:pPr>
            <a:r>
              <a:rPr lang="en-US" altLang="zh-CN" sz="3200" b="1" dirty="0">
                <a:solidFill>
                  <a:srgbClr val="FF0000"/>
                </a:solidFill>
              </a:rPr>
              <a:t>2.  </a:t>
            </a:r>
            <a:r>
              <a:rPr lang="zh-CN" altLang="en-US" sz="3200" b="1" dirty="0">
                <a:solidFill>
                  <a:srgbClr val="FF0000"/>
                </a:solidFill>
              </a:rPr>
              <a:t>多个点电荷</a:t>
            </a:r>
          </a:p>
        </p:txBody>
      </p:sp>
      <p:sp>
        <p:nvSpPr>
          <p:cNvPr id="9220" name="Text Box 4"/>
          <p:cNvSpPr txBox="1">
            <a:spLocks noChangeArrowheads="1"/>
          </p:cNvSpPr>
          <p:nvPr/>
        </p:nvSpPr>
        <p:spPr bwMode="auto">
          <a:xfrm>
            <a:off x="317500" y="765175"/>
            <a:ext cx="8534400" cy="11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lnSpc>
                <a:spcPct val="120000"/>
              </a:lnSpc>
              <a:spcBef>
                <a:spcPct val="50000"/>
              </a:spcBef>
            </a:pPr>
            <a:r>
              <a:rPr lang="en-US" altLang="zh-CN" sz="2800" b="1">
                <a:solidFill>
                  <a:schemeClr val="tx1"/>
                </a:solidFill>
              </a:rPr>
              <a:t>        </a:t>
            </a:r>
            <a:r>
              <a:rPr lang="zh-CN" altLang="en-US" sz="2800" b="1">
                <a:solidFill>
                  <a:schemeClr val="tx1"/>
                </a:solidFill>
              </a:rPr>
              <a:t>推广至由</a:t>
            </a:r>
            <a:r>
              <a:rPr lang="en-US" altLang="zh-CN" sz="2800" b="1">
                <a:solidFill>
                  <a:schemeClr val="tx1"/>
                </a:solidFill>
              </a:rPr>
              <a:t>n</a:t>
            </a:r>
            <a:r>
              <a:rPr lang="zh-CN" altLang="en-US" sz="2800" b="1">
                <a:solidFill>
                  <a:schemeClr val="tx1"/>
                </a:solidFill>
              </a:rPr>
              <a:t>个点电荷组成的系统，其相互作用能（电势能）为</a:t>
            </a:r>
          </a:p>
        </p:txBody>
      </p:sp>
      <p:graphicFrame>
        <p:nvGraphicFramePr>
          <p:cNvPr id="9221" name="Object 5"/>
          <p:cNvGraphicFramePr>
            <a:graphicFrameLocks noChangeAspect="1"/>
          </p:cNvGraphicFramePr>
          <p:nvPr/>
        </p:nvGraphicFramePr>
        <p:xfrm>
          <a:off x="3141663" y="1352550"/>
          <a:ext cx="1616075" cy="755650"/>
        </p:xfrm>
        <a:graphic>
          <a:graphicData uri="http://schemas.openxmlformats.org/presentationml/2006/ole">
            <mc:AlternateContent xmlns:mc="http://schemas.openxmlformats.org/markup-compatibility/2006">
              <mc:Choice xmlns:v="urn:schemas-microsoft-com:vml" Requires="v">
                <p:oleObj spid="_x0000_s43308" name="Equation" r:id="rId3" imgW="2197100" imgH="1028700" progId="Equation.3">
                  <p:embed/>
                </p:oleObj>
              </mc:Choice>
              <mc:Fallback>
                <p:oleObj name="Equation" r:id="rId3" imgW="2197100" imgH="10287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41663" y="1352550"/>
                        <a:ext cx="1616075"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222" name="Text Box 6"/>
          <p:cNvSpPr txBox="1">
            <a:spLocks noChangeArrowheads="1"/>
          </p:cNvSpPr>
          <p:nvPr/>
        </p:nvSpPr>
        <p:spPr bwMode="auto">
          <a:xfrm>
            <a:off x="295275" y="2276475"/>
            <a:ext cx="8458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50000"/>
              </a:spcBef>
            </a:pPr>
            <a:r>
              <a:rPr lang="en-US" altLang="zh-CN" sz="2800" b="1" i="1">
                <a:solidFill>
                  <a:schemeClr val="tx1"/>
                </a:solidFill>
              </a:rPr>
              <a:t>V</a:t>
            </a:r>
            <a:r>
              <a:rPr lang="en-US" altLang="zh-CN" sz="2800" b="1" baseline="-25000">
                <a:solidFill>
                  <a:schemeClr val="tx1"/>
                </a:solidFill>
              </a:rPr>
              <a:t>i</a:t>
            </a:r>
            <a:r>
              <a:rPr lang="zh-CN" altLang="en-US" sz="2800" b="1">
                <a:solidFill>
                  <a:schemeClr val="tx1"/>
                </a:solidFill>
              </a:rPr>
              <a:t>是除</a:t>
            </a:r>
            <a:r>
              <a:rPr lang="en-US" altLang="zh-CN" sz="2800" b="1" i="1">
                <a:solidFill>
                  <a:schemeClr val="tx1"/>
                </a:solidFill>
              </a:rPr>
              <a:t>q</a:t>
            </a:r>
            <a:r>
              <a:rPr lang="en-US" altLang="zh-CN" sz="2800" b="1" baseline="-25000">
                <a:solidFill>
                  <a:schemeClr val="tx1"/>
                </a:solidFill>
              </a:rPr>
              <a:t>i</a:t>
            </a:r>
            <a:r>
              <a:rPr lang="zh-CN" altLang="en-US" sz="2800" b="1">
                <a:solidFill>
                  <a:schemeClr val="tx1"/>
                </a:solidFill>
              </a:rPr>
              <a:t>外的其它所有电荷在</a:t>
            </a:r>
            <a:r>
              <a:rPr lang="en-US" altLang="zh-CN" sz="2800" b="1" i="1">
                <a:solidFill>
                  <a:schemeClr val="tx1"/>
                </a:solidFill>
              </a:rPr>
              <a:t>q</a:t>
            </a:r>
            <a:r>
              <a:rPr lang="en-US" altLang="zh-CN" sz="2800" b="1" baseline="-25000">
                <a:solidFill>
                  <a:schemeClr val="tx1"/>
                </a:solidFill>
              </a:rPr>
              <a:t>i</a:t>
            </a:r>
            <a:r>
              <a:rPr lang="en-US" altLang="zh-CN" sz="2800" b="1">
                <a:solidFill>
                  <a:schemeClr val="tx1"/>
                </a:solidFill>
              </a:rPr>
              <a:t>  </a:t>
            </a:r>
            <a:r>
              <a:rPr lang="zh-CN" altLang="en-US" sz="2800" b="1">
                <a:solidFill>
                  <a:schemeClr val="tx1"/>
                </a:solidFill>
              </a:rPr>
              <a:t>所在处产生的电势。</a:t>
            </a:r>
          </a:p>
        </p:txBody>
      </p:sp>
      <p:sp>
        <p:nvSpPr>
          <p:cNvPr id="6" name="Text Box 2"/>
          <p:cNvSpPr txBox="1">
            <a:spLocks noChangeArrowheads="1"/>
          </p:cNvSpPr>
          <p:nvPr/>
        </p:nvSpPr>
        <p:spPr bwMode="auto">
          <a:xfrm>
            <a:off x="179388" y="3286125"/>
            <a:ext cx="6629400" cy="641350"/>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50000"/>
              </a:spcBef>
            </a:pPr>
            <a:r>
              <a:rPr lang="en-US" altLang="zh-CN" sz="3600" b="1">
                <a:solidFill>
                  <a:srgbClr val="FF0000"/>
                </a:solidFill>
              </a:rPr>
              <a:t> </a:t>
            </a:r>
            <a:r>
              <a:rPr lang="zh-CN" altLang="en-US" sz="3600" b="1">
                <a:solidFill>
                  <a:srgbClr val="FF0000"/>
                </a:solidFill>
              </a:rPr>
              <a:t>静电场的能量</a:t>
            </a:r>
          </a:p>
        </p:txBody>
      </p:sp>
      <p:sp>
        <p:nvSpPr>
          <p:cNvPr id="7" name="Text Box 3"/>
          <p:cNvSpPr txBox="1">
            <a:spLocks noChangeArrowheads="1"/>
          </p:cNvSpPr>
          <p:nvPr/>
        </p:nvSpPr>
        <p:spPr bwMode="auto">
          <a:xfrm>
            <a:off x="614363" y="3927475"/>
            <a:ext cx="7315200" cy="560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lnSpc>
                <a:spcPct val="120000"/>
              </a:lnSpc>
              <a:spcBef>
                <a:spcPct val="50000"/>
              </a:spcBef>
            </a:pPr>
            <a:r>
              <a:rPr lang="zh-CN" altLang="en-US" sz="2800" b="1">
                <a:solidFill>
                  <a:schemeClr val="tx1"/>
                </a:solidFill>
              </a:rPr>
              <a:t>平板电容器的能量</a:t>
            </a:r>
          </a:p>
        </p:txBody>
      </p:sp>
      <p:graphicFrame>
        <p:nvGraphicFramePr>
          <p:cNvPr id="8" name="Object 4"/>
          <p:cNvGraphicFramePr>
            <a:graphicFrameLocks noChangeAspect="1"/>
          </p:cNvGraphicFramePr>
          <p:nvPr/>
        </p:nvGraphicFramePr>
        <p:xfrm>
          <a:off x="2214563" y="5562600"/>
          <a:ext cx="3798887" cy="1179513"/>
        </p:xfrm>
        <a:graphic>
          <a:graphicData uri="http://schemas.openxmlformats.org/presentationml/2006/ole">
            <mc:AlternateContent xmlns:mc="http://schemas.openxmlformats.org/markup-compatibility/2006">
              <mc:Choice xmlns:v="urn:schemas-microsoft-com:vml" Requires="v">
                <p:oleObj spid="_x0000_s43309" name="公式" r:id="rId5" imgW="1307532" imgH="406224" progId="Equation.3">
                  <p:embed/>
                </p:oleObj>
              </mc:Choice>
              <mc:Fallback>
                <p:oleObj name="公式" r:id="rId5" imgW="1307532" imgH="406224"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14563" y="5562600"/>
                        <a:ext cx="3798887" cy="1179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对象 8"/>
          <p:cNvGraphicFramePr>
            <a:graphicFrameLocks noChangeAspect="1"/>
          </p:cNvGraphicFramePr>
          <p:nvPr/>
        </p:nvGraphicFramePr>
        <p:xfrm>
          <a:off x="490538" y="4581525"/>
          <a:ext cx="8469312" cy="1003300"/>
        </p:xfrm>
        <a:graphic>
          <a:graphicData uri="http://schemas.openxmlformats.org/presentationml/2006/ole">
            <mc:AlternateContent xmlns:mc="http://schemas.openxmlformats.org/markup-compatibility/2006">
              <mc:Choice xmlns:v="urn:schemas-microsoft-com:vml" Requires="v">
                <p:oleObj spid="_x0000_s43310" name="公式" r:id="rId7" imgW="3644900" imgH="431800" progId="Equation.3">
                  <p:embed/>
                </p:oleObj>
              </mc:Choice>
              <mc:Fallback>
                <p:oleObj name="公式" r:id="rId7" imgW="3644900" imgH="431800" progId="Equation.3">
                  <p:embed/>
                  <p:pic>
                    <p:nvPicPr>
                      <p:cNvPr id="0" name="对象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0538" y="4581525"/>
                        <a:ext cx="8469312"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Line 5"/>
          <p:cNvSpPr>
            <a:spLocks noChangeShapeType="1"/>
          </p:cNvSpPr>
          <p:nvPr/>
        </p:nvSpPr>
        <p:spPr bwMode="auto">
          <a:xfrm>
            <a:off x="5580063" y="4338638"/>
            <a:ext cx="2497137" cy="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Line 7"/>
          <p:cNvSpPr>
            <a:spLocks noChangeShapeType="1"/>
          </p:cNvSpPr>
          <p:nvPr/>
        </p:nvSpPr>
        <p:spPr bwMode="auto">
          <a:xfrm>
            <a:off x="5580063" y="3260725"/>
            <a:ext cx="2497137" cy="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Text Box 8"/>
          <p:cNvSpPr txBox="1">
            <a:spLocks noChangeArrowheads="1"/>
          </p:cNvSpPr>
          <p:nvPr/>
        </p:nvSpPr>
        <p:spPr bwMode="auto">
          <a:xfrm>
            <a:off x="8061325" y="2997200"/>
            <a:ext cx="628650" cy="46196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r>
              <a:rPr lang="en-US" altLang="zh-CN" sz="2400" b="1">
                <a:solidFill>
                  <a:schemeClr val="tx1"/>
                </a:solidFill>
                <a:ea typeface="宋体" pitchFamily="2" charset="-122"/>
              </a:rPr>
              <a:t>+σ</a:t>
            </a:r>
            <a:r>
              <a:rPr lang="en-US" altLang="zh-CN" sz="2400" b="1" baseline="-25000">
                <a:solidFill>
                  <a:schemeClr val="tx1"/>
                </a:solidFill>
                <a:ea typeface="宋体" pitchFamily="2" charset="-122"/>
              </a:rPr>
              <a:t>0</a:t>
            </a:r>
            <a:endParaRPr lang="en-US" altLang="zh-CN" sz="2400" b="1">
              <a:solidFill>
                <a:schemeClr val="tx1"/>
              </a:solidFill>
              <a:ea typeface="宋体" pitchFamily="2" charset="-122"/>
            </a:endParaRPr>
          </a:p>
        </p:txBody>
      </p:sp>
      <p:sp>
        <p:nvSpPr>
          <p:cNvPr id="13" name="Text Box 11"/>
          <p:cNvSpPr txBox="1">
            <a:spLocks noChangeArrowheads="1"/>
          </p:cNvSpPr>
          <p:nvPr/>
        </p:nvSpPr>
        <p:spPr bwMode="auto">
          <a:xfrm>
            <a:off x="8156575" y="4098925"/>
            <a:ext cx="766763" cy="46196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r>
              <a:rPr lang="en-US" altLang="zh-CN" sz="2400" b="1">
                <a:solidFill>
                  <a:schemeClr val="tx1"/>
                </a:solidFill>
                <a:ea typeface="宋体" pitchFamily="2" charset="-122"/>
              </a:rPr>
              <a:t>-σ</a:t>
            </a:r>
            <a:r>
              <a:rPr lang="en-US" altLang="zh-CN" sz="2400" b="1" baseline="-25000">
                <a:solidFill>
                  <a:schemeClr val="tx1"/>
                </a:solidFill>
                <a:ea typeface="宋体" pitchFamily="2" charset="-122"/>
              </a:rPr>
              <a:t>0 </a:t>
            </a:r>
            <a:endParaRPr lang="en-US" altLang="zh-CN" sz="2400" b="1">
              <a:solidFill>
                <a:schemeClr val="tx1"/>
              </a:solidFill>
              <a:ea typeface="宋体" pitchFamily="2" charset="-122"/>
            </a:endParaRPr>
          </a:p>
        </p:txBody>
      </p:sp>
      <p:sp>
        <p:nvSpPr>
          <p:cNvPr id="14" name="Text Box 15"/>
          <p:cNvSpPr txBox="1">
            <a:spLocks noChangeArrowheads="1"/>
          </p:cNvSpPr>
          <p:nvPr/>
        </p:nvSpPr>
        <p:spPr bwMode="auto">
          <a:xfrm>
            <a:off x="6751638" y="3683000"/>
            <a:ext cx="455612" cy="57943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r>
              <a:rPr lang="en-US" altLang="zh-CN" sz="3200" b="1" i="1"/>
              <a:t>E</a:t>
            </a:r>
            <a:endParaRPr lang="en-US" altLang="zh-CN" sz="3600" b="1"/>
          </a:p>
        </p:txBody>
      </p:sp>
      <p:sp>
        <p:nvSpPr>
          <p:cNvPr id="15" name="Line 17"/>
          <p:cNvSpPr>
            <a:spLocks noChangeShapeType="1"/>
          </p:cNvSpPr>
          <p:nvPr/>
        </p:nvSpPr>
        <p:spPr bwMode="auto">
          <a:xfrm flipH="1">
            <a:off x="6640513" y="3402013"/>
            <a:ext cx="19050" cy="884237"/>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Line 92"/>
          <p:cNvSpPr>
            <a:spLocks noChangeShapeType="1"/>
          </p:cNvSpPr>
          <p:nvPr/>
        </p:nvSpPr>
        <p:spPr bwMode="auto">
          <a:xfrm flipH="1">
            <a:off x="5886450" y="3402013"/>
            <a:ext cx="0" cy="860425"/>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Line 93"/>
          <p:cNvSpPr>
            <a:spLocks noChangeShapeType="1"/>
          </p:cNvSpPr>
          <p:nvPr/>
        </p:nvSpPr>
        <p:spPr bwMode="auto">
          <a:xfrm flipH="1">
            <a:off x="7432675" y="3402013"/>
            <a:ext cx="19050" cy="884237"/>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矩形 2"/>
          <p:cNvSpPr>
            <a:spLocks noChangeArrowheads="1"/>
          </p:cNvSpPr>
          <p:nvPr/>
        </p:nvSpPr>
        <p:spPr bwMode="auto">
          <a:xfrm flipH="1">
            <a:off x="5094288" y="3070225"/>
            <a:ext cx="558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b="1">
                <a:solidFill>
                  <a:schemeClr val="tx1"/>
                </a:solidFill>
                <a:ea typeface="宋体" pitchFamily="2" charset="-122"/>
              </a:rPr>
              <a:t>V</a:t>
            </a:r>
            <a:r>
              <a:rPr lang="en-US" altLang="zh-CN" b="1" baseline="-25000">
                <a:solidFill>
                  <a:schemeClr val="tx1"/>
                </a:solidFill>
                <a:ea typeface="宋体" pitchFamily="2" charset="-122"/>
              </a:rPr>
              <a:t>+</a:t>
            </a:r>
            <a:endParaRPr lang="zh-CN" altLang="en-US"/>
          </a:p>
        </p:txBody>
      </p:sp>
      <p:sp>
        <p:nvSpPr>
          <p:cNvPr id="19" name="矩形 25"/>
          <p:cNvSpPr>
            <a:spLocks noChangeArrowheads="1"/>
          </p:cNvSpPr>
          <p:nvPr/>
        </p:nvSpPr>
        <p:spPr bwMode="auto">
          <a:xfrm flipH="1">
            <a:off x="5094288" y="4038600"/>
            <a:ext cx="558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b="1">
                <a:solidFill>
                  <a:schemeClr val="tx1"/>
                </a:solidFill>
                <a:ea typeface="宋体" pitchFamily="2" charset="-122"/>
              </a:rPr>
              <a:t>V</a:t>
            </a:r>
            <a:r>
              <a:rPr lang="en-US" altLang="zh-CN" b="1" baseline="-25000">
                <a:solidFill>
                  <a:schemeClr val="tx1"/>
                </a:solidFill>
                <a:ea typeface="宋体" pitchFamily="2" charset="-122"/>
              </a:rPr>
              <a:t>-</a:t>
            </a:r>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219"/>
                                        </p:tgtEl>
                                        <p:attrNameLst>
                                          <p:attrName>style.visibility</p:attrName>
                                        </p:attrNameLst>
                                      </p:cBhvr>
                                      <p:to>
                                        <p:strVal val="visible"/>
                                      </p:to>
                                    </p:set>
                                    <p:animEffect transition="in" filter="blinds(horizontal)">
                                      <p:cBhvr>
                                        <p:cTn id="7" dur="500"/>
                                        <p:tgtEl>
                                          <p:spTgt spid="921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220"/>
                                        </p:tgtEl>
                                        <p:attrNameLst>
                                          <p:attrName>style.visibility</p:attrName>
                                        </p:attrNameLst>
                                      </p:cBhvr>
                                      <p:to>
                                        <p:strVal val="visible"/>
                                      </p:to>
                                    </p:set>
                                    <p:animEffect transition="in" filter="wipe(left)">
                                      <p:cBhvr>
                                        <p:cTn id="12" dur="500"/>
                                        <p:tgtEl>
                                          <p:spTgt spid="922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9221"/>
                                        </p:tgtEl>
                                        <p:attrNameLst>
                                          <p:attrName>style.visibility</p:attrName>
                                        </p:attrNameLst>
                                      </p:cBhvr>
                                      <p:to>
                                        <p:strVal val="visible"/>
                                      </p:to>
                                    </p:set>
                                    <p:animEffect transition="in" filter="box(in)">
                                      <p:cBhvr>
                                        <p:cTn id="17" dur="500"/>
                                        <p:tgtEl>
                                          <p:spTgt spid="922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9222"/>
                                        </p:tgtEl>
                                        <p:attrNameLst>
                                          <p:attrName>style.visibility</p:attrName>
                                        </p:attrNameLst>
                                      </p:cBhvr>
                                      <p:to>
                                        <p:strVal val="visible"/>
                                      </p:to>
                                    </p:set>
                                    <p:animEffect transition="in" filter="dissolve">
                                      <p:cBhvr>
                                        <p:cTn id="22" dur="500"/>
                                        <p:tgtEl>
                                          <p:spTgt spid="922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linds(horizontal)">
                                      <p:cBhvr>
                                        <p:cTn id="27" dur="500"/>
                                        <p:tgtEl>
                                          <p:spTgt spid="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18"/>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childTnLst>
                                </p:cTn>
                              </p:par>
                            </p:childTnLst>
                          </p:cTn>
                        </p:par>
                      </p:childTnLst>
                    </p:cTn>
                  </p:par>
                  <p:par>
                    <p:cTn id="50" fill="hold" nodeType="clickPar">
                      <p:stCondLst>
                        <p:cond delay="indefinite"/>
                      </p:stCondLst>
                      <p:childTnLst>
                        <p:par>
                          <p:cTn id="51" fill="hold" nodeType="withGroup">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7"/>
                                        </p:tgtEl>
                                        <p:attrNameLst>
                                          <p:attrName>style.visibility</p:attrName>
                                        </p:attrNameLst>
                                      </p:cBhvr>
                                      <p:to>
                                        <p:strVal val="visible"/>
                                      </p:to>
                                    </p:set>
                                    <p:animEffect transition="in" filter="blinds(horizontal)">
                                      <p:cBhvr>
                                        <p:cTn id="54" dur="500"/>
                                        <p:tgtEl>
                                          <p:spTgt spid="7"/>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4" presetClass="entr" presetSubtype="16" fill="hold" nodeType="clickEffect">
                                  <p:stCondLst>
                                    <p:cond delay="0"/>
                                  </p:stCondLst>
                                  <p:childTnLst>
                                    <p:set>
                                      <p:cBhvr>
                                        <p:cTn id="58" dur="1" fill="hold">
                                          <p:stCondLst>
                                            <p:cond delay="0"/>
                                          </p:stCondLst>
                                        </p:cTn>
                                        <p:tgtEl>
                                          <p:spTgt spid="9"/>
                                        </p:tgtEl>
                                        <p:attrNameLst>
                                          <p:attrName>style.visibility</p:attrName>
                                        </p:attrNameLst>
                                      </p:cBhvr>
                                      <p:to>
                                        <p:strVal val="visible"/>
                                      </p:to>
                                    </p:set>
                                    <p:animEffect transition="in" filter="box(in)">
                                      <p:cBhvr>
                                        <p:cTn id="59" dur="500"/>
                                        <p:tgtEl>
                                          <p:spTgt spid="9"/>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4" presetClass="entr" presetSubtype="16" fill="hold" nodeType="clickEffect">
                                  <p:stCondLst>
                                    <p:cond delay="0"/>
                                  </p:stCondLst>
                                  <p:childTnLst>
                                    <p:set>
                                      <p:cBhvr>
                                        <p:cTn id="63" dur="1" fill="hold">
                                          <p:stCondLst>
                                            <p:cond delay="0"/>
                                          </p:stCondLst>
                                        </p:cTn>
                                        <p:tgtEl>
                                          <p:spTgt spid="8"/>
                                        </p:tgtEl>
                                        <p:attrNameLst>
                                          <p:attrName>style.visibility</p:attrName>
                                        </p:attrNameLst>
                                      </p:cBhvr>
                                      <p:to>
                                        <p:strVal val="visible"/>
                                      </p:to>
                                    </p:set>
                                    <p:animEffect transition="in" filter="box(in)">
                                      <p:cBhvr>
                                        <p:cTn id="6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autoUpdateAnimBg="0"/>
      <p:bldP spid="9220" grpId="0" autoUpdateAnimBg="0"/>
      <p:bldP spid="9222" grpId="0" autoUpdateAnimBg="0"/>
      <p:bldP spid="6" grpId="0" autoUpdateAnimBg="0"/>
      <p:bldP spid="7" grpId="0" autoUpdateAnimBg="0"/>
      <p:bldP spid="10" grpId="0" animBg="1"/>
      <p:bldP spid="11" grpId="0" animBg="1"/>
      <p:bldP spid="12" grpId="0"/>
      <p:bldP spid="13" grpId="0"/>
      <p:bldP spid="14" grpId="0"/>
      <p:bldP spid="15" grpId="0" animBg="1"/>
      <p:bldP spid="16" grpId="0" animBg="1"/>
      <p:bldP spid="17" grpId="0" animBg="1"/>
      <p:bldP spid="18" grpId="0"/>
      <p:bldP spid="19"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04838" name="Object 6"/>
          <p:cNvGraphicFramePr>
            <a:graphicFrameLocks noChangeAspect="1"/>
          </p:cNvGraphicFramePr>
          <p:nvPr>
            <p:extLst>
              <p:ext uri="{D42A27DB-BD31-4B8C-83A1-F6EECF244321}">
                <p14:modId xmlns:p14="http://schemas.microsoft.com/office/powerpoint/2010/main" val="3638518526"/>
              </p:ext>
            </p:extLst>
          </p:nvPr>
        </p:nvGraphicFramePr>
        <p:xfrm>
          <a:off x="1191443" y="2981117"/>
          <a:ext cx="1120775" cy="762000"/>
        </p:xfrm>
        <a:graphic>
          <a:graphicData uri="http://schemas.openxmlformats.org/presentationml/2006/ole">
            <mc:AlternateContent xmlns:mc="http://schemas.openxmlformats.org/markup-compatibility/2006">
              <mc:Choice xmlns:v="urn:schemas-microsoft-com:vml" Requires="v">
                <p:oleObj spid="_x0000_s44958" name="Equation" r:id="rId3" imgW="545863" imgH="393529" progId="Equation.3">
                  <p:embed/>
                </p:oleObj>
              </mc:Choice>
              <mc:Fallback>
                <p:oleObj name="Equation" r:id="rId3" imgW="545863" imgH="393529"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1443" y="2981117"/>
                        <a:ext cx="1120775" cy="76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4841" name="Object 9"/>
          <p:cNvGraphicFramePr>
            <a:graphicFrameLocks noChangeAspect="1"/>
          </p:cNvGraphicFramePr>
          <p:nvPr>
            <p:extLst>
              <p:ext uri="{D42A27DB-BD31-4B8C-83A1-F6EECF244321}">
                <p14:modId xmlns:p14="http://schemas.microsoft.com/office/powerpoint/2010/main" val="536681979"/>
              </p:ext>
            </p:extLst>
          </p:nvPr>
        </p:nvGraphicFramePr>
        <p:xfrm>
          <a:off x="2388419" y="2947380"/>
          <a:ext cx="1295400" cy="815975"/>
        </p:xfrm>
        <a:graphic>
          <a:graphicData uri="http://schemas.openxmlformats.org/presentationml/2006/ole">
            <mc:AlternateContent xmlns:mc="http://schemas.openxmlformats.org/markup-compatibility/2006">
              <mc:Choice xmlns:v="urn:schemas-microsoft-com:vml" Requires="v">
                <p:oleObj spid="_x0000_s44959" name="Equation" r:id="rId5" imgW="520474" imgH="393529" progId="Equation.3">
                  <p:embed/>
                </p:oleObj>
              </mc:Choice>
              <mc:Fallback>
                <p:oleObj name="Equation" r:id="rId5" imgW="520474" imgH="393529"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88419" y="2947380"/>
                        <a:ext cx="1295400" cy="815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4842" name="Object 10"/>
          <p:cNvGraphicFramePr>
            <a:graphicFrameLocks noChangeAspect="1"/>
          </p:cNvGraphicFramePr>
          <p:nvPr>
            <p:extLst>
              <p:ext uri="{D42A27DB-BD31-4B8C-83A1-F6EECF244321}">
                <p14:modId xmlns:p14="http://schemas.microsoft.com/office/powerpoint/2010/main" val="3171794886"/>
              </p:ext>
            </p:extLst>
          </p:nvPr>
        </p:nvGraphicFramePr>
        <p:xfrm>
          <a:off x="971600" y="3886944"/>
          <a:ext cx="1295400" cy="838200"/>
        </p:xfrm>
        <a:graphic>
          <a:graphicData uri="http://schemas.openxmlformats.org/presentationml/2006/ole">
            <mc:AlternateContent xmlns:mc="http://schemas.openxmlformats.org/markup-compatibility/2006">
              <mc:Choice xmlns:v="urn:schemas-microsoft-com:vml" Requires="v">
                <p:oleObj spid="_x0000_s44960" name="Equation" r:id="rId7" imgW="508000" imgH="419100" progId="Equation.3">
                  <p:embed/>
                </p:oleObj>
              </mc:Choice>
              <mc:Fallback>
                <p:oleObj name="Equation" r:id="rId7" imgW="508000" imgH="419100"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71600" y="3886944"/>
                        <a:ext cx="1295400"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4843" name="Object 11"/>
          <p:cNvGraphicFramePr>
            <a:graphicFrameLocks noChangeAspect="1"/>
          </p:cNvGraphicFramePr>
          <p:nvPr>
            <p:extLst>
              <p:ext uri="{D42A27DB-BD31-4B8C-83A1-F6EECF244321}">
                <p14:modId xmlns:p14="http://schemas.microsoft.com/office/powerpoint/2010/main" val="2414400972"/>
              </p:ext>
            </p:extLst>
          </p:nvPr>
        </p:nvGraphicFramePr>
        <p:xfrm>
          <a:off x="2267000" y="4039344"/>
          <a:ext cx="1066800" cy="685800"/>
        </p:xfrm>
        <a:graphic>
          <a:graphicData uri="http://schemas.openxmlformats.org/presentationml/2006/ole">
            <mc:AlternateContent xmlns:mc="http://schemas.openxmlformats.org/markup-compatibility/2006">
              <mc:Choice xmlns:v="urn:schemas-microsoft-com:vml" Requires="v">
                <p:oleObj spid="_x0000_s44961" name="Equation" r:id="rId9" imgW="520474" imgH="393529" progId="Equation.3">
                  <p:embed/>
                </p:oleObj>
              </mc:Choice>
              <mc:Fallback>
                <p:oleObj name="Equation" r:id="rId9" imgW="520474" imgH="393529" progId="Equation.3">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67000" y="4039344"/>
                        <a:ext cx="1066800"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04844" name="Group 12"/>
          <p:cNvGrpSpPr>
            <a:grpSpLocks/>
          </p:cNvGrpSpPr>
          <p:nvPr/>
        </p:nvGrpSpPr>
        <p:grpSpPr bwMode="auto">
          <a:xfrm>
            <a:off x="6553200" y="3200400"/>
            <a:ext cx="1676400" cy="647700"/>
            <a:chOff x="3668" y="1906"/>
            <a:chExt cx="1120" cy="369"/>
          </a:xfrm>
        </p:grpSpPr>
        <p:sp>
          <p:nvSpPr>
            <p:cNvPr id="44079" name="Line 13"/>
            <p:cNvSpPr>
              <a:spLocks noChangeShapeType="1"/>
            </p:cNvSpPr>
            <p:nvPr/>
          </p:nvSpPr>
          <p:spPr bwMode="auto">
            <a:xfrm>
              <a:off x="3668" y="1906"/>
              <a:ext cx="0" cy="302"/>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80" name="Line 14"/>
            <p:cNvSpPr>
              <a:spLocks noChangeShapeType="1"/>
            </p:cNvSpPr>
            <p:nvPr/>
          </p:nvSpPr>
          <p:spPr bwMode="auto">
            <a:xfrm>
              <a:off x="4788" y="1906"/>
              <a:ext cx="0" cy="302"/>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81" name="Line 15"/>
            <p:cNvSpPr>
              <a:spLocks noChangeShapeType="1"/>
            </p:cNvSpPr>
            <p:nvPr/>
          </p:nvSpPr>
          <p:spPr bwMode="auto">
            <a:xfrm>
              <a:off x="3719" y="2007"/>
              <a:ext cx="1018" cy="0"/>
            </a:xfrm>
            <a:prstGeom prst="line">
              <a:avLst/>
            </a:prstGeom>
            <a:noFill/>
            <a:ln w="12700">
              <a:solidFill>
                <a:srgbClr val="FF0000"/>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82" name="Text Box 16"/>
            <p:cNvSpPr txBox="1">
              <a:spLocks noChangeArrowheads="1"/>
            </p:cNvSpPr>
            <p:nvPr/>
          </p:nvSpPr>
          <p:spPr bwMode="auto">
            <a:xfrm>
              <a:off x="4080" y="2015"/>
              <a:ext cx="254" cy="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50000"/>
                </a:spcBef>
              </a:pPr>
              <a:r>
                <a:rPr lang="en-US" altLang="zh-CN" sz="2400" b="1">
                  <a:solidFill>
                    <a:schemeClr val="tx1"/>
                  </a:solidFill>
                  <a:ea typeface="宋体" pitchFamily="2" charset="-122"/>
                </a:rPr>
                <a:t>d</a:t>
              </a:r>
            </a:p>
          </p:txBody>
        </p:sp>
      </p:grpSp>
      <p:grpSp>
        <p:nvGrpSpPr>
          <p:cNvPr id="504849" name="Group 17"/>
          <p:cNvGrpSpPr>
            <a:grpSpLocks/>
          </p:cNvGrpSpPr>
          <p:nvPr/>
        </p:nvGrpSpPr>
        <p:grpSpPr bwMode="auto">
          <a:xfrm>
            <a:off x="5562600" y="685800"/>
            <a:ext cx="3222625" cy="1016000"/>
            <a:chOff x="3504" y="432"/>
            <a:chExt cx="2030" cy="640"/>
          </a:xfrm>
        </p:grpSpPr>
        <p:sp>
          <p:nvSpPr>
            <p:cNvPr id="44077" name="Text Box 18"/>
            <p:cNvSpPr txBox="1">
              <a:spLocks noChangeArrowheads="1"/>
            </p:cNvSpPr>
            <p:nvPr/>
          </p:nvSpPr>
          <p:spPr bwMode="auto">
            <a:xfrm>
              <a:off x="3504" y="432"/>
              <a:ext cx="254" cy="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50000"/>
                </a:spcBef>
              </a:pPr>
              <a:r>
                <a:rPr lang="en-US" altLang="zh-CN" sz="2400" b="1">
                  <a:ea typeface="宋体" pitchFamily="2" charset="-122"/>
                </a:rPr>
                <a:t>S</a:t>
              </a:r>
            </a:p>
            <a:p>
              <a:pPr eaLnBrk="1" hangingPunct="1">
                <a:spcBef>
                  <a:spcPct val="50000"/>
                </a:spcBef>
              </a:pPr>
              <a:r>
                <a:rPr lang="en-US" altLang="zh-CN" sz="2400" b="1">
                  <a:ea typeface="宋体" pitchFamily="2" charset="-122"/>
                </a:rPr>
                <a:t>B</a:t>
              </a:r>
            </a:p>
          </p:txBody>
        </p:sp>
        <p:sp>
          <p:nvSpPr>
            <p:cNvPr id="44078" name="Text Box 19"/>
            <p:cNvSpPr txBox="1">
              <a:spLocks noChangeArrowheads="1"/>
            </p:cNvSpPr>
            <p:nvPr/>
          </p:nvSpPr>
          <p:spPr bwMode="auto">
            <a:xfrm>
              <a:off x="5280" y="432"/>
              <a:ext cx="254" cy="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50000"/>
                </a:spcBef>
              </a:pPr>
              <a:r>
                <a:rPr lang="en-US" altLang="zh-CN" sz="2400" b="1">
                  <a:ea typeface="宋体" pitchFamily="2" charset="-122"/>
                </a:rPr>
                <a:t>S</a:t>
              </a:r>
            </a:p>
            <a:p>
              <a:pPr eaLnBrk="1" hangingPunct="1">
                <a:spcBef>
                  <a:spcPct val="50000"/>
                </a:spcBef>
              </a:pPr>
              <a:r>
                <a:rPr lang="en-US" altLang="zh-CN" sz="2400" b="1">
                  <a:ea typeface="宋体" pitchFamily="2" charset="-122"/>
                </a:rPr>
                <a:t>A</a:t>
              </a:r>
            </a:p>
          </p:txBody>
        </p:sp>
      </p:grpSp>
      <p:sp>
        <p:nvSpPr>
          <p:cNvPr id="504852" name="Text Box 20"/>
          <p:cNvSpPr txBox="1">
            <a:spLocks noChangeArrowheads="1"/>
          </p:cNvSpPr>
          <p:nvPr/>
        </p:nvSpPr>
        <p:spPr bwMode="auto">
          <a:xfrm>
            <a:off x="467544" y="2338990"/>
            <a:ext cx="25685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0"/>
              </a:spcBef>
            </a:pPr>
            <a:r>
              <a:rPr kumimoji="0" lang="zh-CN" altLang="en-US" b="1" dirty="0">
                <a:solidFill>
                  <a:srgbClr val="CC3300"/>
                </a:solidFill>
                <a:latin typeface="Arial" charset="0"/>
                <a:ea typeface="宋体" pitchFamily="2" charset="-122"/>
              </a:rPr>
              <a:t>单位体积的电场能量</a:t>
            </a:r>
            <a:r>
              <a:rPr kumimoji="0" lang="en-US" altLang="zh-CN" b="1" dirty="0">
                <a:solidFill>
                  <a:srgbClr val="CC3300"/>
                </a:solidFill>
                <a:latin typeface="Arial" charset="0"/>
                <a:ea typeface="宋体" pitchFamily="2" charset="-122"/>
              </a:rPr>
              <a:t>:</a:t>
            </a:r>
          </a:p>
        </p:txBody>
      </p:sp>
      <p:graphicFrame>
        <p:nvGraphicFramePr>
          <p:cNvPr id="504853" name="Object 21"/>
          <p:cNvGraphicFramePr>
            <a:graphicFrameLocks noChangeAspect="1"/>
          </p:cNvGraphicFramePr>
          <p:nvPr>
            <p:extLst>
              <p:ext uri="{D42A27DB-BD31-4B8C-83A1-F6EECF244321}">
                <p14:modId xmlns:p14="http://schemas.microsoft.com/office/powerpoint/2010/main" val="2774885924"/>
              </p:ext>
            </p:extLst>
          </p:nvPr>
        </p:nvGraphicFramePr>
        <p:xfrm>
          <a:off x="1751831" y="5589240"/>
          <a:ext cx="2286000" cy="968375"/>
        </p:xfrm>
        <a:graphic>
          <a:graphicData uri="http://schemas.openxmlformats.org/presentationml/2006/ole">
            <mc:AlternateContent xmlns:mc="http://schemas.openxmlformats.org/markup-compatibility/2006">
              <mc:Choice xmlns:v="urn:schemas-microsoft-com:vml" Requires="v">
                <p:oleObj spid="_x0000_s44962" name="Equation" r:id="rId11" imgW="698197" imgH="393529" progId="Equation.3">
                  <p:embed/>
                </p:oleObj>
              </mc:Choice>
              <mc:Fallback>
                <p:oleObj name="Equation" r:id="rId11" imgW="698197" imgH="393529" progId="Equation.3">
                  <p:embed/>
                  <p:pic>
                    <p:nvPicPr>
                      <p:cNvPr id="0" name="Object 2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751831" y="5589240"/>
                        <a:ext cx="2286000" cy="968375"/>
                      </a:xfrm>
                      <a:prstGeom prst="rect">
                        <a:avLst/>
                      </a:prstGeom>
                      <a:gradFill rotWithShape="0">
                        <a:gsLst>
                          <a:gs pos="0">
                            <a:srgbClr val="00CCFF"/>
                          </a:gs>
                          <a:gs pos="50000">
                            <a:srgbClr val="FFFFFF"/>
                          </a:gs>
                          <a:gs pos="100000">
                            <a:srgbClr val="00CCFF"/>
                          </a:gs>
                        </a:gsLst>
                        <a:lin ang="5400000" scaled="1"/>
                      </a:gra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04854" name="Group 22"/>
          <p:cNvGrpSpPr>
            <a:grpSpLocks/>
          </p:cNvGrpSpPr>
          <p:nvPr/>
        </p:nvGrpSpPr>
        <p:grpSpPr bwMode="auto">
          <a:xfrm>
            <a:off x="861864" y="4572000"/>
            <a:ext cx="3352800" cy="935038"/>
            <a:chOff x="2880" y="2448"/>
            <a:chExt cx="2112" cy="589"/>
          </a:xfrm>
        </p:grpSpPr>
        <p:sp>
          <p:nvSpPr>
            <p:cNvPr id="44075" name="Text Box 23"/>
            <p:cNvSpPr txBox="1">
              <a:spLocks noChangeArrowheads="1"/>
            </p:cNvSpPr>
            <p:nvPr/>
          </p:nvSpPr>
          <p:spPr bwMode="auto">
            <a:xfrm>
              <a:off x="3264" y="2592"/>
              <a:ext cx="17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spcBef>
                  <a:spcPct val="50000"/>
                </a:spcBef>
              </a:pPr>
              <a:r>
                <a:rPr kumimoji="0" lang="zh-CN" altLang="en-US" sz="2400" b="1">
                  <a:solidFill>
                    <a:schemeClr val="tx1"/>
                  </a:solidFill>
                  <a:latin typeface="Arial" charset="0"/>
                  <a:ea typeface="宋体" pitchFamily="2" charset="-122"/>
                </a:rPr>
                <a:t>称为电场 </a:t>
              </a:r>
              <a:r>
                <a:rPr kumimoji="0" lang="zh-CN" altLang="en-US" sz="2400" b="1">
                  <a:solidFill>
                    <a:srgbClr val="CC3300"/>
                  </a:solidFill>
                  <a:latin typeface="Arial" charset="0"/>
                  <a:ea typeface="宋体" pitchFamily="2" charset="-122"/>
                </a:rPr>
                <a:t>能量密度</a:t>
              </a:r>
            </a:p>
          </p:txBody>
        </p:sp>
        <p:graphicFrame>
          <p:nvGraphicFramePr>
            <p:cNvPr id="44076" name="Object 24"/>
            <p:cNvGraphicFramePr>
              <a:graphicFrameLocks noChangeAspect="1"/>
            </p:cNvGraphicFramePr>
            <p:nvPr/>
          </p:nvGraphicFramePr>
          <p:xfrm>
            <a:off x="2880" y="2448"/>
            <a:ext cx="360" cy="589"/>
          </p:xfrm>
          <a:graphic>
            <a:graphicData uri="http://schemas.openxmlformats.org/presentationml/2006/ole">
              <mc:AlternateContent xmlns:mc="http://schemas.openxmlformats.org/markup-compatibility/2006">
                <mc:Choice xmlns:v="urn:schemas-microsoft-com:vml" Requires="v">
                  <p:oleObj spid="_x0000_s44963" name="Equation" r:id="rId13" imgW="66735" imgH="104734" progId="Equation.3">
                    <p:embed/>
                  </p:oleObj>
                </mc:Choice>
                <mc:Fallback>
                  <p:oleObj name="Equation" r:id="rId13" imgW="66735" imgH="104734" progId="Equation.3">
                    <p:embed/>
                    <p:pic>
                      <p:nvPicPr>
                        <p:cNvPr id="0" name="Object 2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880" y="2448"/>
                          <a:ext cx="360" cy="5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04857" name="Group 25"/>
          <p:cNvGrpSpPr>
            <a:grpSpLocks/>
          </p:cNvGrpSpPr>
          <p:nvPr/>
        </p:nvGrpSpPr>
        <p:grpSpPr bwMode="auto">
          <a:xfrm>
            <a:off x="6610350" y="1273175"/>
            <a:ext cx="990600" cy="1662113"/>
            <a:chOff x="4176" y="672"/>
            <a:chExt cx="624" cy="1047"/>
          </a:xfrm>
        </p:grpSpPr>
        <p:sp>
          <p:nvSpPr>
            <p:cNvPr id="44073" name="Text Box 26"/>
            <p:cNvSpPr txBox="1">
              <a:spLocks noChangeArrowheads="1"/>
            </p:cNvSpPr>
            <p:nvPr/>
          </p:nvSpPr>
          <p:spPr bwMode="auto">
            <a:xfrm>
              <a:off x="4176" y="672"/>
              <a:ext cx="492" cy="1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50000"/>
                </a:spcBef>
              </a:pPr>
              <a:r>
                <a:rPr lang="en-US" altLang="zh-CN" sz="2400" b="1">
                  <a:solidFill>
                    <a:schemeClr val="accent2"/>
                  </a:solidFill>
                  <a:ea typeface="宋体" pitchFamily="2" charset="-122"/>
                  <a:sym typeface="Symbol" pitchFamily="18" charset="2"/>
                </a:rPr>
                <a:t></a:t>
              </a:r>
            </a:p>
            <a:p>
              <a:pPr eaLnBrk="1" hangingPunct="1">
                <a:spcBef>
                  <a:spcPct val="50000"/>
                </a:spcBef>
              </a:pPr>
              <a:r>
                <a:rPr lang="en-US" altLang="zh-CN" sz="2400" b="1" i="1">
                  <a:solidFill>
                    <a:schemeClr val="accent2"/>
                  </a:solidFill>
                  <a:ea typeface="宋体" pitchFamily="2" charset="-122"/>
                  <a:sym typeface="Symbol" pitchFamily="18" charset="2"/>
                </a:rPr>
                <a:t>dq</a:t>
              </a:r>
            </a:p>
            <a:p>
              <a:pPr eaLnBrk="1" hangingPunct="1">
                <a:spcBef>
                  <a:spcPct val="50000"/>
                </a:spcBef>
              </a:pPr>
              <a:endParaRPr lang="en-US" altLang="zh-CN" sz="2800" b="1" i="1">
                <a:solidFill>
                  <a:schemeClr val="accent2"/>
                </a:solidFill>
                <a:ea typeface="宋体" pitchFamily="2" charset="-122"/>
              </a:endParaRPr>
            </a:p>
          </p:txBody>
        </p:sp>
        <p:sp>
          <p:nvSpPr>
            <p:cNvPr id="44074" name="Line 27"/>
            <p:cNvSpPr>
              <a:spLocks noChangeShapeType="1"/>
            </p:cNvSpPr>
            <p:nvPr/>
          </p:nvSpPr>
          <p:spPr bwMode="auto">
            <a:xfrm>
              <a:off x="4416" y="816"/>
              <a:ext cx="384" cy="0"/>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04866" name="Group 34"/>
          <p:cNvGrpSpPr>
            <a:grpSpLocks/>
          </p:cNvGrpSpPr>
          <p:nvPr/>
        </p:nvGrpSpPr>
        <p:grpSpPr bwMode="auto">
          <a:xfrm>
            <a:off x="6348413" y="3886200"/>
            <a:ext cx="1470025" cy="1062038"/>
            <a:chOff x="3999" y="2448"/>
            <a:chExt cx="926" cy="669"/>
          </a:xfrm>
        </p:grpSpPr>
        <p:graphicFrame>
          <p:nvGraphicFramePr>
            <p:cNvPr id="44071" name="Object 35"/>
            <p:cNvGraphicFramePr>
              <a:graphicFrameLocks noChangeAspect="1"/>
            </p:cNvGraphicFramePr>
            <p:nvPr/>
          </p:nvGraphicFramePr>
          <p:xfrm>
            <a:off x="4006" y="2448"/>
            <a:ext cx="919" cy="288"/>
          </p:xfrm>
          <a:graphic>
            <a:graphicData uri="http://schemas.openxmlformats.org/presentationml/2006/ole">
              <mc:AlternateContent xmlns:mc="http://schemas.openxmlformats.org/markup-compatibility/2006">
                <mc:Choice xmlns:v="urn:schemas-microsoft-com:vml" Requires="v">
                  <p:oleObj spid="_x0000_s44964" name="公式" r:id="rId15" imgW="672808" imgH="215806" progId="Equation.3">
                    <p:embed/>
                  </p:oleObj>
                </mc:Choice>
                <mc:Fallback>
                  <p:oleObj name="公式" r:id="rId15" imgW="672808" imgH="215806" progId="Equation.3">
                    <p:embed/>
                    <p:pic>
                      <p:nvPicPr>
                        <p:cNvPr id="0" name="Object 3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006" y="2448"/>
                          <a:ext cx="91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72" name="Object 36"/>
            <p:cNvGraphicFramePr>
              <a:graphicFrameLocks noChangeAspect="1"/>
            </p:cNvGraphicFramePr>
            <p:nvPr/>
          </p:nvGraphicFramePr>
          <p:xfrm>
            <a:off x="3999" y="2797"/>
            <a:ext cx="749" cy="320"/>
          </p:xfrm>
          <a:graphic>
            <a:graphicData uri="http://schemas.openxmlformats.org/presentationml/2006/ole">
              <mc:AlternateContent xmlns:mc="http://schemas.openxmlformats.org/markup-compatibility/2006">
                <mc:Choice xmlns:v="urn:schemas-microsoft-com:vml" Requires="v">
                  <p:oleObj spid="_x0000_s44965" name="公式" r:id="rId17" imgW="628715" imgH="190573" progId="Equation.3">
                    <p:embed/>
                  </p:oleObj>
                </mc:Choice>
                <mc:Fallback>
                  <p:oleObj name="公式" r:id="rId17" imgW="628715" imgH="190573" progId="Equation.3">
                    <p:embed/>
                    <p:pic>
                      <p:nvPicPr>
                        <p:cNvPr id="0" name="Object 3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999" y="2797"/>
                          <a:ext cx="749"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504871" name="Text Box 39"/>
          <p:cNvSpPr txBox="1">
            <a:spLocks noChangeArrowheads="1"/>
          </p:cNvSpPr>
          <p:nvPr/>
        </p:nvSpPr>
        <p:spPr bwMode="auto">
          <a:xfrm>
            <a:off x="5867400" y="228600"/>
            <a:ext cx="2667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50000"/>
              </a:spcBef>
            </a:pPr>
            <a:r>
              <a:rPr lang="en-US" altLang="zh-CN" sz="2400" b="1">
                <a:solidFill>
                  <a:schemeClr val="tx1"/>
                </a:solidFill>
                <a:ea typeface="黑体" pitchFamily="49" charset="-122"/>
              </a:rPr>
              <a:t>-</a:t>
            </a:r>
            <a:r>
              <a:rPr lang="en-US" altLang="zh-CN" sz="2400" b="1" i="1">
                <a:solidFill>
                  <a:schemeClr val="tx1"/>
                </a:solidFill>
                <a:ea typeface="黑体" pitchFamily="49" charset="-122"/>
              </a:rPr>
              <a:t>q</a:t>
            </a:r>
            <a:r>
              <a:rPr lang="en-US" altLang="zh-CN" sz="2400" b="1">
                <a:solidFill>
                  <a:schemeClr val="tx1"/>
                </a:solidFill>
                <a:ea typeface="黑体" pitchFamily="49" charset="-122"/>
              </a:rPr>
              <a:t>                    +</a:t>
            </a:r>
            <a:r>
              <a:rPr lang="en-US" altLang="zh-CN" sz="2400" b="1" i="1">
                <a:solidFill>
                  <a:schemeClr val="tx1"/>
                </a:solidFill>
                <a:ea typeface="黑体" pitchFamily="49" charset="-122"/>
              </a:rPr>
              <a:t>q</a:t>
            </a:r>
          </a:p>
        </p:txBody>
      </p:sp>
      <p:sp>
        <p:nvSpPr>
          <p:cNvPr id="504872" name="Text Box 40"/>
          <p:cNvSpPr txBox="1">
            <a:spLocks noChangeArrowheads="1"/>
          </p:cNvSpPr>
          <p:nvPr/>
        </p:nvSpPr>
        <p:spPr bwMode="auto">
          <a:xfrm>
            <a:off x="5867400" y="228600"/>
            <a:ext cx="2667000" cy="457200"/>
          </a:xfrm>
          <a:prstGeom prst="rect">
            <a:avLst/>
          </a:prstGeom>
          <a:solidFill>
            <a:srgbClr val="C9D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eaLnBrk="1" hangingPunct="1">
              <a:spcBef>
                <a:spcPct val="50000"/>
              </a:spcBef>
            </a:pPr>
            <a:r>
              <a:rPr lang="en-US" altLang="zh-CN" sz="2400" b="1">
                <a:solidFill>
                  <a:schemeClr val="tx1"/>
                </a:solidFill>
                <a:ea typeface="黑体" pitchFamily="49" charset="-122"/>
              </a:rPr>
              <a:t>-</a:t>
            </a:r>
            <a:r>
              <a:rPr lang="en-US" altLang="zh-CN" sz="2400" b="1" i="1">
                <a:solidFill>
                  <a:schemeClr val="tx1"/>
                </a:solidFill>
                <a:ea typeface="黑体" pitchFamily="49" charset="-122"/>
              </a:rPr>
              <a:t>Q </a:t>
            </a:r>
            <a:r>
              <a:rPr lang="en-US" altLang="zh-CN" sz="2400" b="1">
                <a:solidFill>
                  <a:schemeClr val="tx1"/>
                </a:solidFill>
                <a:ea typeface="黑体" pitchFamily="49" charset="-122"/>
              </a:rPr>
              <a:t>                  +</a:t>
            </a:r>
            <a:r>
              <a:rPr lang="en-US" altLang="zh-CN" sz="2400" b="1" i="1">
                <a:solidFill>
                  <a:schemeClr val="tx1"/>
                </a:solidFill>
                <a:ea typeface="黑体" pitchFamily="49" charset="-122"/>
              </a:rPr>
              <a:t>Q</a:t>
            </a:r>
          </a:p>
        </p:txBody>
      </p:sp>
      <p:grpSp>
        <p:nvGrpSpPr>
          <p:cNvPr id="504873" name="Group 41"/>
          <p:cNvGrpSpPr>
            <a:grpSpLocks/>
          </p:cNvGrpSpPr>
          <p:nvPr/>
        </p:nvGrpSpPr>
        <p:grpSpPr bwMode="auto">
          <a:xfrm>
            <a:off x="6248400" y="685800"/>
            <a:ext cx="2098675" cy="2644775"/>
            <a:chOff x="3516" y="446"/>
            <a:chExt cx="1322" cy="1510"/>
          </a:xfrm>
        </p:grpSpPr>
        <p:sp>
          <p:nvSpPr>
            <p:cNvPr id="44065" name="Line 42"/>
            <p:cNvSpPr>
              <a:spLocks noChangeShapeType="1"/>
            </p:cNvSpPr>
            <p:nvPr/>
          </p:nvSpPr>
          <p:spPr bwMode="auto">
            <a:xfrm>
              <a:off x="3567" y="1604"/>
              <a:ext cx="1018" cy="0"/>
            </a:xfrm>
            <a:prstGeom prst="line">
              <a:avLst/>
            </a:prstGeom>
            <a:noFill/>
            <a:ln w="19050">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66" name="AutoShape 43"/>
            <p:cNvSpPr>
              <a:spLocks noChangeArrowheads="1"/>
            </p:cNvSpPr>
            <p:nvPr/>
          </p:nvSpPr>
          <p:spPr bwMode="auto">
            <a:xfrm rot="69516" flipV="1">
              <a:off x="3617" y="547"/>
              <a:ext cx="103" cy="1409"/>
            </a:xfrm>
            <a:prstGeom prst="parallelogram">
              <a:avLst>
                <a:gd name="adj" fmla="val 25000"/>
              </a:avLst>
            </a:prstGeom>
            <a:solidFill>
              <a:srgbClr val="FFE0A7"/>
            </a:solidFill>
            <a:ln w="9525">
              <a:miter lim="800000"/>
              <a:headEnd/>
              <a:tailEnd/>
            </a:ln>
            <a:effectLst/>
            <a:scene3d>
              <a:camera prst="legacyPerspectiveFront">
                <a:rot lat="1500000" lon="20099978" rev="0"/>
              </a:camera>
              <a:lightRig rig="legacyFlat4" dir="t"/>
            </a:scene3d>
            <a:sp3d extrusionH="887400" prstMaterial="legacyMetal">
              <a:bevelT w="13500" h="13500" prst="angle"/>
              <a:bevelB w="13500" h="13500" prst="angle"/>
              <a:extrusionClr>
                <a:srgbClr val="FFE0A7"/>
              </a:extrusionClr>
            </a:sp3d>
            <a:extLst>
              <a:ext uri="{AF507438-7753-43E0-B8FC-AC1667EBCBE1}">
                <a14:hiddenEffects xmlns:a14="http://schemas.microsoft.com/office/drawing/2010/main">
                  <a:effectLst>
                    <a:outerShdw dist="89803" dir="11287806" algn="ctr" rotWithShape="0">
                      <a:srgbClr val="998664"/>
                    </a:outerShdw>
                  </a:effectLst>
                </a14:hiddenEffects>
              </a:ext>
            </a:extLst>
          </p:spPr>
          <p:txBody>
            <a:bodyPr wrap="none" anchor="ctr">
              <a:flatTx/>
            </a:bodyPr>
            <a:lstStyle/>
            <a:p>
              <a:endParaRPr lang="zh-CN" altLang="en-US"/>
            </a:p>
          </p:txBody>
        </p:sp>
        <p:sp>
          <p:nvSpPr>
            <p:cNvPr id="44067" name="AutoShape 44"/>
            <p:cNvSpPr>
              <a:spLocks noChangeArrowheads="1"/>
            </p:cNvSpPr>
            <p:nvPr/>
          </p:nvSpPr>
          <p:spPr bwMode="auto">
            <a:xfrm rot="69516" flipV="1">
              <a:off x="4737" y="547"/>
              <a:ext cx="101" cy="1409"/>
            </a:xfrm>
            <a:prstGeom prst="parallelogram">
              <a:avLst>
                <a:gd name="adj" fmla="val 25000"/>
              </a:avLst>
            </a:prstGeom>
            <a:solidFill>
              <a:srgbClr val="FFDD9F"/>
            </a:solidFill>
            <a:ln w="9525">
              <a:miter lim="800000"/>
              <a:headEnd/>
              <a:tailEnd/>
            </a:ln>
            <a:effectLst/>
            <a:scene3d>
              <a:camera prst="legacyPerspectiveFront">
                <a:rot lat="1500000" lon="20099978" rev="0"/>
              </a:camera>
              <a:lightRig rig="legacyFlat4" dir="t"/>
            </a:scene3d>
            <a:sp3d extrusionH="887400" prstMaterial="legacyMetal">
              <a:bevelT w="13500" h="13500" prst="angle"/>
              <a:bevelB w="13500" h="13500" prst="angle"/>
              <a:extrusionClr>
                <a:srgbClr val="FFDD9F"/>
              </a:extrusionClr>
            </a:sp3d>
            <a:extLst>
              <a:ext uri="{AF507438-7753-43E0-B8FC-AC1667EBCBE1}">
                <a14:hiddenEffects xmlns:a14="http://schemas.microsoft.com/office/drawing/2010/main">
                  <a:effectLst>
                    <a:outerShdw dist="89803" dir="11287806" algn="ctr" rotWithShape="0">
                      <a:srgbClr val="99855F"/>
                    </a:outerShdw>
                  </a:effectLst>
                </a14:hiddenEffects>
              </a:ext>
            </a:extLst>
          </p:spPr>
          <p:txBody>
            <a:bodyPr wrap="none" anchor="ctr">
              <a:flatTx/>
            </a:bodyPr>
            <a:lstStyle/>
            <a:p>
              <a:endParaRPr lang="zh-CN" altLang="en-US"/>
            </a:p>
          </p:txBody>
        </p:sp>
        <p:sp>
          <p:nvSpPr>
            <p:cNvPr id="44068" name="Line 45"/>
            <p:cNvSpPr>
              <a:spLocks noChangeShapeType="1"/>
            </p:cNvSpPr>
            <p:nvPr/>
          </p:nvSpPr>
          <p:spPr bwMode="auto">
            <a:xfrm>
              <a:off x="3719" y="597"/>
              <a:ext cx="1018" cy="0"/>
            </a:xfrm>
            <a:prstGeom prst="line">
              <a:avLst/>
            </a:prstGeom>
            <a:noFill/>
            <a:ln w="19050">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69" name="Line 46"/>
            <p:cNvSpPr>
              <a:spLocks noChangeShapeType="1"/>
            </p:cNvSpPr>
            <p:nvPr/>
          </p:nvSpPr>
          <p:spPr bwMode="auto">
            <a:xfrm>
              <a:off x="3516" y="446"/>
              <a:ext cx="1018" cy="0"/>
            </a:xfrm>
            <a:prstGeom prst="line">
              <a:avLst/>
            </a:prstGeom>
            <a:noFill/>
            <a:ln w="19050">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70" name="Line 47"/>
            <p:cNvSpPr>
              <a:spLocks noChangeShapeType="1"/>
            </p:cNvSpPr>
            <p:nvPr/>
          </p:nvSpPr>
          <p:spPr bwMode="auto">
            <a:xfrm>
              <a:off x="3719" y="1856"/>
              <a:ext cx="1018" cy="0"/>
            </a:xfrm>
            <a:prstGeom prst="line">
              <a:avLst/>
            </a:prstGeom>
            <a:noFill/>
            <a:ln w="19050">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04880" name="Group 48"/>
          <p:cNvGrpSpPr>
            <a:grpSpLocks/>
          </p:cNvGrpSpPr>
          <p:nvPr/>
        </p:nvGrpSpPr>
        <p:grpSpPr bwMode="auto">
          <a:xfrm>
            <a:off x="6019800" y="838200"/>
            <a:ext cx="2209800" cy="2070100"/>
            <a:chOff x="3792" y="528"/>
            <a:chExt cx="1392" cy="1304"/>
          </a:xfrm>
        </p:grpSpPr>
        <p:sp>
          <p:nvSpPr>
            <p:cNvPr id="44063" name="Text Box 49"/>
            <p:cNvSpPr txBox="1">
              <a:spLocks noChangeArrowheads="1"/>
            </p:cNvSpPr>
            <p:nvPr/>
          </p:nvSpPr>
          <p:spPr bwMode="auto">
            <a:xfrm>
              <a:off x="4944" y="624"/>
              <a:ext cx="240" cy="1208"/>
            </a:xfrm>
            <a:prstGeom prst="rect">
              <a:avLst/>
            </a:prstGeom>
            <a:noFill/>
            <a:ln>
              <a:noFill/>
            </a:ln>
            <a:effectLst/>
            <a:extLst>
              <a:ext uri="{909E8E84-426E-40DD-AFC4-6F175D3DCCD1}">
                <a14:hiddenFill xmlns:a14="http://schemas.microsoft.com/office/drawing/2010/main">
                  <a:solidFill>
                    <a:srgbClr val="D1F2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spcBef>
                  <a:spcPct val="50000"/>
                </a:spcBef>
              </a:pPr>
              <a:r>
                <a:rPr lang="en-US" altLang="zh-CN" sz="2400" b="1" i="1">
                  <a:solidFill>
                    <a:srgbClr val="FA230C"/>
                  </a:solidFill>
                  <a:ea typeface="宋体" pitchFamily="2" charset="-122"/>
                </a:rPr>
                <a:t>+++++</a:t>
              </a:r>
            </a:p>
          </p:txBody>
        </p:sp>
        <p:sp>
          <p:nvSpPr>
            <p:cNvPr id="44064" name="Text Box 50"/>
            <p:cNvSpPr txBox="1">
              <a:spLocks noChangeArrowheads="1"/>
            </p:cNvSpPr>
            <p:nvPr/>
          </p:nvSpPr>
          <p:spPr bwMode="auto">
            <a:xfrm>
              <a:off x="3792" y="528"/>
              <a:ext cx="240" cy="1268"/>
            </a:xfrm>
            <a:prstGeom prst="rect">
              <a:avLst/>
            </a:prstGeom>
            <a:noFill/>
            <a:ln>
              <a:noFill/>
            </a:ln>
            <a:effectLst/>
            <a:extLst>
              <a:ext uri="{909E8E84-426E-40DD-AFC4-6F175D3DCCD1}">
                <a14:hiddenFill xmlns:a14="http://schemas.microsoft.com/office/drawing/2010/main">
                  <a:solidFill>
                    <a:srgbClr val="D1F2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lgn="ctr" eaLnBrk="1" hangingPunct="1">
                <a:lnSpc>
                  <a:spcPct val="90000"/>
                </a:lnSpc>
                <a:spcBef>
                  <a:spcPct val="50000"/>
                </a:spcBef>
              </a:pPr>
              <a:r>
                <a:rPr lang="en-US" altLang="zh-CN" sz="2800" b="1" i="1">
                  <a:solidFill>
                    <a:srgbClr val="FA230C"/>
                  </a:solidFill>
                  <a:ea typeface="宋体" pitchFamily="2" charset="-122"/>
                </a:rPr>
                <a:t>-----</a:t>
              </a:r>
            </a:p>
          </p:txBody>
        </p:sp>
      </p:grpSp>
      <mc:AlternateContent xmlns:mc="http://schemas.openxmlformats.org/markup-compatibility/2006" xmlns:a14="http://schemas.microsoft.com/office/drawing/2010/main">
        <mc:Choice Requires="a14">
          <p:sp>
            <p:nvSpPr>
              <p:cNvPr id="2" name="对象 1"/>
              <p:cNvSpPr txBox="1"/>
              <p:nvPr/>
            </p:nvSpPr>
            <p:spPr bwMode="auto">
              <a:xfrm>
                <a:off x="576263" y="42863"/>
                <a:ext cx="4533900" cy="2060575"/>
              </a:xfrm>
              <a:prstGeom prst="rect">
                <a:avLst/>
              </a:prstGeom>
              <a:noFill/>
              <a:ln>
                <a:noFill/>
              </a:ln>
            </p:spPr>
            <p:txBody>
              <a:bodyPr>
                <a:noAutofit/>
              </a:bodyPr>
              <a:lstStyle/>
              <a:p>
                <a:pPr/>
                <a14:m>
                  <m:oMathPara xmlns:m="http://schemas.openxmlformats.org/officeDocument/2006/math">
                    <m:oMathParaPr>
                      <m:jc m:val="centerGroup"/>
                    </m:oMathParaPr>
                    <m:oMath xmlns:m="http://schemas.openxmlformats.org/officeDocument/2006/math">
                      <m:r>
                        <a:rPr lang="zh-CN" altLang="en-US" sz="2400" i="1">
                          <a:solidFill>
                            <a:srgbClr val="000000"/>
                          </a:solidFill>
                          <a:latin typeface="Cambria Math" panose="02040503050406030204" pitchFamily="18" charset="0"/>
                        </a:rPr>
                        <m:t>𝑊</m:t>
                      </m:r>
                      <m:r>
                        <a:rPr lang="zh-CN" altLang="en-US" sz="2400" i="1">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1</m:t>
                          </m:r>
                        </m:num>
                        <m:den>
                          <m:r>
                            <a:rPr lang="zh-CN" altLang="en-US" sz="2400" i="1">
                              <a:solidFill>
                                <a:srgbClr val="000000"/>
                              </a:solidFill>
                              <a:latin typeface="Cambria Math" panose="02040503050406030204" pitchFamily="18" charset="0"/>
                            </a:rPr>
                            <m:t>2</m:t>
                          </m:r>
                        </m:den>
                      </m:f>
                      <m:r>
                        <a:rPr lang="zh-CN" altLang="en-US" sz="2400" i="1">
                          <a:solidFill>
                            <a:srgbClr val="000000"/>
                          </a:solidFill>
                          <a:latin typeface="Cambria Math" panose="02040503050406030204" pitchFamily="18" charset="0"/>
                        </a:rPr>
                        <m:t>𝐶</m:t>
                      </m:r>
                      <m:sSubSup>
                        <m:sSubSupPr>
                          <m:ctrlPr>
                            <a:rPr lang="zh-CN" altLang="en-US" sz="2400" i="1">
                              <a:solidFill>
                                <a:srgbClr val="000000"/>
                              </a:solidFill>
                              <a:latin typeface="Cambria Math" panose="02040503050406030204" pitchFamily="18" charset="0"/>
                            </a:rPr>
                          </m:ctrlPr>
                        </m:sSubSupPr>
                        <m:e>
                          <m:r>
                            <a:rPr lang="zh-CN" altLang="en-US" sz="2400" i="1">
                              <a:solidFill>
                                <a:srgbClr val="000000"/>
                              </a:solidFill>
                              <a:latin typeface="Cambria Math" panose="02040503050406030204" pitchFamily="18" charset="0"/>
                            </a:rPr>
                            <m:t>𝑈</m:t>
                          </m:r>
                        </m:e>
                        <m:sub>
                          <m:r>
                            <m:rPr>
                              <m:nor/>
                            </m:rPr>
                            <a:rPr lang="zh-CN" altLang="en-US" sz="2400" i="0">
                              <a:solidFill>
                                <a:srgbClr val="000000"/>
                              </a:solidFill>
                              <a:latin typeface="Cambria Math" panose="02040503050406030204" pitchFamily="18" charset="0"/>
                            </a:rPr>
                            <m:t>AB</m:t>
                          </m:r>
                        </m:sub>
                        <m:sup>
                          <m:r>
                            <a:rPr lang="zh-CN" altLang="en-US" sz="2400" i="1">
                              <a:solidFill>
                                <a:srgbClr val="000000"/>
                              </a:solidFill>
                              <a:latin typeface="Cambria Math" panose="02040503050406030204" pitchFamily="18" charset="0"/>
                            </a:rPr>
                            <m:t>2</m:t>
                          </m:r>
                        </m:sup>
                      </m:sSubSup>
                      <m:r>
                        <a:rPr lang="zh-CN" altLang="en-US" sz="2400" i="1">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𝑄</m:t>
                              </m:r>
                            </m:e>
                            <m:sup>
                              <m:r>
                                <a:rPr lang="zh-CN" altLang="en-US" sz="2400" i="1">
                                  <a:solidFill>
                                    <a:srgbClr val="000000"/>
                                  </a:solidFill>
                                  <a:latin typeface="Cambria Math" panose="02040503050406030204" pitchFamily="18" charset="0"/>
                                </a:rPr>
                                <m:t>2</m:t>
                              </m:r>
                            </m:sup>
                          </m:sSup>
                        </m:num>
                        <m:den>
                          <m:r>
                            <a:rPr lang="zh-CN" altLang="en-US" sz="2400" i="1">
                              <a:solidFill>
                                <a:srgbClr val="000000"/>
                              </a:solidFill>
                              <a:latin typeface="Cambria Math" panose="02040503050406030204" pitchFamily="18" charset="0"/>
                            </a:rPr>
                            <m:t>2</m:t>
                          </m:r>
                          <m:r>
                            <a:rPr lang="zh-CN" altLang="en-US" sz="2400" i="1">
                              <a:solidFill>
                                <a:srgbClr val="000000"/>
                              </a:solidFill>
                              <a:latin typeface="Cambria Math" panose="02040503050406030204" pitchFamily="18" charset="0"/>
                            </a:rPr>
                            <m:t>𝐶</m:t>
                          </m:r>
                        </m:den>
                      </m:f>
                      <m:r>
                        <a:rPr lang="zh-CN" altLang="en-US" sz="2400" i="1">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1</m:t>
                          </m:r>
                        </m:num>
                        <m:den>
                          <m:r>
                            <a:rPr lang="zh-CN" altLang="en-US" sz="2400" i="1">
                              <a:solidFill>
                                <a:srgbClr val="000000"/>
                              </a:solidFill>
                              <a:latin typeface="Cambria Math" panose="02040503050406030204" pitchFamily="18" charset="0"/>
                            </a:rPr>
                            <m:t>2</m:t>
                          </m:r>
                        </m:den>
                      </m:f>
                      <m:r>
                        <m:rPr>
                          <m:sty m:val="p"/>
                        </m:rPr>
                        <a:rPr lang="en-US" altLang="zh-CN" sz="2400" i="1">
                          <a:solidFill>
                            <a:srgbClr val="000000"/>
                          </a:solidFill>
                          <a:latin typeface="Cambria Math" panose="02040503050406030204" pitchFamily="18" charset="0"/>
                        </a:rPr>
                        <m:t>Q</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𝑈</m:t>
                          </m:r>
                        </m:e>
                        <m:sub>
                          <m:r>
                            <m:rPr>
                              <m:nor/>
                            </m:rPr>
                            <a:rPr lang="zh-CN" altLang="en-US" sz="2400" i="0">
                              <a:solidFill>
                                <a:srgbClr val="000000"/>
                              </a:solidFill>
                              <a:latin typeface="Cambria Math" panose="02040503050406030204" pitchFamily="18" charset="0"/>
                            </a:rPr>
                            <m:t>AB</m:t>
                          </m:r>
                        </m:sub>
                      </m:sSub>
                    </m:oMath>
                    <m:oMath xmlns:m="http://schemas.openxmlformats.org/officeDocument/2006/math">
                      <m:r>
                        <a:rPr lang="zh-CN" altLang="en-US" sz="2400" i="1">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1</m:t>
                          </m:r>
                        </m:num>
                        <m:den>
                          <m:r>
                            <a:rPr lang="zh-CN" altLang="en-US" sz="2400" i="1">
                              <a:solidFill>
                                <a:srgbClr val="000000"/>
                              </a:solidFill>
                              <a:latin typeface="Cambria Math" panose="02040503050406030204" pitchFamily="18" charset="0"/>
                            </a:rPr>
                            <m:t>2</m:t>
                          </m:r>
                        </m:den>
                      </m:f>
                      <m:r>
                        <a:rPr lang="zh-CN" altLang="en-US" sz="2400" i="1">
                          <a:solidFill>
                            <a:srgbClr val="000000"/>
                          </a:solidFill>
                          <a:latin typeface="Cambria Math" panose="02040503050406030204" pitchFamily="18" charset="0"/>
                        </a:rPr>
                        <m:t>𝜀</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𝐸</m:t>
                          </m:r>
                        </m:e>
                        <m:sup>
                          <m:r>
                            <a:rPr lang="zh-CN" altLang="en-US" sz="2400" i="1">
                              <a:solidFill>
                                <a:srgbClr val="000000"/>
                              </a:solidFill>
                              <a:latin typeface="Cambria Math" panose="02040503050406030204" pitchFamily="18" charset="0"/>
                            </a:rPr>
                            <m:t>2</m:t>
                          </m:r>
                        </m:sup>
                      </m:sSup>
                      <m:r>
                        <a:rPr lang="zh-CN" altLang="en-US" sz="2400" i="1">
                          <a:solidFill>
                            <a:srgbClr val="000000"/>
                          </a:solidFill>
                          <a:latin typeface="Cambria Math" panose="02040503050406030204" pitchFamily="18" charset="0"/>
                        </a:rPr>
                        <m:t>𝑆𝑑</m:t>
                      </m:r>
                      <m:r>
                        <a:rPr lang="zh-CN" altLang="en-US" sz="2400" i="1">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1</m:t>
                          </m:r>
                        </m:num>
                        <m:den>
                          <m:r>
                            <a:rPr lang="zh-CN" altLang="en-US" sz="2400" i="1">
                              <a:solidFill>
                                <a:srgbClr val="000000"/>
                              </a:solidFill>
                              <a:latin typeface="Cambria Math" panose="02040503050406030204" pitchFamily="18" charset="0"/>
                            </a:rPr>
                            <m:t>2</m:t>
                          </m:r>
                        </m:den>
                      </m:f>
                      <m:r>
                        <a:rPr lang="zh-CN" altLang="en-US" sz="2400" i="1">
                          <a:solidFill>
                            <a:srgbClr val="000000"/>
                          </a:solidFill>
                          <a:latin typeface="Cambria Math" panose="02040503050406030204" pitchFamily="18" charset="0"/>
                        </a:rPr>
                        <m:t>𝜀</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𝐸</m:t>
                          </m:r>
                        </m:e>
                        <m:sup>
                          <m:r>
                            <a:rPr lang="zh-CN" altLang="en-US" sz="2400" i="1">
                              <a:solidFill>
                                <a:srgbClr val="000000"/>
                              </a:solidFill>
                              <a:latin typeface="Cambria Math" panose="02040503050406030204" pitchFamily="18" charset="0"/>
                            </a:rPr>
                            <m:t>2</m:t>
                          </m:r>
                        </m:sup>
                      </m:sSup>
                      <m:r>
                        <a:rPr lang="zh-CN" altLang="en-US" sz="2400" i="1">
                          <a:solidFill>
                            <a:srgbClr val="000000"/>
                          </a:solidFill>
                          <a:latin typeface="Cambria Math" panose="02040503050406030204" pitchFamily="18" charset="0"/>
                        </a:rPr>
                        <m:t>𝑉</m:t>
                      </m:r>
                    </m:oMath>
                  </m:oMathPara>
                </a14:m>
                <a:endParaRPr lang="zh-CN" altLang="en-US" sz="2400"/>
              </a:p>
            </p:txBody>
          </p:sp>
        </mc:Choice>
        <mc:Fallback xmlns="">
          <p:sp>
            <p:nvSpPr>
              <p:cNvPr id="2" name="对象 1"/>
              <p:cNvSpPr txBox="1">
                <a:spLocks noRot="1" noChangeAspect="1" noMove="1" noResize="1" noEditPoints="1" noAdjustHandles="1" noChangeArrowheads="1" noChangeShapeType="1" noTextEdit="1"/>
              </p:cNvSpPr>
              <p:nvPr/>
            </p:nvSpPr>
            <p:spPr bwMode="auto">
              <a:xfrm>
                <a:off x="576263" y="42863"/>
                <a:ext cx="4533900" cy="2060575"/>
              </a:xfrm>
              <a:prstGeom prst="rect">
                <a:avLst/>
              </a:prstGeom>
              <a:blipFill>
                <a:blip r:embed="rId19"/>
                <a:stretch>
                  <a:fillRect/>
                </a:stretch>
              </a:blipFill>
              <a:ln>
                <a:noFill/>
              </a:ln>
            </p:spPr>
            <p:txBody>
              <a:bodyPr/>
              <a:lstStyle/>
              <a:p>
                <a:r>
                  <a:rPr lang="zh-CN" altLang="en-US">
                    <a:noFill/>
                  </a:rPr>
                  <a:t> </a:t>
                </a:r>
              </a:p>
            </p:txBody>
          </p:sp>
        </mc:Fallback>
      </mc:AlternateContent>
    </p:spTree>
  </p:cSld>
  <p:clrMapOvr>
    <a:masterClrMapping/>
  </p:clrMapOvr>
  <p:transition>
    <p:rand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858" name="Text Box 2"/>
          <p:cNvSpPr txBox="1">
            <a:spLocks noChangeArrowheads="1"/>
          </p:cNvSpPr>
          <p:nvPr/>
        </p:nvSpPr>
        <p:spPr bwMode="auto">
          <a:xfrm>
            <a:off x="304800" y="304800"/>
            <a:ext cx="2362200" cy="1004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spcBef>
                <a:spcPct val="50000"/>
              </a:spcBef>
            </a:pPr>
            <a:r>
              <a:rPr kumimoji="0" lang="zh-CN" altLang="en-US" sz="2400" b="1">
                <a:solidFill>
                  <a:schemeClr val="tx1"/>
                </a:solidFill>
                <a:latin typeface="Arial" charset="0"/>
                <a:ea typeface="宋体" pitchFamily="2" charset="-122"/>
              </a:rPr>
              <a:t>一般情况下的</a:t>
            </a:r>
          </a:p>
          <a:p>
            <a:pPr>
              <a:spcBef>
                <a:spcPct val="50000"/>
              </a:spcBef>
            </a:pPr>
            <a:r>
              <a:rPr kumimoji="0" lang="zh-CN" altLang="en-US" sz="2400" b="1">
                <a:solidFill>
                  <a:srgbClr val="A50021"/>
                </a:solidFill>
                <a:latin typeface="Arial" charset="0"/>
                <a:ea typeface="宋体" pitchFamily="2" charset="-122"/>
              </a:rPr>
              <a:t>电场能量密度</a:t>
            </a:r>
            <a:r>
              <a:rPr kumimoji="0" lang="zh-CN" altLang="en-US" sz="2400" b="1">
                <a:solidFill>
                  <a:schemeClr val="tx1"/>
                </a:solidFill>
                <a:latin typeface="Arial" charset="0"/>
                <a:ea typeface="宋体" pitchFamily="2" charset="-122"/>
              </a:rPr>
              <a:t>：</a:t>
            </a:r>
          </a:p>
        </p:txBody>
      </p:sp>
      <p:graphicFrame>
        <p:nvGraphicFramePr>
          <p:cNvPr id="505859" name="Object 3"/>
          <p:cNvGraphicFramePr>
            <a:graphicFrameLocks noChangeAspect="1"/>
          </p:cNvGraphicFramePr>
          <p:nvPr/>
        </p:nvGraphicFramePr>
        <p:xfrm>
          <a:off x="2438400" y="5181600"/>
          <a:ext cx="4387850" cy="1273175"/>
        </p:xfrm>
        <a:graphic>
          <a:graphicData uri="http://schemas.openxmlformats.org/presentationml/2006/ole">
            <mc:AlternateContent xmlns:mc="http://schemas.openxmlformats.org/markup-compatibility/2006">
              <mc:Choice xmlns:v="urn:schemas-microsoft-com:vml" Requires="v">
                <p:oleObj spid="_x0000_s45525" name="Equation" r:id="rId3" imgW="1358310" imgH="393529" progId="Equation.3">
                  <p:embed/>
                </p:oleObj>
              </mc:Choice>
              <mc:Fallback>
                <p:oleObj name="Equation" r:id="rId3" imgW="1358310" imgH="393529"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8400" y="5181600"/>
                        <a:ext cx="4387850" cy="1273175"/>
                      </a:xfrm>
                      <a:prstGeom prst="rect">
                        <a:avLst/>
                      </a:prstGeom>
                      <a:gradFill rotWithShape="0">
                        <a:gsLst>
                          <a:gs pos="0">
                            <a:srgbClr val="33CCCC"/>
                          </a:gs>
                          <a:gs pos="50000">
                            <a:srgbClr val="FFFFFF"/>
                          </a:gs>
                          <a:gs pos="100000">
                            <a:srgbClr val="33CCCC"/>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5860" name="Object 4"/>
          <p:cNvGraphicFramePr>
            <a:graphicFrameLocks noChangeAspect="1"/>
          </p:cNvGraphicFramePr>
          <p:nvPr/>
        </p:nvGraphicFramePr>
        <p:xfrm>
          <a:off x="1981200" y="2286000"/>
          <a:ext cx="5257800" cy="693738"/>
        </p:xfrm>
        <a:graphic>
          <a:graphicData uri="http://schemas.openxmlformats.org/presentationml/2006/ole">
            <mc:AlternateContent xmlns:mc="http://schemas.openxmlformats.org/markup-compatibility/2006">
              <mc:Choice xmlns:v="urn:schemas-microsoft-com:vml" Requires="v">
                <p:oleObj spid="_x0000_s45526" name="Equation" r:id="rId5" imgW="1828800" imgH="241300" progId="Equation.3">
                  <p:embed/>
                </p:oleObj>
              </mc:Choice>
              <mc:Fallback>
                <p:oleObj name="Equation" r:id="rId5" imgW="1828800" imgH="2413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81200" y="2286000"/>
                        <a:ext cx="5257800" cy="693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5861" name="Text Box 5"/>
          <p:cNvSpPr txBox="1">
            <a:spLocks noChangeArrowheads="1"/>
          </p:cNvSpPr>
          <p:nvPr/>
        </p:nvSpPr>
        <p:spPr bwMode="auto">
          <a:xfrm>
            <a:off x="685800" y="3429000"/>
            <a:ext cx="1981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rgbClr val="FF3300"/>
                </a:solidFill>
                <a:latin typeface="Times New Roman" pitchFamily="18" charset="0"/>
                <a:ea typeface="楷体_GB2312" pitchFamily="49" charset="-122"/>
              </a:defRPr>
            </a:lvl1pPr>
            <a:lvl2pPr marL="742950" indent="-285750" eaLnBrk="0" hangingPunct="0">
              <a:defRPr kumimoji="1" sz="2000">
                <a:solidFill>
                  <a:srgbClr val="FF3300"/>
                </a:solidFill>
                <a:latin typeface="Times New Roman" pitchFamily="18" charset="0"/>
                <a:ea typeface="楷体_GB2312" pitchFamily="49" charset="-122"/>
              </a:defRPr>
            </a:lvl2pPr>
            <a:lvl3pPr marL="1143000" indent="-228600" eaLnBrk="0" hangingPunct="0">
              <a:defRPr kumimoji="1" sz="2000">
                <a:solidFill>
                  <a:srgbClr val="FF3300"/>
                </a:solidFill>
                <a:latin typeface="Times New Roman" pitchFamily="18" charset="0"/>
                <a:ea typeface="楷体_GB2312" pitchFamily="49" charset="-122"/>
              </a:defRPr>
            </a:lvl3pPr>
            <a:lvl4pPr marL="1600200" indent="-228600" eaLnBrk="0" hangingPunct="0">
              <a:defRPr kumimoji="1" sz="2000">
                <a:solidFill>
                  <a:srgbClr val="FF3300"/>
                </a:solidFill>
                <a:latin typeface="Times New Roman" pitchFamily="18" charset="0"/>
                <a:ea typeface="楷体_GB2312" pitchFamily="49" charset="-122"/>
              </a:defRPr>
            </a:lvl4pPr>
            <a:lvl5pPr marL="2057400" indent="-228600" eaLnBrk="0" hangingPunct="0">
              <a:defRPr kumimoji="1" sz="2000">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000">
                <a:solidFill>
                  <a:srgbClr val="FF3300"/>
                </a:solidFill>
                <a:latin typeface="Times New Roman" pitchFamily="18" charset="0"/>
                <a:ea typeface="楷体_GB2312" pitchFamily="49" charset="-122"/>
              </a:defRPr>
            </a:lvl9pPr>
          </a:lstStyle>
          <a:p>
            <a:pPr>
              <a:spcBef>
                <a:spcPct val="50000"/>
              </a:spcBef>
            </a:pPr>
            <a:r>
              <a:rPr kumimoji="0" lang="zh-CN" altLang="en-US" sz="2800" b="1">
                <a:solidFill>
                  <a:srgbClr val="CC3300"/>
                </a:solidFill>
                <a:latin typeface="Arial" charset="0"/>
                <a:ea typeface="宋体" pitchFamily="2" charset="-122"/>
              </a:rPr>
              <a:t>电场能量</a:t>
            </a:r>
          </a:p>
        </p:txBody>
      </p:sp>
      <p:graphicFrame>
        <p:nvGraphicFramePr>
          <p:cNvPr id="505862" name="Object 6"/>
          <p:cNvGraphicFramePr>
            <a:graphicFrameLocks noChangeAspect="1"/>
          </p:cNvGraphicFramePr>
          <p:nvPr/>
        </p:nvGraphicFramePr>
        <p:xfrm>
          <a:off x="2971800" y="3352800"/>
          <a:ext cx="3395663" cy="584200"/>
        </p:xfrm>
        <a:graphic>
          <a:graphicData uri="http://schemas.openxmlformats.org/presentationml/2006/ole">
            <mc:AlternateContent xmlns:mc="http://schemas.openxmlformats.org/markup-compatibility/2006">
              <mc:Choice xmlns:v="urn:schemas-microsoft-com:vml" Requires="v">
                <p:oleObj spid="_x0000_s45527" name="Equation" r:id="rId7" imgW="1180588" imgH="203112" progId="Equation.3">
                  <p:embed/>
                </p:oleObj>
              </mc:Choice>
              <mc:Fallback>
                <p:oleObj name="Equation" r:id="rId7" imgW="1180588" imgH="203112"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71800" y="3352800"/>
                        <a:ext cx="3395663"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5863" name="Object 7"/>
          <p:cNvGraphicFramePr>
            <a:graphicFrameLocks noChangeAspect="1"/>
          </p:cNvGraphicFramePr>
          <p:nvPr/>
        </p:nvGraphicFramePr>
        <p:xfrm>
          <a:off x="2743200" y="3962400"/>
          <a:ext cx="3687763" cy="839788"/>
        </p:xfrm>
        <a:graphic>
          <a:graphicData uri="http://schemas.openxmlformats.org/presentationml/2006/ole">
            <mc:AlternateContent xmlns:mc="http://schemas.openxmlformats.org/markup-compatibility/2006">
              <mc:Choice xmlns:v="urn:schemas-microsoft-com:vml" Requires="v">
                <p:oleObj spid="_x0000_s45528" name="Equation" r:id="rId9" imgW="1282700" imgH="292100" progId="Equation.3">
                  <p:embed/>
                </p:oleObj>
              </mc:Choice>
              <mc:Fallback>
                <p:oleObj name="Equation" r:id="rId9" imgW="1282700" imgH="292100"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43200" y="3962400"/>
                        <a:ext cx="3687763" cy="839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5864" name="Object 8"/>
          <p:cNvGraphicFramePr>
            <a:graphicFrameLocks noChangeAspect="1"/>
          </p:cNvGraphicFramePr>
          <p:nvPr/>
        </p:nvGraphicFramePr>
        <p:xfrm>
          <a:off x="2590800" y="685800"/>
          <a:ext cx="4419600" cy="1120775"/>
        </p:xfrm>
        <a:graphic>
          <a:graphicData uri="http://schemas.openxmlformats.org/presentationml/2006/ole">
            <mc:AlternateContent xmlns:mc="http://schemas.openxmlformats.org/markup-compatibility/2006">
              <mc:Choice xmlns:v="urn:schemas-microsoft-com:vml" Requires="v">
                <p:oleObj spid="_x0000_s45529" name="Equation" r:id="rId11" imgW="1180588" imgH="393529" progId="Equation.3">
                  <p:embed/>
                </p:oleObj>
              </mc:Choice>
              <mc:Fallback>
                <p:oleObj name="Equation" r:id="rId11" imgW="1180588" imgH="393529" progId="Equation.3">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90800" y="685800"/>
                        <a:ext cx="4419600" cy="1120775"/>
                      </a:xfrm>
                      <a:prstGeom prst="rect">
                        <a:avLst/>
                      </a:prstGeom>
                      <a:gradFill rotWithShape="0">
                        <a:gsLst>
                          <a:gs pos="0">
                            <a:srgbClr val="00CCFF"/>
                          </a:gs>
                          <a:gs pos="50000">
                            <a:srgbClr val="FFFFFF"/>
                          </a:gs>
                          <a:gs pos="100000">
                            <a:srgbClr val="00CCFF"/>
                          </a:gs>
                        </a:gsLst>
                        <a:lin ang="5400000" scaled="1"/>
                      </a:gra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05858"/>
                                        </p:tgtEl>
                                        <p:attrNameLst>
                                          <p:attrName>style.visibility</p:attrName>
                                        </p:attrNameLst>
                                      </p:cBhvr>
                                      <p:to>
                                        <p:strVal val="visible"/>
                                      </p:to>
                                    </p:set>
                                    <p:animEffect transition="in" filter="wipe(left)">
                                      <p:cBhvr>
                                        <p:cTn id="7" dur="500"/>
                                        <p:tgtEl>
                                          <p:spTgt spid="50585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42" fill="hold" nodeType="clickEffect">
                                  <p:stCondLst>
                                    <p:cond delay="0"/>
                                  </p:stCondLst>
                                  <p:childTnLst>
                                    <p:set>
                                      <p:cBhvr>
                                        <p:cTn id="11" dur="1" fill="hold">
                                          <p:stCondLst>
                                            <p:cond delay="0"/>
                                          </p:stCondLst>
                                        </p:cTn>
                                        <p:tgtEl>
                                          <p:spTgt spid="505864"/>
                                        </p:tgtEl>
                                        <p:attrNameLst>
                                          <p:attrName>style.visibility</p:attrName>
                                        </p:attrNameLst>
                                      </p:cBhvr>
                                      <p:to>
                                        <p:strVal val="visible"/>
                                      </p:to>
                                    </p:set>
                                    <p:animEffect transition="in" filter="barn(outHorizontal)">
                                      <p:cBhvr>
                                        <p:cTn id="12" dur="500"/>
                                        <p:tgtEl>
                                          <p:spTgt spid="50586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05860"/>
                                        </p:tgtEl>
                                        <p:attrNameLst>
                                          <p:attrName>style.visibility</p:attrName>
                                        </p:attrNameLst>
                                      </p:cBhvr>
                                      <p:to>
                                        <p:strVal val="visible"/>
                                      </p:to>
                                    </p:set>
                                    <p:animEffect transition="in" filter="wipe(left)">
                                      <p:cBhvr>
                                        <p:cTn id="17" dur="500"/>
                                        <p:tgtEl>
                                          <p:spTgt spid="50586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05861"/>
                                        </p:tgtEl>
                                        <p:attrNameLst>
                                          <p:attrName>style.visibility</p:attrName>
                                        </p:attrNameLst>
                                      </p:cBhvr>
                                      <p:to>
                                        <p:strVal val="visible"/>
                                      </p:to>
                                    </p:set>
                                    <p:animEffect transition="in" filter="wipe(left)">
                                      <p:cBhvr>
                                        <p:cTn id="22" dur="500"/>
                                        <p:tgtEl>
                                          <p:spTgt spid="50586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505862"/>
                                        </p:tgtEl>
                                        <p:attrNameLst>
                                          <p:attrName>style.visibility</p:attrName>
                                        </p:attrNameLst>
                                      </p:cBhvr>
                                      <p:to>
                                        <p:strVal val="visible"/>
                                      </p:to>
                                    </p:set>
                                    <p:animEffect transition="in" filter="wipe(left)">
                                      <p:cBhvr>
                                        <p:cTn id="27" dur="500"/>
                                        <p:tgtEl>
                                          <p:spTgt spid="50586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505863"/>
                                        </p:tgtEl>
                                        <p:attrNameLst>
                                          <p:attrName>style.visibility</p:attrName>
                                        </p:attrNameLst>
                                      </p:cBhvr>
                                      <p:to>
                                        <p:strVal val="visible"/>
                                      </p:to>
                                    </p:set>
                                    <p:animEffect transition="in" filter="wipe(left)">
                                      <p:cBhvr>
                                        <p:cTn id="32" dur="500"/>
                                        <p:tgtEl>
                                          <p:spTgt spid="50586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3" presetClass="entr" presetSubtype="16" fill="hold" nodeType="clickEffect">
                                  <p:stCondLst>
                                    <p:cond delay="0"/>
                                  </p:stCondLst>
                                  <p:childTnLst>
                                    <p:set>
                                      <p:cBhvr>
                                        <p:cTn id="36" dur="1" fill="hold">
                                          <p:stCondLst>
                                            <p:cond delay="0"/>
                                          </p:stCondLst>
                                        </p:cTn>
                                        <p:tgtEl>
                                          <p:spTgt spid="505859"/>
                                        </p:tgtEl>
                                        <p:attrNameLst>
                                          <p:attrName>style.visibility</p:attrName>
                                        </p:attrNameLst>
                                      </p:cBhvr>
                                      <p:to>
                                        <p:strVal val="visible"/>
                                      </p:to>
                                    </p:set>
                                    <p:anim calcmode="lin" valueType="num">
                                      <p:cBhvr>
                                        <p:cTn id="37" dur="500" fill="hold"/>
                                        <p:tgtEl>
                                          <p:spTgt spid="505859"/>
                                        </p:tgtEl>
                                        <p:attrNameLst>
                                          <p:attrName>ppt_w</p:attrName>
                                        </p:attrNameLst>
                                      </p:cBhvr>
                                      <p:tavLst>
                                        <p:tav tm="0">
                                          <p:val>
                                            <p:fltVal val="0"/>
                                          </p:val>
                                        </p:tav>
                                        <p:tav tm="100000">
                                          <p:val>
                                            <p:strVal val="#ppt_w"/>
                                          </p:val>
                                        </p:tav>
                                      </p:tavLst>
                                    </p:anim>
                                    <p:anim calcmode="lin" valueType="num">
                                      <p:cBhvr>
                                        <p:cTn id="38" dur="500" fill="hold"/>
                                        <p:tgtEl>
                                          <p:spTgt spid="50585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5858" grpId="0" autoUpdateAnimBg="0"/>
      <p:bldP spid="505861"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hlink"/>
        </a:solidFill>
        <a:effectLst/>
      </p:bgPr>
    </p:bg>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72A6E65C-3FD3-4291-8422-BD1423280C44}"/>
              </a:ext>
            </a:extLst>
          </p:cNvPr>
          <p:cNvPicPr>
            <a:picLocks noChangeAspect="1"/>
          </p:cNvPicPr>
          <p:nvPr/>
        </p:nvPicPr>
        <p:blipFill>
          <a:blip r:embed="rId2"/>
          <a:stretch>
            <a:fillRect/>
          </a:stretch>
        </p:blipFill>
        <p:spPr>
          <a:xfrm>
            <a:off x="0" y="1484784"/>
            <a:ext cx="9144000" cy="5454664"/>
          </a:xfrm>
          <a:prstGeom prst="rect">
            <a:avLst/>
          </a:prstGeom>
        </p:spPr>
      </p:pic>
      <p:pic>
        <p:nvPicPr>
          <p:cNvPr id="4" name="图片 3"/>
          <p:cNvPicPr>
            <a:picLocks noChangeAspect="1"/>
          </p:cNvPicPr>
          <p:nvPr/>
        </p:nvPicPr>
        <p:blipFill rotWithShape="1">
          <a:blip r:embed="rId3"/>
          <a:srcRect r="-3186" b="77413"/>
          <a:stretch/>
        </p:blipFill>
        <p:spPr>
          <a:xfrm>
            <a:off x="273947" y="108601"/>
            <a:ext cx="8870053" cy="1520200"/>
          </a:xfrm>
          <a:prstGeom prst="rect">
            <a:avLst/>
          </a:prstGeom>
        </p:spPr>
      </p:pic>
      <p:pic>
        <p:nvPicPr>
          <p:cNvPr id="2" name="图片 1">
            <a:extLst>
              <a:ext uri="{FF2B5EF4-FFF2-40B4-BE49-F238E27FC236}">
                <a16:creationId xmlns:a16="http://schemas.microsoft.com/office/drawing/2014/main" id="{C4BF1120-B35C-45FE-95BB-12C580656AB0}"/>
              </a:ext>
            </a:extLst>
          </p:cNvPr>
          <p:cNvPicPr>
            <a:picLocks noChangeAspect="1"/>
          </p:cNvPicPr>
          <p:nvPr/>
        </p:nvPicPr>
        <p:blipFill>
          <a:blip r:embed="rId4"/>
          <a:stretch>
            <a:fillRect/>
          </a:stretch>
        </p:blipFill>
        <p:spPr>
          <a:xfrm>
            <a:off x="5221625" y="3212976"/>
            <a:ext cx="3922375" cy="3063255"/>
          </a:xfrm>
          <a:prstGeom prst="rect">
            <a:avLst/>
          </a:prstGeom>
        </p:spPr>
      </p:pic>
      <p:pic>
        <p:nvPicPr>
          <p:cNvPr id="5" name="图片 4">
            <a:extLst>
              <a:ext uri="{FF2B5EF4-FFF2-40B4-BE49-F238E27FC236}">
                <a16:creationId xmlns:a16="http://schemas.microsoft.com/office/drawing/2014/main" id="{E648BEE6-B826-46FD-B140-A0562B1B2DF9}"/>
              </a:ext>
            </a:extLst>
          </p:cNvPr>
          <p:cNvPicPr>
            <a:picLocks noChangeAspect="1"/>
          </p:cNvPicPr>
          <p:nvPr/>
        </p:nvPicPr>
        <p:blipFill>
          <a:blip r:embed="rId5"/>
          <a:stretch>
            <a:fillRect/>
          </a:stretch>
        </p:blipFill>
        <p:spPr>
          <a:xfrm>
            <a:off x="21384" y="1484784"/>
            <a:ext cx="8100392" cy="1520200"/>
          </a:xfrm>
          <a:prstGeom prst="rect">
            <a:avLst/>
          </a:prstGeom>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hlink"/>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182499" y="688610"/>
            <a:ext cx="8779001" cy="5480779"/>
          </a:xfrm>
          <a:prstGeom prst="rect">
            <a:avLst/>
          </a:prstGeom>
        </p:spPr>
      </p:pic>
    </p:spTree>
  </p:cSld>
  <p:clrMapOvr>
    <a:masterClrMapping/>
  </p:clrMapOvr>
  <p:transition>
    <p:random/>
  </p:transition>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hlink"/>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36512" y="80281"/>
            <a:ext cx="9169179" cy="6767147"/>
          </a:xfrm>
          <a:prstGeom prst="rect">
            <a:avLst/>
          </a:prstGeom>
        </p:spPr>
      </p:pic>
    </p:spTree>
  </p:cSld>
  <p:clrMapOvr>
    <a:masterClrMapping/>
  </p:clrMapOvr>
  <p:transition>
    <p:rand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3"/>
          <a:srcRect b="13196"/>
          <a:stretch/>
        </p:blipFill>
        <p:spPr>
          <a:xfrm>
            <a:off x="0" y="-2171"/>
            <a:ext cx="9406943" cy="5879443"/>
          </a:xfrm>
          <a:prstGeom prst="rect">
            <a:avLst/>
          </a:prstGeom>
        </p:spPr>
      </p:pic>
      <p:graphicFrame>
        <p:nvGraphicFramePr>
          <p:cNvPr id="4" name="Object 13"/>
          <p:cNvGraphicFramePr>
            <a:graphicFrameLocks noChangeAspect="1"/>
          </p:cNvGraphicFramePr>
          <p:nvPr>
            <p:extLst>
              <p:ext uri="{D42A27DB-BD31-4B8C-83A1-F6EECF244321}">
                <p14:modId xmlns:p14="http://schemas.microsoft.com/office/powerpoint/2010/main" val="2489879101"/>
              </p:ext>
            </p:extLst>
          </p:nvPr>
        </p:nvGraphicFramePr>
        <p:xfrm>
          <a:off x="4684061" y="6065826"/>
          <a:ext cx="1675802" cy="737270"/>
        </p:xfrm>
        <a:graphic>
          <a:graphicData uri="http://schemas.openxmlformats.org/presentationml/2006/ole">
            <mc:AlternateContent xmlns:mc="http://schemas.openxmlformats.org/markup-compatibility/2006">
              <mc:Choice xmlns:v="urn:schemas-microsoft-com:vml" Requires="v">
                <p:oleObj spid="_x0000_s75840" name="Equation" r:id="rId4" imgW="1041120" imgH="457200" progId="Equation.DSMT4">
                  <p:embed/>
                </p:oleObj>
              </mc:Choice>
              <mc:Fallback>
                <p:oleObj name="Equation" r:id="rId4" imgW="1041120" imgH="457200" progId="Equation.DSMT4">
                  <p:embed/>
                  <p:pic>
                    <p:nvPicPr>
                      <p:cNvPr id="208909" name="Object 13"/>
                      <p:cNvPicPr>
                        <a:picLocks noChangeAspect="1" noChangeArrowheads="1"/>
                      </p:cNvPicPr>
                      <p:nvPr/>
                    </p:nvPicPr>
                    <p:blipFill>
                      <a:blip r:embed="rId5"/>
                      <a:srcRect/>
                      <a:stretch>
                        <a:fillRect/>
                      </a:stretch>
                    </p:blipFill>
                    <p:spPr bwMode="auto">
                      <a:xfrm>
                        <a:off x="4684061" y="6065826"/>
                        <a:ext cx="1675802" cy="737270"/>
                      </a:xfrm>
                      <a:prstGeom prst="rect">
                        <a:avLst/>
                      </a:prstGeom>
                      <a:noFill/>
                      <a:ln>
                        <a:noFill/>
                      </a:ln>
                      <a:effectLst/>
                    </p:spPr>
                  </p:pic>
                </p:oleObj>
              </mc:Fallback>
            </mc:AlternateContent>
          </a:graphicData>
        </a:graphic>
      </p:graphicFrame>
      <p:sp>
        <p:nvSpPr>
          <p:cNvPr id="2" name="矩形 1"/>
          <p:cNvSpPr/>
          <p:nvPr/>
        </p:nvSpPr>
        <p:spPr>
          <a:xfrm>
            <a:off x="683568" y="6065419"/>
            <a:ext cx="3390993" cy="400110"/>
          </a:xfrm>
          <a:prstGeom prst="rect">
            <a:avLst/>
          </a:prstGeom>
        </p:spPr>
        <p:txBody>
          <a:bodyPr wrap="none">
            <a:spAutoFit/>
          </a:bodyPr>
          <a:lstStyle/>
          <a:p>
            <a:r>
              <a:rPr lang="en-US" altLang="zh-CN">
                <a:solidFill>
                  <a:schemeClr val="accent2"/>
                </a:solidFill>
              </a:rPr>
              <a:t>2</a:t>
            </a:r>
            <a:r>
              <a:rPr lang="zh-CN" altLang="en-US">
                <a:solidFill>
                  <a:schemeClr val="accent2"/>
                </a:solidFill>
              </a:rPr>
              <a:t>、两</a:t>
            </a:r>
            <a:r>
              <a:rPr lang="zh-CN" altLang="en-US" dirty="0">
                <a:solidFill>
                  <a:schemeClr val="accent2"/>
                </a:solidFill>
              </a:rPr>
              <a:t>极板间相互作用力为</a:t>
            </a:r>
            <a:r>
              <a:rPr lang="en-US" altLang="zh-CN" i="1" dirty="0">
                <a:solidFill>
                  <a:schemeClr val="accent2"/>
                </a:solidFill>
              </a:rPr>
              <a:t>F</a:t>
            </a:r>
            <a:r>
              <a:rPr lang="en-US" altLang="zh-CN" dirty="0">
                <a:solidFill>
                  <a:schemeClr val="accent2"/>
                </a:solidFill>
              </a:rPr>
              <a:t>,</a:t>
            </a:r>
            <a:endParaRPr lang="zh-CN" altLang="en-US"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73555" y="365494"/>
            <a:ext cx="9291109" cy="6127011"/>
          </a:xfrm>
          <a:prstGeom prst="rect">
            <a:avLst/>
          </a:prstGeom>
        </p:spPr>
      </p:pic>
    </p:spTree>
  </p:cSld>
  <p:clrMapOvr>
    <a:masterClrMapping/>
  </p:clrMapOvr>
  <p:transition>
    <p:random/>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39231" y="51523"/>
            <a:ext cx="9065538" cy="6754953"/>
          </a:xfrm>
          <a:prstGeom prst="rect">
            <a:avLst/>
          </a:prstGeom>
        </p:spPr>
      </p:pic>
      <p:sp>
        <p:nvSpPr>
          <p:cNvPr id="3" name="文本框 2">
            <a:extLst>
              <a:ext uri="{FF2B5EF4-FFF2-40B4-BE49-F238E27FC236}">
                <a16:creationId xmlns:a16="http://schemas.microsoft.com/office/drawing/2014/main" id="{BB0FE0BC-74C7-42AB-B1DC-2E3004295DDE}"/>
              </a:ext>
            </a:extLst>
          </p:cNvPr>
          <p:cNvSpPr txBox="1"/>
          <p:nvPr/>
        </p:nvSpPr>
        <p:spPr>
          <a:xfrm>
            <a:off x="6660232" y="4365104"/>
            <a:ext cx="397866" cy="400110"/>
          </a:xfrm>
          <a:prstGeom prst="rect">
            <a:avLst/>
          </a:prstGeom>
          <a:noFill/>
        </p:spPr>
        <p:txBody>
          <a:bodyPr wrap="none" rtlCol="0">
            <a:spAutoFit/>
          </a:bodyPr>
          <a:lstStyle/>
          <a:p>
            <a:r>
              <a:rPr lang="en-US" altLang="zh-CN" i="1"/>
              <a:t>d</a:t>
            </a:r>
            <a:r>
              <a:rPr lang="en-US" altLang="zh-CN" baseline="-25000"/>
              <a:t>1</a:t>
            </a:r>
            <a:endParaRPr lang="zh-CN" altLang="en-US" baseline="-25000"/>
          </a:p>
        </p:txBody>
      </p:sp>
      <p:sp>
        <p:nvSpPr>
          <p:cNvPr id="4" name="文本框 3">
            <a:extLst>
              <a:ext uri="{FF2B5EF4-FFF2-40B4-BE49-F238E27FC236}">
                <a16:creationId xmlns:a16="http://schemas.microsoft.com/office/drawing/2014/main" id="{ABDCAE11-5646-4B21-AA81-41097D8B41A5}"/>
              </a:ext>
            </a:extLst>
          </p:cNvPr>
          <p:cNvSpPr txBox="1"/>
          <p:nvPr/>
        </p:nvSpPr>
        <p:spPr>
          <a:xfrm>
            <a:off x="7740352" y="4365104"/>
            <a:ext cx="397866" cy="400110"/>
          </a:xfrm>
          <a:prstGeom prst="rect">
            <a:avLst/>
          </a:prstGeom>
          <a:noFill/>
        </p:spPr>
        <p:txBody>
          <a:bodyPr wrap="none" rtlCol="0">
            <a:spAutoFit/>
          </a:bodyPr>
          <a:lstStyle/>
          <a:p>
            <a:r>
              <a:rPr lang="en-US" altLang="zh-CN" i="1"/>
              <a:t>d</a:t>
            </a:r>
            <a:r>
              <a:rPr lang="en-US" altLang="zh-CN" baseline="-25000"/>
              <a:t>2</a:t>
            </a:r>
            <a:endParaRPr lang="zh-CN" altLang="en-US" baseline="-25000"/>
          </a:p>
        </p:txBody>
      </p:sp>
      <p:cxnSp>
        <p:nvCxnSpPr>
          <p:cNvPr id="6" name="直接箭头连接符 5">
            <a:extLst>
              <a:ext uri="{FF2B5EF4-FFF2-40B4-BE49-F238E27FC236}">
                <a16:creationId xmlns:a16="http://schemas.microsoft.com/office/drawing/2014/main" id="{90005465-26C7-4EC8-AC20-826B43CDFCEE}"/>
              </a:ext>
            </a:extLst>
          </p:cNvPr>
          <p:cNvCxnSpPr/>
          <p:nvPr/>
        </p:nvCxnSpPr>
        <p:spPr bwMode="auto">
          <a:xfrm>
            <a:off x="6444208" y="4797152"/>
            <a:ext cx="720080" cy="0"/>
          </a:xfrm>
          <a:prstGeom prst="straightConnector1">
            <a:avLst/>
          </a:prstGeom>
          <a:solidFill>
            <a:srgbClr val="FFFF66"/>
          </a:solidFill>
          <a:ln w="9525" cap="flat" cmpd="sng" algn="ctr">
            <a:solidFill>
              <a:srgbClr val="FF00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直接箭头连接符 7">
            <a:extLst>
              <a:ext uri="{FF2B5EF4-FFF2-40B4-BE49-F238E27FC236}">
                <a16:creationId xmlns:a16="http://schemas.microsoft.com/office/drawing/2014/main" id="{2BDDF56D-E472-42C0-A4EF-7A40B9950FCE}"/>
              </a:ext>
            </a:extLst>
          </p:cNvPr>
          <p:cNvCxnSpPr/>
          <p:nvPr/>
        </p:nvCxnSpPr>
        <p:spPr bwMode="auto">
          <a:xfrm>
            <a:off x="7740352" y="4797152"/>
            <a:ext cx="397866" cy="0"/>
          </a:xfrm>
          <a:prstGeom prst="straightConnector1">
            <a:avLst/>
          </a:prstGeom>
          <a:solidFill>
            <a:srgbClr val="FFFF66"/>
          </a:solidFill>
          <a:ln w="9525" cap="flat" cmpd="sng" algn="ctr">
            <a:solidFill>
              <a:srgbClr val="FF00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ransition>
    <p:random/>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1072592" y="120787"/>
            <a:ext cx="6998815" cy="6559865"/>
          </a:xfrm>
          <a:prstGeom prst="rect">
            <a:avLst/>
          </a:prstGeom>
        </p:spPr>
      </p:pic>
    </p:spTree>
  </p:cSld>
  <p:clrMapOvr>
    <a:masterClrMapping/>
  </p:clrMapOvr>
  <p:transition>
    <p:rand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228223" y="755672"/>
            <a:ext cx="8687553" cy="5346655"/>
          </a:xfrm>
          <a:prstGeom prst="rect">
            <a:avLst/>
          </a:prstGeom>
        </p:spPr>
      </p:pic>
    </p:spTree>
  </p:cSld>
  <p:clrMapOvr>
    <a:masterClrMapping/>
  </p:clrMapOvr>
  <p:transition>
    <p:rand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矩形 1"/>
          <p:cNvSpPr>
            <a:spLocks noChangeArrowheads="1"/>
          </p:cNvSpPr>
          <p:nvPr/>
        </p:nvSpPr>
        <p:spPr bwMode="auto">
          <a:xfrm>
            <a:off x="359568" y="836712"/>
            <a:ext cx="8424863" cy="3293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dirty="0">
                <a:solidFill>
                  <a:srgbClr val="FF3300"/>
                </a:solidFill>
                <a:ea typeface="楷体_GB2312"/>
              </a:rPr>
              <a:t>第</a:t>
            </a:r>
            <a:r>
              <a:rPr lang="en-US" altLang="zh-CN" sz="2800" dirty="0">
                <a:solidFill>
                  <a:srgbClr val="FF3300"/>
                </a:solidFill>
                <a:ea typeface="楷体_GB2312"/>
              </a:rPr>
              <a:t>7</a:t>
            </a:r>
            <a:r>
              <a:rPr lang="zh-CN" altLang="en-US" sz="2800" dirty="0">
                <a:solidFill>
                  <a:srgbClr val="FF3300"/>
                </a:solidFill>
                <a:ea typeface="楷体_GB2312"/>
              </a:rPr>
              <a:t>章作业</a:t>
            </a:r>
            <a:endParaRPr lang="en-US" altLang="zh-CN" sz="3600" dirty="0">
              <a:solidFill>
                <a:srgbClr val="FF3300"/>
              </a:solidFill>
              <a:ea typeface="楷体_GB2312"/>
            </a:endParaRPr>
          </a:p>
          <a:p>
            <a:pPr eaLnBrk="1" hangingPunct="1">
              <a:spcBef>
                <a:spcPct val="0"/>
              </a:spcBef>
              <a:buFontTx/>
              <a:buNone/>
            </a:pPr>
            <a:endParaRPr lang="en-US" altLang="zh-CN" sz="3600">
              <a:solidFill>
                <a:schemeClr val="accent2"/>
              </a:solidFill>
              <a:ea typeface="楷体_GB2312"/>
            </a:endParaRPr>
          </a:p>
          <a:p>
            <a:pPr algn="ctr" eaLnBrk="1" hangingPunct="1">
              <a:spcBef>
                <a:spcPct val="0"/>
              </a:spcBef>
              <a:buFontTx/>
              <a:buNone/>
            </a:pPr>
            <a:r>
              <a:rPr lang="zh-CN" altLang="en-US" sz="3600">
                <a:solidFill>
                  <a:schemeClr val="accent2"/>
                </a:solidFill>
                <a:ea typeface="楷体_GB2312"/>
              </a:rPr>
              <a:t>电介质及电场能量</a:t>
            </a:r>
            <a:endParaRPr lang="en-US" altLang="zh-CN" sz="3600" dirty="0">
              <a:ea typeface="楷体_GB2312"/>
            </a:endParaRPr>
          </a:p>
          <a:p>
            <a:pPr algn="ctr" eaLnBrk="1" hangingPunct="1">
              <a:spcBef>
                <a:spcPct val="0"/>
              </a:spcBef>
              <a:buFontTx/>
              <a:buNone/>
            </a:pPr>
            <a:r>
              <a:rPr lang="en-US" altLang="zh-CN" sz="3600">
                <a:solidFill>
                  <a:srgbClr val="FF3300"/>
                </a:solidFill>
                <a:ea typeface="楷体_GB2312"/>
              </a:rPr>
              <a:t>54,55,60, 62,63,64</a:t>
            </a:r>
            <a:r>
              <a:rPr lang="zh-CN" altLang="en-US" sz="3600">
                <a:solidFill>
                  <a:srgbClr val="FF3300"/>
                </a:solidFill>
                <a:ea typeface="楷体_GB2312"/>
              </a:rPr>
              <a:t>，</a:t>
            </a:r>
            <a:endParaRPr lang="en-US" altLang="zh-CN" sz="3600">
              <a:solidFill>
                <a:srgbClr val="FF3300"/>
              </a:solidFill>
              <a:ea typeface="楷体_GB2312"/>
            </a:endParaRPr>
          </a:p>
          <a:p>
            <a:pPr algn="ctr" eaLnBrk="1" hangingPunct="1">
              <a:spcBef>
                <a:spcPct val="0"/>
              </a:spcBef>
              <a:buFontTx/>
              <a:buNone/>
            </a:pPr>
            <a:r>
              <a:rPr lang="en-US" altLang="zh-CN" sz="3600">
                <a:solidFill>
                  <a:srgbClr val="FF3300"/>
                </a:solidFill>
                <a:ea typeface="楷体_GB2312"/>
              </a:rPr>
              <a:t>65,66,67,69,70</a:t>
            </a:r>
            <a:endParaRPr lang="en-US" altLang="zh-CN" sz="3600" dirty="0">
              <a:solidFill>
                <a:srgbClr val="FF3300"/>
              </a:solidFill>
              <a:ea typeface="楷体_GB2312"/>
            </a:endParaRPr>
          </a:p>
          <a:p>
            <a:pPr eaLnBrk="1" hangingPunct="1">
              <a:spcBef>
                <a:spcPct val="0"/>
              </a:spcBef>
              <a:buFontTx/>
              <a:buNone/>
            </a:pPr>
            <a:endParaRPr lang="en-US" altLang="zh-CN" sz="3600" dirty="0">
              <a:solidFill>
                <a:srgbClr val="FF3300"/>
              </a:solidFill>
              <a:ea typeface="楷体_GB2312"/>
            </a:endParaRPr>
          </a:p>
        </p:txBody>
      </p:sp>
    </p:spTree>
    <p:extLst>
      <p:ext uri="{BB962C8B-B14F-4D97-AF65-F5344CB8AC3E}">
        <p14:creationId xmlns:p14="http://schemas.microsoft.com/office/powerpoint/2010/main" val="3912685665"/>
      </p:ext>
    </p:extLst>
  </p:cSld>
  <p:clrMapOvr>
    <a:masterClrMapping/>
  </p:clrMapOvr>
  <p:transition>
    <p:random/>
  </p:transition>
</p:sld>
</file>

<file path=ppt/theme/theme1.xml><?xml version="1.0" encoding="utf-8"?>
<a:theme xmlns:a="http://schemas.openxmlformats.org/drawingml/2006/main" name="教案">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FF3300"/>
      </a:folHlink>
    </a:clrScheme>
    <a:fontScheme name="教案">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a:noFill/>
        </a:ln>
        <a:effectLst/>
        <a:extLst/>
      </a:spPr>
      <a:bodyPr wrap="none">
        <a:spAutoFit/>
      </a:bodyPr>
      <a:lstStyle>
        <a:defPPr algn="l">
          <a:spcBef>
            <a:spcPct val="0"/>
          </a:spcBef>
          <a:defRPr sz="2400" b="1">
            <a:solidFill>
              <a:srgbClr val="3333FF"/>
            </a:solidFill>
            <a:ea typeface="宋体" pitchFamily="2" charset="-122"/>
            <a:sym typeface="Symbol" pitchFamily="18" charset="2"/>
          </a:defRPr>
        </a:defPPr>
      </a:lstStyle>
    </a:spDef>
    <a:lnDef>
      <a:spPr bwMode="auto">
        <a:xfrm>
          <a:off x="0" y="0"/>
          <a:ext cx="1" cy="1"/>
        </a:xfrm>
        <a:custGeom>
          <a:avLst/>
          <a:gdLst/>
          <a:ahLst/>
          <a:cxnLst/>
          <a:rect l="0" t="0" r="0" b="0"/>
          <a:pathLst/>
        </a:custGeom>
        <a:solidFill>
          <a:srgbClr val="FFFF66"/>
        </a:solidFill>
        <a:ln w="9525" cap="flat" cmpd="sng" algn="ctr">
          <a:solidFill>
            <a:srgbClr val="FF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0000" tIns="46800" rIns="90000" bIns="46800" numCol="1" anchor="ctr"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Tx/>
          <a:buNone/>
          <a:tabLst/>
          <a:defRPr kumimoji="1" lang="zh-CN" altLang="en-US" sz="2000" b="0" i="0" u="none" strike="noStrike" cap="none" normalizeH="0" baseline="0" smtClean="0">
            <a:ln>
              <a:noFill/>
            </a:ln>
            <a:solidFill>
              <a:srgbClr val="FF3300"/>
            </a:solidFill>
            <a:effectLst/>
            <a:latin typeface="Times New Roman" pitchFamily="18" charset="0"/>
            <a:ea typeface="楷体_GB2312" pitchFamily="49" charset="-122"/>
          </a:defRPr>
        </a:defPPr>
      </a:lstStyle>
    </a:lnDef>
  </a:objectDefaults>
  <a:extraClrSchemeLst>
    <a:extraClrScheme>
      <a:clrScheme name="教案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教案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教案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教案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教案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教案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教案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D:\MSOffice\Templates\教案.pot</Template>
  <TotalTime>7789</TotalTime>
  <Words>2584</Words>
  <Application>Microsoft Office PowerPoint</Application>
  <PresentationFormat>全屏显示(4:3)</PresentationFormat>
  <Paragraphs>480</Paragraphs>
  <Slides>49</Slides>
  <Notes>3</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2</vt:i4>
      </vt:variant>
      <vt:variant>
        <vt:lpstr>幻灯片标题</vt:lpstr>
      </vt:variant>
      <vt:variant>
        <vt:i4>49</vt:i4>
      </vt:variant>
    </vt:vector>
  </HeadingPairs>
  <TitlesOfParts>
    <vt:vector size="67" baseType="lpstr">
      <vt:lpstr>黑体</vt:lpstr>
      <vt:lpstr>华文细黑</vt:lpstr>
      <vt:lpstr>华文新魏</vt:lpstr>
      <vt:lpstr>楷体</vt:lpstr>
      <vt:lpstr>楷体_GB2312</vt:lpstr>
      <vt:lpstr>隶书</vt:lpstr>
      <vt:lpstr>宋体</vt:lpstr>
      <vt:lpstr>幼圆</vt:lpstr>
      <vt:lpstr>Arial</vt:lpstr>
      <vt:lpstr>Bookman Old Style</vt:lpstr>
      <vt:lpstr>Bookshelf Symbol 7</vt:lpstr>
      <vt:lpstr>Cambria Math</vt:lpstr>
      <vt:lpstr>Symbol</vt:lpstr>
      <vt:lpstr>Times New Roman</vt:lpstr>
      <vt:lpstr>Wingdings 2</vt:lpstr>
      <vt:lpstr>教案</vt:lpstr>
      <vt:lpstr>公式</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§7-10  静电场的能量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静电场中的导体</dc:title>
  <dc:creator>Wang</dc:creator>
  <cp:lastModifiedBy>Songyou Wang</cp:lastModifiedBy>
  <cp:revision>365</cp:revision>
  <dcterms:created xsi:type="dcterms:W3CDTF">2000-11-05T08:34:30Z</dcterms:created>
  <dcterms:modified xsi:type="dcterms:W3CDTF">2025-12-17T03:36:35Z</dcterms:modified>
</cp:coreProperties>
</file>