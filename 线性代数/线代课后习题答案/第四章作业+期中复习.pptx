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64" r:id="rId5"/>
    <p:sldId id="265" r:id="rId6"/>
    <p:sldId id="266" r:id="rId7"/>
    <p:sldId id="260" r:id="rId8"/>
    <p:sldId id="259" r:id="rId9"/>
    <p:sldId id="267" r:id="rId10"/>
    <p:sldId id="268" r:id="rId11"/>
    <p:sldId id="269" r:id="rId12"/>
    <p:sldId id="257" r:id="rId13"/>
    <p:sldId id="258" r:id="rId14"/>
    <p:sldId id="270" r:id="rId15"/>
    <p:sldId id="261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2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F36EE3-1C26-7B21-BB76-274014EA50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947A337-821B-C859-1A39-9F54B2DD0D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079F19-2460-85E8-3F3D-18FF49C24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1A6DE-D19A-412B-A3E5-36B3160F9B11}" type="datetimeFigureOut">
              <a:rPr lang="zh-CN" altLang="en-US" smtClean="0"/>
              <a:t>2023/11/20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7855F8-1012-FEBB-4209-0B7814100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B91052-FAC1-8814-918D-4A6562A83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4F322-307B-4CCA-A119-C89AC67078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5954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4C649A-1721-3AAD-17EA-56F2162F3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29E117-B2AD-A322-2723-EEB5E648C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904953-BE22-3639-1F1A-1653A7B4F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1A6DE-D19A-412B-A3E5-36B3160F9B11}" type="datetimeFigureOut">
              <a:rPr lang="zh-CN" altLang="en-US" smtClean="0"/>
              <a:t>2023/11/20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55CA10-14C5-8033-B47D-5C5B1418A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6E2992-496E-1D73-3772-905965B7A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4F322-307B-4CCA-A119-C89AC67078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6628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0D093A-634D-63D3-8A1C-58C761734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16CABEB-F14A-1820-0F01-39A2DE0BA4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630566-4E42-9DF3-03E1-0C122EAB4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1A6DE-D19A-412B-A3E5-36B3160F9B11}" type="datetimeFigureOut">
              <a:rPr lang="zh-CN" altLang="en-US" smtClean="0"/>
              <a:t>2023/11/20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44BF19-7B3F-0E04-C006-F041278DC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06C503-3DBE-DB5B-4B77-B9F9795CB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4F322-307B-4CCA-A119-C89AC67078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1778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9A52EE-4E9C-2793-6B57-B4DF53D11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AEA5ED-903D-B6F6-3605-BD848CF28E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D779F56-9851-B539-65CA-17FB5D31E7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1DA0C6B-269B-FBFA-DE67-7CE9FE317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1A6DE-D19A-412B-A3E5-36B3160F9B11}" type="datetimeFigureOut">
              <a:rPr lang="zh-CN" altLang="en-US" smtClean="0"/>
              <a:t>2023/11/20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4ACC57-FEF0-2E0A-096F-FD95B890F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7B0ED3B-341A-2D8D-A616-AA4C85BB7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4F322-307B-4CCA-A119-C89AC67078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8253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07B206-47CB-578A-E608-4EF9BFFAF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37E692-E447-E17A-756F-56A2F3819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927B50-EF99-A027-923C-606DC06322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ABAA25B-33F6-5E22-2F7E-A48719BC05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395EF98-DE6C-9D9C-97B9-BDBC9FF905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4D369AF-3B15-8371-8FC0-B4C99CBE8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1A6DE-D19A-412B-A3E5-36B3160F9B11}" type="datetimeFigureOut">
              <a:rPr lang="zh-CN" altLang="en-US" smtClean="0"/>
              <a:t>2023/11/20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0DF1450-375C-8523-B1F9-D46F5B8B7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295D80D-C7E9-94BF-36C7-EB08DD80E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4F322-307B-4CCA-A119-C89AC67078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1148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413632-B6CC-6D4A-F6F9-803F18A16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09677D3-9BC8-56AF-E060-3D5956B5D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1A6DE-D19A-412B-A3E5-36B3160F9B11}" type="datetimeFigureOut">
              <a:rPr lang="zh-CN" altLang="en-US" smtClean="0"/>
              <a:t>2023/11/20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B9C3D34-B0F7-9356-83E1-D8194FF84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EF288A3-3748-CE6F-AB8A-128B8F14D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4F322-307B-4CCA-A119-C89AC67078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0415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F503A6C-9B06-9928-E9B4-C4CA15FF0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1A6DE-D19A-412B-A3E5-36B3160F9B11}" type="datetimeFigureOut">
              <a:rPr lang="zh-CN" altLang="en-US" smtClean="0"/>
              <a:t>2023/11/20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E9E0B51-A124-C4DE-2F9D-39301AD16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B698CE-EDBE-63D8-B53A-A1662DF03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4F322-307B-4CCA-A119-C89AC67078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9355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D981F7-EDE4-FD0C-9A01-076CC39B7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58453D-2E7B-C8C6-D20E-4CE1F33D1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288B6B7-BFED-10E9-7056-D2B22C28E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53B99FA-76E8-317D-2C04-577CBEA92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1A6DE-D19A-412B-A3E5-36B3160F9B11}" type="datetimeFigureOut">
              <a:rPr lang="zh-CN" altLang="en-US" smtClean="0"/>
              <a:t>2023/11/20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90CB3C-B58D-C2B1-CCE4-090F9A899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A6206D6-B1E6-0D8F-9342-7786817B2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4F322-307B-4CCA-A119-C89AC67078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1609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C4B26C-771D-77FE-FE06-F0E05A87A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9FDA89F-0D07-B817-13D3-2E7BE783AD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7AC4D11-8DA1-691E-BEB3-CD6CFF6FC7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60139B-D586-BCFD-BBD4-F73FB3770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1A6DE-D19A-412B-A3E5-36B3160F9B11}" type="datetimeFigureOut">
              <a:rPr lang="zh-CN" altLang="en-US" smtClean="0"/>
              <a:t>2023/11/20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E415DEB-4E6A-8246-1090-34AF28B39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7296C97-2BAE-08CB-5ECC-F064EE72C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4F322-307B-4CCA-A119-C89AC67078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6307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ED8464-A5F8-D35D-F128-CB35B137B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9F37FD6-60EC-6981-C89C-72841D100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8BCDDB-9E2F-ECAE-240C-4374BC242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1A6DE-D19A-412B-A3E5-36B3160F9B11}" type="datetimeFigureOut">
              <a:rPr lang="zh-CN" altLang="en-US" smtClean="0"/>
              <a:t>2023/11/20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EFC153-F801-12F5-CEA0-77B13C5D4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D9193D-57EC-7051-6647-8ED7A2519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4F322-307B-4CCA-A119-C89AC67078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8729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53C0691-DF5B-F2C2-04F0-84692CD5BB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ADABC78-C80F-6950-6984-F2CF33C8A2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41B0CB-CD88-414A-405F-736570139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1A6DE-D19A-412B-A3E5-36B3160F9B11}" type="datetimeFigureOut">
              <a:rPr lang="zh-CN" altLang="en-US" smtClean="0"/>
              <a:t>2023/11/20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1992FE-1A95-0E24-B07C-B8B552132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5E2B8-2FEE-9EE0-12B0-6EBDA13DF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4F322-307B-4CCA-A119-C89AC67078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4102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F2BB19B-DCBE-2132-6DF2-333F93CBD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4CBE81B-17B9-503E-905C-54B00D837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F4642B-A310-83A3-B141-B576A3BF66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71A6DE-D19A-412B-A3E5-36B3160F9B11}" type="datetimeFigureOut">
              <a:rPr lang="zh-CN" altLang="en-US" smtClean="0"/>
              <a:t>2023/11/20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80279E-B4C1-818C-8DF4-FEE45C9F3A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5A773A-C640-CAC2-B77A-F250917F93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4F322-307B-4CCA-A119-C89AC67078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1858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AB81BA-6231-3A9C-B201-9644354FB4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第四章作业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462F6E1-9CBE-2584-914E-26FB744124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7935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210FFDE-179C-E2CB-EC53-231DBED01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44" y="92765"/>
            <a:ext cx="11631648" cy="148610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9C16DC1-E75A-4326-0232-02E8D7179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55" y="1838075"/>
            <a:ext cx="11393490" cy="358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317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FF7281D-7AC3-49E6-6792-8F53F29F2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650" y="85587"/>
            <a:ext cx="10297962" cy="197195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B03B819-C1A8-220D-699F-96A7871309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12" y="2319207"/>
            <a:ext cx="11831701" cy="187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628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4961D9C-39E3-FA94-DB46-1789E79411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63"/>
          <a:stretch/>
        </p:blipFill>
        <p:spPr>
          <a:xfrm>
            <a:off x="50006" y="78581"/>
            <a:ext cx="8622584" cy="65958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3F894EE-DA2A-B962-BACD-CA679EEF89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3850"/>
            <a:ext cx="5622131" cy="360270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02D5219-46DE-0988-1B3B-E31E3D54019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2280" t="7905" r="5592" b="5875"/>
          <a:stretch/>
        </p:blipFill>
        <p:spPr>
          <a:xfrm>
            <a:off x="4072939" y="1821601"/>
            <a:ext cx="8175631" cy="4129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251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A1B60E5-D533-B335-15DF-760C5A4148C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035"/>
          <a:stretch/>
        </p:blipFill>
        <p:spPr>
          <a:xfrm>
            <a:off x="185738" y="71438"/>
            <a:ext cx="6963448" cy="165514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B598523-FA97-BD95-EC68-C14CD36CA2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790" y="2102402"/>
            <a:ext cx="10812384" cy="346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497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1A15EA0-83EA-B38A-B4FD-795DCF34DF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832"/>
          <a:stretch/>
        </p:blipFill>
        <p:spPr>
          <a:xfrm>
            <a:off x="85725" y="85725"/>
            <a:ext cx="11679280" cy="82398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39BE291-54C6-BF3A-69A5-83084A5A97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255" y="1237900"/>
            <a:ext cx="11393490" cy="501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421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3F61DF0-3897-E8B8-BD2B-71FC8FBEC7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720"/>
          <a:stretch/>
        </p:blipFill>
        <p:spPr>
          <a:xfrm>
            <a:off x="347038" y="57150"/>
            <a:ext cx="8954750" cy="56202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D4FCDAB-7F4C-CB37-D414-42CB022EC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755" y="509455"/>
            <a:ext cx="7445316" cy="6184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607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1302F58-BD48-44EB-D6ED-7C05523E3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874" y="164246"/>
            <a:ext cx="10764752" cy="85737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F00F9EE-D70E-F891-165B-22862884164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5888"/>
          <a:stretch/>
        </p:blipFill>
        <p:spPr>
          <a:xfrm>
            <a:off x="492168" y="669153"/>
            <a:ext cx="10764752" cy="85737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B848687-3A5F-A11E-6CEB-E003DE75554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4173"/>
          <a:stretch/>
        </p:blipFill>
        <p:spPr>
          <a:xfrm>
            <a:off x="427874" y="1435894"/>
            <a:ext cx="10913269" cy="4623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957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A350624-D51A-E343-69EF-B37C84278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94" y="0"/>
            <a:ext cx="7435581" cy="174646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F9E0CD7-91AD-A760-71A8-A0DCE50380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945895"/>
            <a:ext cx="8587570" cy="4560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429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F437A88-DD72-7ED1-7CD5-E7FF72528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" y="92867"/>
            <a:ext cx="5567362" cy="181756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3C4662C-FAC5-0303-E084-E463AA2DACF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114"/>
          <a:stretch/>
        </p:blipFill>
        <p:spPr>
          <a:xfrm>
            <a:off x="392906" y="2066382"/>
            <a:ext cx="7627881" cy="371571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3F7A134-1C35-D2CC-1465-286486C08D1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0822"/>
          <a:stretch/>
        </p:blipFill>
        <p:spPr>
          <a:xfrm>
            <a:off x="6379369" y="4663250"/>
            <a:ext cx="5557838" cy="1384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495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859081F-16F9-CF61-5232-5E6781DB0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94" y="71438"/>
            <a:ext cx="6133659" cy="187662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0B09242-0726-9815-E9CB-A6FA5154841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155"/>
          <a:stretch/>
        </p:blipFill>
        <p:spPr>
          <a:xfrm>
            <a:off x="500061" y="1948061"/>
            <a:ext cx="9932571" cy="447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204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19E41F9-889C-E261-1AC3-0EF89E91B67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204"/>
          <a:stretch/>
        </p:blipFill>
        <p:spPr>
          <a:xfrm>
            <a:off x="121441" y="95582"/>
            <a:ext cx="7888056" cy="212612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A14DEF2A-BC9B-D72B-A41A-9BAE0F262D6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989" b="20688"/>
          <a:stretch/>
        </p:blipFill>
        <p:spPr>
          <a:xfrm>
            <a:off x="490071" y="2168930"/>
            <a:ext cx="6117206" cy="468907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2EA4EB3-A7EB-C0FB-8709-C5D6857494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9483" y="3347959"/>
            <a:ext cx="5999321" cy="1894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670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A8B52DE-138B-48BA-D837-92489660E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7938" y="318388"/>
            <a:ext cx="7221566" cy="629151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2E53A32-392E-EE13-C30D-EAE2A050A1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319" y="318388"/>
            <a:ext cx="6181917" cy="221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4088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852A3A9-1E2A-58D7-EBE9-23FD89330E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889"/>
          <a:stretch/>
        </p:blipFill>
        <p:spPr>
          <a:xfrm>
            <a:off x="235090" y="71437"/>
            <a:ext cx="9364382" cy="170986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DB73709-AF7D-205E-053E-74DE367326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60" y="1483428"/>
            <a:ext cx="8364117" cy="130510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4DB7D83-BC18-C346-272D-23204EE5F2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866" y="2869130"/>
            <a:ext cx="6746829" cy="3658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0718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20AD55C-96F8-DB27-8D14-E3AD08200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217" y="-1"/>
            <a:ext cx="5716783" cy="430768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C67E348-6C2B-4FE7-E12A-22C457D034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8924" y="1251477"/>
            <a:ext cx="7970966" cy="4396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184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1589167-4681-C421-7504-32868691ACC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257"/>
          <a:stretch/>
        </p:blipFill>
        <p:spPr>
          <a:xfrm>
            <a:off x="153975" y="285749"/>
            <a:ext cx="11555438" cy="91208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F975C79-6D0B-187C-FBD8-A9C50FD9F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294" y="1197834"/>
            <a:ext cx="8423265" cy="5096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5150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2F4F5F7-51E7-B519-4739-267F31387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816"/>
            <a:ext cx="11965070" cy="139084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33C03E3-129B-811A-7EA2-732F4F5D8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237" y="1452660"/>
            <a:ext cx="11250595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2957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35B667A-90E8-DCE1-527D-797BEDB7AC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110"/>
          <a:stretch/>
        </p:blipFill>
        <p:spPr>
          <a:xfrm>
            <a:off x="0" y="0"/>
            <a:ext cx="8701895" cy="296066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95A1505-F654-BC6D-831C-4AC2FA12130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4375"/>
          <a:stretch/>
        </p:blipFill>
        <p:spPr>
          <a:xfrm>
            <a:off x="3143250" y="2246838"/>
            <a:ext cx="7813039" cy="450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3645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3</Words>
  <Application>Microsoft Office PowerPoint</Application>
  <PresentationFormat>宽屏</PresentationFormat>
  <Paragraphs>1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等线</vt:lpstr>
      <vt:lpstr>等线 Light</vt:lpstr>
      <vt:lpstr>Arial</vt:lpstr>
      <vt:lpstr>Office 主题​​</vt:lpstr>
      <vt:lpstr>第四章作业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第四章作业+期中复习</dc:title>
  <dc:creator>逸洲 陈</dc:creator>
  <cp:lastModifiedBy>逸洲 陈</cp:lastModifiedBy>
  <cp:revision>35</cp:revision>
  <dcterms:created xsi:type="dcterms:W3CDTF">2023-11-18T05:25:19Z</dcterms:created>
  <dcterms:modified xsi:type="dcterms:W3CDTF">2023-11-20T04:05:51Z</dcterms:modified>
</cp:coreProperties>
</file>