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92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9.xml"/><Relationship Id="rId6" Type="http://schemas.openxmlformats.org/officeDocument/2006/relationships/image" Target="../media/image3.png"/><Relationship Id="rId5" Type="http://schemas.openxmlformats.org/officeDocument/2006/relationships/tags" Target="../tags/tag68.xml"/><Relationship Id="rId4" Type="http://schemas.openxmlformats.org/officeDocument/2006/relationships/image" Target="../media/image2.png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3.xml"/><Relationship Id="rId6" Type="http://schemas.openxmlformats.org/officeDocument/2006/relationships/image" Target="../media/image6.png"/><Relationship Id="rId5" Type="http://schemas.openxmlformats.org/officeDocument/2006/relationships/tags" Target="../tags/tag72.xml"/><Relationship Id="rId4" Type="http://schemas.openxmlformats.org/officeDocument/2006/relationships/image" Target="../media/image5.png"/><Relationship Id="rId3" Type="http://schemas.openxmlformats.org/officeDocument/2006/relationships/tags" Target="../tags/tag71.xml"/><Relationship Id="rId2" Type="http://schemas.openxmlformats.org/officeDocument/2006/relationships/image" Target="../media/image4.png"/><Relationship Id="rId1" Type="http://schemas.openxmlformats.org/officeDocument/2006/relationships/tags" Target="../tags/tag70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6.xml"/><Relationship Id="rId4" Type="http://schemas.openxmlformats.org/officeDocument/2006/relationships/image" Target="../media/image8.png"/><Relationship Id="rId3" Type="http://schemas.openxmlformats.org/officeDocument/2006/relationships/tags" Target="../tags/tag75.xml"/><Relationship Id="rId2" Type="http://schemas.openxmlformats.org/officeDocument/2006/relationships/image" Target="../media/image7.png"/><Relationship Id="rId1" Type="http://schemas.openxmlformats.org/officeDocument/2006/relationships/tags" Target="../tags/tag7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image" Target="../media/image10.png"/><Relationship Id="rId3" Type="http://schemas.openxmlformats.org/officeDocument/2006/relationships/tags" Target="../tags/tag78.xml"/><Relationship Id="rId2" Type="http://schemas.openxmlformats.org/officeDocument/2006/relationships/image" Target="../media/image9.png"/><Relationship Id="rId1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3.xml"/><Relationship Id="rId6" Type="http://schemas.openxmlformats.org/officeDocument/2006/relationships/image" Target="../media/image13.png"/><Relationship Id="rId5" Type="http://schemas.openxmlformats.org/officeDocument/2006/relationships/tags" Target="../tags/tag82.xml"/><Relationship Id="rId4" Type="http://schemas.openxmlformats.org/officeDocument/2006/relationships/image" Target="../media/image12.png"/><Relationship Id="rId3" Type="http://schemas.openxmlformats.org/officeDocument/2006/relationships/tags" Target="../tags/tag81.xml"/><Relationship Id="rId2" Type="http://schemas.openxmlformats.org/officeDocument/2006/relationships/image" Target="../media/image11.png"/><Relationship Id="rId1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5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84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8.xml"/><Relationship Id="rId5" Type="http://schemas.openxmlformats.org/officeDocument/2006/relationships/image" Target="../media/image17.png"/><Relationship Id="rId4" Type="http://schemas.openxmlformats.org/officeDocument/2006/relationships/tags" Target="../tags/tag8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86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1.xml"/><Relationship Id="rId4" Type="http://schemas.openxmlformats.org/officeDocument/2006/relationships/image" Target="../media/image19.png"/><Relationship Id="rId3" Type="http://schemas.openxmlformats.org/officeDocument/2006/relationships/tags" Target="../tags/tag90.xml"/><Relationship Id="rId2" Type="http://schemas.openxmlformats.org/officeDocument/2006/relationships/image" Target="../media/image18.png"/><Relationship Id="rId1" Type="http://schemas.openxmlformats.org/officeDocument/2006/relationships/tags" Target="../tags/tag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第五章</a:t>
            </a:r>
            <a:r>
              <a:rPr lang="zh-CN" altLang="zh-CN"/>
              <a:t>作业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35</a:t>
            </a:r>
            <a:r>
              <a:rPr lang="zh-CN" altLang="en-US"/>
              <a:t>、</a:t>
            </a:r>
            <a:r>
              <a:rPr lang="en-US" altLang="zh-CN"/>
              <a:t>36</a:t>
            </a:r>
            <a:r>
              <a:rPr lang="zh-CN" altLang="en-US"/>
              <a:t>、</a:t>
            </a:r>
            <a:r>
              <a:rPr lang="en-US" altLang="zh-CN"/>
              <a:t>37</a:t>
            </a:r>
            <a:r>
              <a:rPr lang="zh-CN" altLang="en-US"/>
              <a:t>、</a:t>
            </a:r>
            <a:r>
              <a:rPr lang="en-US" altLang="zh-CN"/>
              <a:t>38</a:t>
            </a:r>
            <a:r>
              <a:rPr lang="zh-CN" altLang="en-US"/>
              <a:t>、</a:t>
            </a:r>
            <a:r>
              <a:rPr lang="en-US" altLang="zh-CN"/>
              <a:t>39</a:t>
            </a:r>
            <a:r>
              <a:rPr lang="zh-CN" altLang="en-US"/>
              <a:t>、</a:t>
            </a:r>
            <a:r>
              <a:rPr lang="en-US" altLang="zh-CN"/>
              <a:t>40</a:t>
            </a:r>
            <a:r>
              <a:rPr lang="zh-CN" altLang="en-US"/>
              <a:t>、</a:t>
            </a:r>
            <a:r>
              <a:rPr lang="en-US" altLang="zh-CN"/>
              <a:t>41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280" y="196215"/>
            <a:ext cx="10968990" cy="8686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7650" y="1337310"/>
            <a:ext cx="5848350" cy="29241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59195" y="768985"/>
            <a:ext cx="5380990" cy="598614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6710" y="72390"/>
            <a:ext cx="10781030" cy="16103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31180" y="452120"/>
            <a:ext cx="33928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勘误：特征值之积为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 sz="2400">
                <a:solidFill>
                  <a:srgbClr val="FF0000"/>
                </a:solidFill>
              </a:rPr>
              <a:t>-12</a:t>
            </a:r>
            <a:endParaRPr lang="en-US" altLang="zh-CN" sz="240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240" y="2148840"/>
            <a:ext cx="5615940" cy="22371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397500" y="1971040"/>
            <a:ext cx="6476365" cy="42881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56515"/>
            <a:ext cx="12169775" cy="11188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80660" y="648970"/>
            <a:ext cx="3392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勘误：添加一项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</a:rPr>
              <a:t>x1</a:t>
            </a:r>
            <a:r>
              <a:rPr lang="en-US" altLang="zh-CN">
                <a:solidFill>
                  <a:srgbClr val="FF0000"/>
                </a:solidFill>
              </a:rPr>
              <a:t>²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12240" y="1619250"/>
            <a:ext cx="8982075" cy="43649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1160" y="102235"/>
            <a:ext cx="9822180" cy="18116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045710" y="648970"/>
            <a:ext cx="3392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勘误：添加一项</a:t>
            </a:r>
            <a:r>
              <a:rPr lang="en-US" altLang="zh-CN">
                <a:solidFill>
                  <a:srgbClr val="FF0000"/>
                </a:solidFill>
              </a:rPr>
              <a:t> 4</a:t>
            </a:r>
            <a:r>
              <a:rPr lang="en-US" altLang="zh-CN">
                <a:solidFill>
                  <a:srgbClr val="FF0000"/>
                </a:solidFill>
              </a:rPr>
              <a:t>x1</a:t>
            </a:r>
            <a:r>
              <a:rPr lang="en-US" altLang="zh-CN">
                <a:solidFill>
                  <a:srgbClr val="FF0000"/>
                </a:solidFill>
              </a:rPr>
              <a:t>²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1825" y="2068195"/>
            <a:ext cx="9498965" cy="44246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05410"/>
            <a:ext cx="12382500" cy="15144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5780" y="1961515"/>
            <a:ext cx="7397750" cy="32721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45415" y="5145405"/>
            <a:ext cx="11093450" cy="5353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1645" y="357505"/>
            <a:ext cx="8305800" cy="542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38495" b="37964"/>
          <a:stretch>
            <a:fillRect/>
          </a:stretch>
        </p:blipFill>
        <p:spPr>
          <a:xfrm>
            <a:off x="941070" y="1377315"/>
            <a:ext cx="5154930" cy="27101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b="22916"/>
          <a:stretch>
            <a:fillRect/>
          </a:stretch>
        </p:blipFill>
        <p:spPr>
          <a:xfrm>
            <a:off x="5561965" y="900430"/>
            <a:ext cx="4932045" cy="53828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1645" y="357505"/>
            <a:ext cx="8305800" cy="542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38495" b="37964"/>
          <a:stretch>
            <a:fillRect/>
          </a:stretch>
        </p:blipFill>
        <p:spPr>
          <a:xfrm>
            <a:off x="941070" y="1377315"/>
            <a:ext cx="5154930" cy="27101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517005" y="689610"/>
            <a:ext cx="5505450" cy="60871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673860" y="4517390"/>
            <a:ext cx="359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参照第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zh-CN" altLang="en-US">
                <a:solidFill>
                  <a:srgbClr val="FF0000"/>
                </a:solidFill>
              </a:rPr>
              <a:t>章的第</a:t>
            </a:r>
            <a:r>
              <a:rPr lang="en-US" altLang="zh-CN">
                <a:solidFill>
                  <a:srgbClr val="FF0000"/>
                </a:solidFill>
              </a:rPr>
              <a:t>15</a:t>
            </a:r>
            <a:r>
              <a:rPr lang="zh-CN" altLang="en-US">
                <a:solidFill>
                  <a:srgbClr val="FF0000"/>
                </a:solidFill>
              </a:rPr>
              <a:t>题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57505" y="97155"/>
            <a:ext cx="8867775" cy="1419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70610" y="1577340"/>
            <a:ext cx="8999855" cy="49898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commondata" val="eyJoZGlkIjoiZWY4MTkwMGZhZGVjMTRhM2I2ODFkZjg4NWYyZDI5OT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WPS 演示</Application>
  <PresentationFormat>宽屏</PresentationFormat>
  <Paragraphs>12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陈逸洲</cp:lastModifiedBy>
  <cp:revision>165</cp:revision>
  <dcterms:created xsi:type="dcterms:W3CDTF">2019-06-19T02:08:00Z</dcterms:created>
  <dcterms:modified xsi:type="dcterms:W3CDTF">2023-12-20T06:47:53Z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2714BC2042754196817988410A36725A</vt:lpwstr>
  </property>
</Properties>
</file>